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6858000" cy="12192000"/>
  <p:embeddedFontLst>
    <p:embeddedFont>
      <p:font typeface="MiSans" panose="020B0604020202020204" charset="-122"/>
      <p:regular r:id="rId39"/>
    </p:embeddedFont>
    <p:embeddedFont>
      <p:font typeface="Hedvig Letters Sans" panose="020B0604020202020204" charset="0"/>
      <p:regular r:id="rId40"/>
    </p:embeddedFont>
    <p:embeddedFont>
      <p:font typeface="Liter" panose="020B0604020202020204" charset="0"/>
      <p:regular r:id="rId41"/>
    </p:embeddedFont>
    <p:embeddedFont>
      <p:font typeface="Quattrocento Sans" panose="020B0502050000020003" pitchFamily="34" charset="0"/>
      <p:regular r:id="rId42"/>
      <p:bold r:id="rId43"/>
      <p:italic r:id="rId44"/>
      <p:boldItalic r:id="rId4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5787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5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5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3303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da3b034085f529265c476e9f67d0042ede61748a.jpg"/>
          <p:cNvPicPr>
            <a:picLocks noChangeAspect="1"/>
          </p:cNvPicPr>
          <p:nvPr/>
        </p:nvPicPr>
        <p:blipFill>
          <a:blip r:embed="rId3">
            <a:alphaModFix amt="40000"/>
          </a:blip>
          <a:srcRect l="160" r="16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4A9EFF">
                  <a:alpha val="2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385763" y="1657350"/>
            <a:ext cx="2438400" cy="428625"/>
          </a:xfrm>
          <a:custGeom>
            <a:avLst/>
            <a:gdLst/>
            <a:ahLst/>
            <a:cxnLst/>
            <a:rect l="l" t="t" r="r" b="b"/>
            <a:pathLst>
              <a:path w="2438400" h="428625">
                <a:moveTo>
                  <a:pt x="76201" y="0"/>
                </a:moveTo>
                <a:lnTo>
                  <a:pt x="2362199" y="0"/>
                </a:lnTo>
                <a:cubicBezTo>
                  <a:pt x="2404284" y="0"/>
                  <a:pt x="2438400" y="34116"/>
                  <a:pt x="2438400" y="76201"/>
                </a:cubicBezTo>
                <a:lnTo>
                  <a:pt x="2438400" y="352424"/>
                </a:lnTo>
                <a:cubicBezTo>
                  <a:pt x="2438400" y="394509"/>
                  <a:pt x="2404284" y="428625"/>
                  <a:pt x="2362199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 w="12700">
            <a:solidFill>
              <a:srgbClr val="4A9E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42925" y="1747838"/>
            <a:ext cx="2211214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kern="0" spc="68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NODE.JS MASTERCLASS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319338"/>
            <a:ext cx="11887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 Module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Deep Dive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376738"/>
            <a:ext cx="65151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5F6B7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From Fundamentals to Production-Ready Architecture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6019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26256" y="61531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59531"/>
                </a:lnTo>
                <a:cubicBezTo>
                  <a:pt x="0" y="72665"/>
                  <a:pt x="10678" y="83344"/>
                  <a:pt x="23812" y="83344"/>
                </a:cubicBezTo>
                <a:lnTo>
                  <a:pt x="142875" y="83344"/>
                </a:lnTo>
                <a:cubicBezTo>
                  <a:pt x="156009" y="83344"/>
                  <a:pt x="166688" y="72665"/>
                  <a:pt x="166688" y="5953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104180" y="38695"/>
                </a:moveTo>
                <a:cubicBezTo>
                  <a:pt x="109108" y="38695"/>
                  <a:pt x="113109" y="42697"/>
                  <a:pt x="113109" y="47625"/>
                </a:cubicBezTo>
                <a:cubicBezTo>
                  <a:pt x="113109" y="52553"/>
                  <a:pt x="109108" y="56555"/>
                  <a:pt x="104180" y="56555"/>
                </a:cubicBezTo>
                <a:cubicBezTo>
                  <a:pt x="99251" y="56555"/>
                  <a:pt x="95250" y="52553"/>
                  <a:pt x="95250" y="47625"/>
                </a:cubicBezTo>
                <a:cubicBezTo>
                  <a:pt x="95250" y="42697"/>
                  <a:pt x="99251" y="38695"/>
                  <a:pt x="104180" y="38695"/>
                </a:cubicBezTo>
                <a:close/>
                <a:moveTo>
                  <a:pt x="125016" y="47625"/>
                </a:moveTo>
                <a:cubicBezTo>
                  <a:pt x="125016" y="42697"/>
                  <a:pt x="129017" y="38695"/>
                  <a:pt x="133945" y="38695"/>
                </a:cubicBezTo>
                <a:cubicBezTo>
                  <a:pt x="138874" y="38695"/>
                  <a:pt x="142875" y="42697"/>
                  <a:pt x="142875" y="47625"/>
                </a:cubicBezTo>
                <a:cubicBezTo>
                  <a:pt x="142875" y="52553"/>
                  <a:pt x="138874" y="56555"/>
                  <a:pt x="133945" y="56555"/>
                </a:cubicBezTo>
                <a:cubicBezTo>
                  <a:pt x="129017" y="56555"/>
                  <a:pt x="125016" y="52553"/>
                  <a:pt x="125016" y="47625"/>
                </a:cubicBezTo>
                <a:close/>
                <a:moveTo>
                  <a:pt x="23812" y="107156"/>
                </a:moveTo>
                <a:cubicBezTo>
                  <a:pt x="10678" y="107156"/>
                  <a:pt x="0" y="117835"/>
                  <a:pt x="0" y="13096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30969"/>
                </a:lnTo>
                <a:cubicBezTo>
                  <a:pt x="166688" y="117835"/>
                  <a:pt x="156009" y="107156"/>
                  <a:pt x="142875" y="107156"/>
                </a:cubicBezTo>
                <a:lnTo>
                  <a:pt x="23812" y="107156"/>
                </a:lnTo>
                <a:close/>
                <a:moveTo>
                  <a:pt x="104180" y="133945"/>
                </a:moveTo>
                <a:cubicBezTo>
                  <a:pt x="109108" y="133945"/>
                  <a:pt x="113109" y="137947"/>
                  <a:pt x="113109" y="142875"/>
                </a:cubicBezTo>
                <a:cubicBezTo>
                  <a:pt x="113109" y="147803"/>
                  <a:pt x="109108" y="151805"/>
                  <a:pt x="104180" y="151805"/>
                </a:cubicBezTo>
                <a:cubicBezTo>
                  <a:pt x="99251" y="151805"/>
                  <a:pt x="95250" y="147803"/>
                  <a:pt x="95250" y="142875"/>
                </a:cubicBezTo>
                <a:cubicBezTo>
                  <a:pt x="95250" y="137947"/>
                  <a:pt x="99251" y="133945"/>
                  <a:pt x="104180" y="133945"/>
                </a:cubicBezTo>
                <a:close/>
                <a:moveTo>
                  <a:pt x="125016" y="142875"/>
                </a:moveTo>
                <a:cubicBezTo>
                  <a:pt x="125016" y="137947"/>
                  <a:pt x="129017" y="133945"/>
                  <a:pt x="133945" y="133945"/>
                </a:cubicBezTo>
                <a:cubicBezTo>
                  <a:pt x="138874" y="133945"/>
                  <a:pt x="142875" y="137947"/>
                  <a:pt x="142875" y="142875"/>
                </a:cubicBezTo>
                <a:cubicBezTo>
                  <a:pt x="142875" y="147803"/>
                  <a:pt x="138874" y="151805"/>
                  <a:pt x="133945" y="151805"/>
                </a:cubicBezTo>
                <a:cubicBezTo>
                  <a:pt x="129017" y="151805"/>
                  <a:pt x="125016" y="147803"/>
                  <a:pt x="125016" y="142875"/>
                </a:cubicBez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52500" y="6038850"/>
            <a:ext cx="504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Module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52500" y="6229350"/>
            <a:ext cx="514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694483" y="6019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827833" y="61531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6506" y="1935"/>
                </a:moveTo>
                <a:cubicBezTo>
                  <a:pt x="92050" y="-633"/>
                  <a:pt x="98450" y="-633"/>
                  <a:pt x="103994" y="1935"/>
                </a:cubicBezTo>
                <a:lnTo>
                  <a:pt x="185328" y="39514"/>
                </a:lnTo>
                <a:cubicBezTo>
                  <a:pt x="188491" y="40965"/>
                  <a:pt x="190500" y="44128"/>
                  <a:pt x="190500" y="47625"/>
                </a:cubicBezTo>
                <a:cubicBezTo>
                  <a:pt x="190500" y="51122"/>
                  <a:pt x="188491" y="54285"/>
                  <a:pt x="185328" y="55736"/>
                </a:cubicBezTo>
                <a:lnTo>
                  <a:pt x="103994" y="93315"/>
                </a:lnTo>
                <a:cubicBezTo>
                  <a:pt x="98450" y="95883"/>
                  <a:pt x="92050" y="95883"/>
                  <a:pt x="86506" y="93315"/>
                </a:cubicBezTo>
                <a:lnTo>
                  <a:pt x="5172" y="55736"/>
                </a:lnTo>
                <a:cubicBezTo>
                  <a:pt x="2009" y="54248"/>
                  <a:pt x="0" y="51085"/>
                  <a:pt x="0" y="47625"/>
                </a:cubicBezTo>
                <a:cubicBezTo>
                  <a:pt x="0" y="44165"/>
                  <a:pt x="2009" y="40965"/>
                  <a:pt x="5172" y="39514"/>
                </a:cubicBezTo>
                <a:lnTo>
                  <a:pt x="86506" y="1935"/>
                </a:lnTo>
                <a:close/>
                <a:moveTo>
                  <a:pt x="17897" y="81260"/>
                </a:moveTo>
                <a:lnTo>
                  <a:pt x="79028" y="109500"/>
                </a:lnTo>
                <a:cubicBezTo>
                  <a:pt x="89334" y="114263"/>
                  <a:pt x="101203" y="114263"/>
                  <a:pt x="111509" y="109500"/>
                </a:cubicBezTo>
                <a:lnTo>
                  <a:pt x="172641" y="81260"/>
                </a:lnTo>
                <a:lnTo>
                  <a:pt x="185328" y="87139"/>
                </a:lnTo>
                <a:cubicBezTo>
                  <a:pt x="188491" y="88590"/>
                  <a:pt x="190500" y="91753"/>
                  <a:pt x="190500" y="95250"/>
                </a:cubicBezTo>
                <a:cubicBezTo>
                  <a:pt x="190500" y="98747"/>
                  <a:pt x="188491" y="101910"/>
                  <a:pt x="185328" y="103361"/>
                </a:cubicBezTo>
                <a:lnTo>
                  <a:pt x="103994" y="140940"/>
                </a:lnTo>
                <a:cubicBezTo>
                  <a:pt x="98450" y="143508"/>
                  <a:pt x="92050" y="143508"/>
                  <a:pt x="86506" y="140940"/>
                </a:cubicBezTo>
                <a:lnTo>
                  <a:pt x="5172" y="103361"/>
                </a:lnTo>
                <a:cubicBezTo>
                  <a:pt x="2009" y="101873"/>
                  <a:pt x="0" y="98710"/>
                  <a:pt x="0" y="95250"/>
                </a:cubicBezTo>
                <a:cubicBezTo>
                  <a:pt x="0" y="91790"/>
                  <a:pt x="2009" y="88590"/>
                  <a:pt x="5172" y="87139"/>
                </a:cubicBezTo>
                <a:lnTo>
                  <a:pt x="17859" y="81260"/>
                </a:lnTo>
                <a:close/>
                <a:moveTo>
                  <a:pt x="5172" y="134764"/>
                </a:moveTo>
                <a:lnTo>
                  <a:pt x="17859" y="128885"/>
                </a:lnTo>
                <a:lnTo>
                  <a:pt x="78991" y="157125"/>
                </a:lnTo>
                <a:cubicBezTo>
                  <a:pt x="89297" y="161888"/>
                  <a:pt x="101166" y="161888"/>
                  <a:pt x="111472" y="157125"/>
                </a:cubicBezTo>
                <a:lnTo>
                  <a:pt x="172603" y="128885"/>
                </a:lnTo>
                <a:lnTo>
                  <a:pt x="185291" y="134764"/>
                </a:lnTo>
                <a:cubicBezTo>
                  <a:pt x="188454" y="136215"/>
                  <a:pt x="190463" y="139378"/>
                  <a:pt x="190463" y="142875"/>
                </a:cubicBezTo>
                <a:cubicBezTo>
                  <a:pt x="190463" y="146372"/>
                  <a:pt x="188454" y="149535"/>
                  <a:pt x="185291" y="150986"/>
                </a:cubicBezTo>
                <a:lnTo>
                  <a:pt x="103956" y="188565"/>
                </a:lnTo>
                <a:cubicBezTo>
                  <a:pt x="98413" y="191133"/>
                  <a:pt x="92013" y="191133"/>
                  <a:pt x="86469" y="188565"/>
                </a:cubicBezTo>
                <a:lnTo>
                  <a:pt x="5172" y="150986"/>
                </a:lnTo>
                <a:cubicBezTo>
                  <a:pt x="2009" y="149498"/>
                  <a:pt x="0" y="146335"/>
                  <a:pt x="0" y="142875"/>
                </a:cubicBezTo>
                <a:cubicBezTo>
                  <a:pt x="0" y="139415"/>
                  <a:pt x="2009" y="136215"/>
                  <a:pt x="5172" y="134764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265983" y="6038850"/>
            <a:ext cx="628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Sections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265983" y="6229350"/>
            <a:ext cx="638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 Topics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3136999" y="6019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3258443" y="61531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708499" y="6038850"/>
            <a:ext cx="1266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Level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3708499" y="6229350"/>
            <a:ext cx="127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Beginner to Senior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kern="0" spc="120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AGENDA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We'll Cover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452563"/>
            <a:ext cx="3676650" cy="1104900"/>
          </a:xfrm>
          <a:custGeom>
            <a:avLst/>
            <a:gdLst/>
            <a:ahLst/>
            <a:cxnLst/>
            <a:rect l="l" t="t" r="r" b="b"/>
            <a:pathLst>
              <a:path w="3676650" h="1104900">
                <a:moveTo>
                  <a:pt x="114302" y="0"/>
                </a:moveTo>
                <a:lnTo>
                  <a:pt x="3562348" y="0"/>
                </a:lnTo>
                <a:cubicBezTo>
                  <a:pt x="3625475" y="0"/>
                  <a:pt x="3676650" y="51175"/>
                  <a:pt x="3676650" y="114302"/>
                </a:cubicBezTo>
                <a:lnTo>
                  <a:pt x="3676650" y="990598"/>
                </a:lnTo>
                <a:cubicBezTo>
                  <a:pt x="3676650" y="1053725"/>
                  <a:pt x="3625475" y="1104900"/>
                  <a:pt x="3562348" y="1104900"/>
                </a:cubicBezTo>
                <a:lnTo>
                  <a:pt x="114302" y="1104900"/>
                </a:lnTo>
                <a:cubicBezTo>
                  <a:pt x="51175" y="1104900"/>
                  <a:pt x="0" y="1053725"/>
                  <a:pt x="0" y="9905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4A9EFF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9EF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81025" y="16478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3400" y="1647825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6325" y="1704975"/>
            <a:ext cx="1628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 Fundamentals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81025" y="2143125"/>
            <a:ext cx="33528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the protocol that powers the web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59238" y="1452563"/>
            <a:ext cx="3676650" cy="1104900"/>
          </a:xfrm>
          <a:custGeom>
            <a:avLst/>
            <a:gdLst/>
            <a:ahLst/>
            <a:cxnLst/>
            <a:rect l="l" t="t" r="r" b="b"/>
            <a:pathLst>
              <a:path w="3676650" h="1104900">
                <a:moveTo>
                  <a:pt x="114302" y="0"/>
                </a:moveTo>
                <a:lnTo>
                  <a:pt x="3562348" y="0"/>
                </a:lnTo>
                <a:cubicBezTo>
                  <a:pt x="3625475" y="0"/>
                  <a:pt x="3676650" y="51175"/>
                  <a:pt x="3676650" y="114302"/>
                </a:cubicBezTo>
                <a:lnTo>
                  <a:pt x="3676650" y="990598"/>
                </a:lnTo>
                <a:cubicBezTo>
                  <a:pt x="3676650" y="1053725"/>
                  <a:pt x="3625475" y="1104900"/>
                  <a:pt x="3562348" y="1104900"/>
                </a:cubicBezTo>
                <a:lnTo>
                  <a:pt x="114302" y="1104900"/>
                </a:lnTo>
                <a:cubicBezTo>
                  <a:pt x="51175" y="1104900"/>
                  <a:pt x="0" y="1053725"/>
                  <a:pt x="0" y="9905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4A9EFF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9EF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454500" y="16478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406875" y="1647825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49800" y="1704975"/>
            <a:ext cx="1733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Node.js HTTP Module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54500" y="2143125"/>
            <a:ext cx="33528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Built-in capabilities for creating servers and clients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32713" y="1452563"/>
            <a:ext cx="3676650" cy="1104900"/>
          </a:xfrm>
          <a:custGeom>
            <a:avLst/>
            <a:gdLst/>
            <a:ahLst/>
            <a:cxnLst/>
            <a:rect l="l" t="t" r="r" b="b"/>
            <a:pathLst>
              <a:path w="3676650" h="1104900">
                <a:moveTo>
                  <a:pt x="114302" y="0"/>
                </a:moveTo>
                <a:lnTo>
                  <a:pt x="3562348" y="0"/>
                </a:lnTo>
                <a:cubicBezTo>
                  <a:pt x="3625475" y="0"/>
                  <a:pt x="3676650" y="51175"/>
                  <a:pt x="3676650" y="114302"/>
                </a:cubicBezTo>
                <a:lnTo>
                  <a:pt x="3676650" y="990598"/>
                </a:lnTo>
                <a:cubicBezTo>
                  <a:pt x="3676650" y="1053725"/>
                  <a:pt x="3625475" y="1104900"/>
                  <a:pt x="3562348" y="1104900"/>
                </a:cubicBezTo>
                <a:lnTo>
                  <a:pt x="114302" y="1104900"/>
                </a:lnTo>
                <a:cubicBezTo>
                  <a:pt x="51175" y="1104900"/>
                  <a:pt x="0" y="1053725"/>
                  <a:pt x="0" y="9905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4A9EFF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9EF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327975" y="16478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80350" y="1647825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823275" y="1704975"/>
            <a:ext cx="124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Request Object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27975" y="2143125"/>
            <a:ext cx="33528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dive into the req object and its properties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5763" y="2755106"/>
            <a:ext cx="3676650" cy="1323975"/>
          </a:xfrm>
          <a:custGeom>
            <a:avLst/>
            <a:gdLst/>
            <a:ahLst/>
            <a:cxnLst/>
            <a:rect l="l" t="t" r="r" b="b"/>
            <a:pathLst>
              <a:path w="3676650" h="1323975">
                <a:moveTo>
                  <a:pt x="114299" y="0"/>
                </a:moveTo>
                <a:lnTo>
                  <a:pt x="3562351" y="0"/>
                </a:lnTo>
                <a:cubicBezTo>
                  <a:pt x="3625477" y="0"/>
                  <a:pt x="3676650" y="51173"/>
                  <a:pt x="3676650" y="114299"/>
                </a:cubicBezTo>
                <a:lnTo>
                  <a:pt x="3676650" y="1209676"/>
                </a:lnTo>
                <a:cubicBezTo>
                  <a:pt x="3676650" y="1272802"/>
                  <a:pt x="3625477" y="1323975"/>
                  <a:pt x="3562351" y="1323975"/>
                </a:cubicBezTo>
                <a:lnTo>
                  <a:pt x="114299" y="1323975"/>
                </a:lnTo>
                <a:cubicBezTo>
                  <a:pt x="51173" y="1323975"/>
                  <a:pt x="0" y="1272802"/>
                  <a:pt x="0" y="120967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gradFill flip="none" rotWithShape="1">
            <a:gsLst>
              <a:gs pos="0">
                <a:srgbClr val="4ADE8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81025" y="295036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33400" y="2950369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4ADE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76325" y="3007519"/>
            <a:ext cx="1362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Response Object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81025" y="3445669"/>
            <a:ext cx="33528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Mastering the res object for sending data to clients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59238" y="2755106"/>
            <a:ext cx="3676650" cy="1323975"/>
          </a:xfrm>
          <a:custGeom>
            <a:avLst/>
            <a:gdLst/>
            <a:ahLst/>
            <a:cxnLst/>
            <a:rect l="l" t="t" r="r" b="b"/>
            <a:pathLst>
              <a:path w="3676650" h="1323975">
                <a:moveTo>
                  <a:pt x="114299" y="0"/>
                </a:moveTo>
                <a:lnTo>
                  <a:pt x="3562351" y="0"/>
                </a:lnTo>
                <a:cubicBezTo>
                  <a:pt x="3625477" y="0"/>
                  <a:pt x="3676650" y="51173"/>
                  <a:pt x="3676650" y="114299"/>
                </a:cubicBezTo>
                <a:lnTo>
                  <a:pt x="3676650" y="1209676"/>
                </a:lnTo>
                <a:cubicBezTo>
                  <a:pt x="3676650" y="1272802"/>
                  <a:pt x="3625477" y="1323975"/>
                  <a:pt x="3562351" y="1323975"/>
                </a:cubicBezTo>
                <a:lnTo>
                  <a:pt x="114299" y="1323975"/>
                </a:lnTo>
                <a:cubicBezTo>
                  <a:pt x="51173" y="1323975"/>
                  <a:pt x="0" y="1272802"/>
                  <a:pt x="0" y="120967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gradFill flip="none" rotWithShape="1">
            <a:gsLst>
              <a:gs pos="0">
                <a:srgbClr val="4ADE8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454500" y="295036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406875" y="2950369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4ADE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949800" y="3007519"/>
            <a:ext cx="1571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 Loop &amp; HTTP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454500" y="3445669"/>
            <a:ext cx="33528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Node's non-blocking architecture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132713" y="2755106"/>
            <a:ext cx="3676650" cy="1323975"/>
          </a:xfrm>
          <a:custGeom>
            <a:avLst/>
            <a:gdLst/>
            <a:ahLst/>
            <a:cxnLst/>
            <a:rect l="l" t="t" r="r" b="b"/>
            <a:pathLst>
              <a:path w="3676650" h="1323975">
                <a:moveTo>
                  <a:pt x="114299" y="0"/>
                </a:moveTo>
                <a:lnTo>
                  <a:pt x="3562351" y="0"/>
                </a:lnTo>
                <a:cubicBezTo>
                  <a:pt x="3625477" y="0"/>
                  <a:pt x="3676650" y="51173"/>
                  <a:pt x="3676650" y="114299"/>
                </a:cubicBezTo>
                <a:lnTo>
                  <a:pt x="3676650" y="1209676"/>
                </a:lnTo>
                <a:cubicBezTo>
                  <a:pt x="3676650" y="1272802"/>
                  <a:pt x="3625477" y="1323975"/>
                  <a:pt x="3562351" y="1323975"/>
                </a:cubicBezTo>
                <a:lnTo>
                  <a:pt x="114299" y="1323975"/>
                </a:lnTo>
                <a:cubicBezTo>
                  <a:pt x="51173" y="1323975"/>
                  <a:pt x="0" y="1272802"/>
                  <a:pt x="0" y="120967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gradFill flip="none" rotWithShape="1">
            <a:gsLst>
              <a:gs pos="0">
                <a:srgbClr val="4ADE8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327975" y="295036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280350" y="2950369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4ADE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823275" y="3007519"/>
            <a:ext cx="2066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Keep-Alive &amp; Connections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327975" y="3445669"/>
            <a:ext cx="33528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Optimizing connection management for better performance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85763" y="4274344"/>
            <a:ext cx="3676650" cy="1104900"/>
          </a:xfrm>
          <a:custGeom>
            <a:avLst/>
            <a:gdLst/>
            <a:ahLst/>
            <a:cxnLst/>
            <a:rect l="l" t="t" r="r" b="b"/>
            <a:pathLst>
              <a:path w="3676650" h="1104900">
                <a:moveTo>
                  <a:pt x="114302" y="0"/>
                </a:moveTo>
                <a:lnTo>
                  <a:pt x="3562348" y="0"/>
                </a:lnTo>
                <a:cubicBezTo>
                  <a:pt x="3625475" y="0"/>
                  <a:pt x="3676650" y="51175"/>
                  <a:pt x="3676650" y="114302"/>
                </a:cubicBezTo>
                <a:lnTo>
                  <a:pt x="3676650" y="990598"/>
                </a:lnTo>
                <a:cubicBezTo>
                  <a:pt x="3676650" y="1053725"/>
                  <a:pt x="3625475" y="1104900"/>
                  <a:pt x="3562348" y="1104900"/>
                </a:cubicBezTo>
                <a:lnTo>
                  <a:pt x="114302" y="1104900"/>
                </a:lnTo>
                <a:cubicBezTo>
                  <a:pt x="51175" y="1104900"/>
                  <a:pt x="0" y="1053725"/>
                  <a:pt x="0" y="9905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4A9EFF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9EF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81025" y="446960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33400" y="4469606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76325" y="4526756"/>
            <a:ext cx="2085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Timeouts &amp; Error Handling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81025" y="4964906"/>
            <a:ext cx="33528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Building robust and resilient HTTP servers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259238" y="4274344"/>
            <a:ext cx="3676650" cy="1104900"/>
          </a:xfrm>
          <a:custGeom>
            <a:avLst/>
            <a:gdLst/>
            <a:ahLst/>
            <a:cxnLst/>
            <a:rect l="l" t="t" r="r" b="b"/>
            <a:pathLst>
              <a:path w="3676650" h="1104900">
                <a:moveTo>
                  <a:pt x="114302" y="0"/>
                </a:moveTo>
                <a:lnTo>
                  <a:pt x="3562348" y="0"/>
                </a:lnTo>
                <a:cubicBezTo>
                  <a:pt x="3625475" y="0"/>
                  <a:pt x="3676650" y="51175"/>
                  <a:pt x="3676650" y="114302"/>
                </a:cubicBezTo>
                <a:lnTo>
                  <a:pt x="3676650" y="990598"/>
                </a:lnTo>
                <a:cubicBezTo>
                  <a:pt x="3676650" y="1053725"/>
                  <a:pt x="3625475" y="1104900"/>
                  <a:pt x="3562348" y="1104900"/>
                </a:cubicBezTo>
                <a:lnTo>
                  <a:pt x="114302" y="1104900"/>
                </a:lnTo>
                <a:cubicBezTo>
                  <a:pt x="51175" y="1104900"/>
                  <a:pt x="0" y="1053725"/>
                  <a:pt x="0" y="9905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4A9EFF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9EF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454500" y="446960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406875" y="4469606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949800" y="4526756"/>
            <a:ext cx="1447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HTTPS &amp; Security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454500" y="4964906"/>
            <a:ext cx="33528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Securing communications with TLS/SSL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132713" y="4274344"/>
            <a:ext cx="3676650" cy="1104900"/>
          </a:xfrm>
          <a:custGeom>
            <a:avLst/>
            <a:gdLst/>
            <a:ahLst/>
            <a:cxnLst/>
            <a:rect l="l" t="t" r="r" b="b"/>
            <a:pathLst>
              <a:path w="3676650" h="1104900">
                <a:moveTo>
                  <a:pt x="114302" y="0"/>
                </a:moveTo>
                <a:lnTo>
                  <a:pt x="3562348" y="0"/>
                </a:lnTo>
                <a:cubicBezTo>
                  <a:pt x="3625475" y="0"/>
                  <a:pt x="3676650" y="51175"/>
                  <a:pt x="3676650" y="114302"/>
                </a:cubicBezTo>
                <a:lnTo>
                  <a:pt x="3676650" y="990598"/>
                </a:lnTo>
                <a:cubicBezTo>
                  <a:pt x="3676650" y="1053725"/>
                  <a:pt x="3625475" y="1104900"/>
                  <a:pt x="3562348" y="1104900"/>
                </a:cubicBezTo>
                <a:lnTo>
                  <a:pt x="114302" y="1104900"/>
                </a:lnTo>
                <a:cubicBezTo>
                  <a:pt x="51175" y="1104900"/>
                  <a:pt x="0" y="1053725"/>
                  <a:pt x="0" y="9905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4A9EFF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9EF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8327975" y="446960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8280350" y="4469606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823275" y="4526756"/>
            <a:ext cx="2066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Optimization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327975" y="4964906"/>
            <a:ext cx="33528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Techniques for scaling Node.js HTTP servers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385763" y="5576888"/>
            <a:ext cx="3676650" cy="1133475"/>
          </a:xfrm>
          <a:custGeom>
            <a:avLst/>
            <a:gdLst/>
            <a:ahLst/>
            <a:cxnLst/>
            <a:rect l="l" t="t" r="r" b="b"/>
            <a:pathLst>
              <a:path w="3676650" h="1133475">
                <a:moveTo>
                  <a:pt x="114300" y="0"/>
                </a:moveTo>
                <a:lnTo>
                  <a:pt x="3562350" y="0"/>
                </a:lnTo>
                <a:cubicBezTo>
                  <a:pt x="3625476" y="0"/>
                  <a:pt x="3676650" y="51174"/>
                  <a:pt x="3676650" y="114300"/>
                </a:cubicBezTo>
                <a:lnTo>
                  <a:pt x="3676650" y="1019175"/>
                </a:lnTo>
                <a:cubicBezTo>
                  <a:pt x="3676650" y="1082301"/>
                  <a:pt x="3625476" y="1133475"/>
                  <a:pt x="3562350" y="1133475"/>
                </a:cubicBezTo>
                <a:lnTo>
                  <a:pt x="114300" y="1133475"/>
                </a:lnTo>
                <a:cubicBezTo>
                  <a:pt x="51174" y="1133475"/>
                  <a:pt x="0" y="1082301"/>
                  <a:pt x="0" y="1019175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ADE8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581025" y="57721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33400" y="5772150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4ADE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076325" y="5829300"/>
            <a:ext cx="1895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Production Architecture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581025" y="6267450"/>
            <a:ext cx="33528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Real-world deployment patterns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4259238" y="5576888"/>
            <a:ext cx="3676650" cy="1133475"/>
          </a:xfrm>
          <a:custGeom>
            <a:avLst/>
            <a:gdLst/>
            <a:ahLst/>
            <a:cxnLst/>
            <a:rect l="l" t="t" r="r" b="b"/>
            <a:pathLst>
              <a:path w="3676650" h="1133475">
                <a:moveTo>
                  <a:pt x="114300" y="0"/>
                </a:moveTo>
                <a:lnTo>
                  <a:pt x="3562350" y="0"/>
                </a:lnTo>
                <a:cubicBezTo>
                  <a:pt x="3625476" y="0"/>
                  <a:pt x="3676650" y="51174"/>
                  <a:pt x="3676650" y="114300"/>
                </a:cubicBezTo>
                <a:lnTo>
                  <a:pt x="3676650" y="1019175"/>
                </a:lnTo>
                <a:cubicBezTo>
                  <a:pt x="3676650" y="1082301"/>
                  <a:pt x="3625476" y="1133475"/>
                  <a:pt x="3562350" y="1133475"/>
                </a:cubicBezTo>
                <a:lnTo>
                  <a:pt x="114300" y="1133475"/>
                </a:lnTo>
                <a:cubicBezTo>
                  <a:pt x="51174" y="1133475"/>
                  <a:pt x="0" y="1082301"/>
                  <a:pt x="0" y="1019175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ADE8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4454500" y="57721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4406875" y="5772150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4ADE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4949800" y="5829300"/>
            <a:ext cx="1695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Interview Preparation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4454500" y="6267450"/>
            <a:ext cx="33528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questions and senior-level skills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137475" y="5581650"/>
            <a:ext cx="3667125" cy="1123950"/>
          </a:xfrm>
          <a:custGeom>
            <a:avLst/>
            <a:gdLst/>
            <a:ahLst/>
            <a:cxnLst/>
            <a:rect l="l" t="t" r="r" b="b"/>
            <a:pathLst>
              <a:path w="3667125" h="1123950">
                <a:moveTo>
                  <a:pt x="114294" y="0"/>
                </a:moveTo>
                <a:lnTo>
                  <a:pt x="3552831" y="0"/>
                </a:lnTo>
                <a:cubicBezTo>
                  <a:pt x="3615954" y="0"/>
                  <a:pt x="3667125" y="51171"/>
                  <a:pt x="3667125" y="114294"/>
                </a:cubicBezTo>
                <a:lnTo>
                  <a:pt x="3667125" y="1009656"/>
                </a:lnTo>
                <a:cubicBezTo>
                  <a:pt x="3667125" y="1072779"/>
                  <a:pt x="3615954" y="1123950"/>
                  <a:pt x="3552831" y="1123950"/>
                </a:cubicBezTo>
                <a:lnTo>
                  <a:pt x="114294" y="1123950"/>
                </a:lnTo>
                <a:cubicBezTo>
                  <a:pt x="51171" y="1123950"/>
                  <a:pt x="0" y="1072779"/>
                  <a:pt x="0" y="1009656"/>
                </a:cubicBezTo>
                <a:lnTo>
                  <a:pt x="0" y="114294"/>
                </a:lnTo>
                <a:cubicBezTo>
                  <a:pt x="0" y="51171"/>
                  <a:pt x="51171" y="0"/>
                  <a:pt x="114294" y="0"/>
                </a:cubicBezTo>
                <a:close/>
              </a:path>
            </a:pathLst>
          </a:custGeom>
          <a:gradFill flip="none" rotWithShape="1">
            <a:gsLst>
              <a:gs pos="0">
                <a:srgbClr val="4A9EFF">
                  <a:alpha val="20000"/>
                </a:srgbClr>
              </a:gs>
              <a:gs pos="100000">
                <a:srgbClr val="4ADE80">
                  <a:alpha val="20000"/>
                </a:srgbClr>
              </a:gs>
            </a:gsLst>
            <a:lin ang="2700000" scaled="1"/>
          </a:gradFill>
          <a:ln w="25400">
            <a:solidFill>
              <a:srgbClr val="4A9EFF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9797951" y="5781675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85725" y="214313"/>
                </a:moveTo>
                <a:lnTo>
                  <a:pt x="16408" y="214313"/>
                </a:lnTo>
                <a:cubicBezTo>
                  <a:pt x="-268" y="214313"/>
                  <a:pt x="-10515" y="196163"/>
                  <a:pt x="-1942" y="181831"/>
                </a:cubicBezTo>
                <a:lnTo>
                  <a:pt x="33486" y="122761"/>
                </a:lnTo>
                <a:cubicBezTo>
                  <a:pt x="39313" y="113050"/>
                  <a:pt x="49761" y="107156"/>
                  <a:pt x="61079" y="107156"/>
                </a:cubicBezTo>
                <a:lnTo>
                  <a:pt x="124703" y="107156"/>
                </a:lnTo>
                <a:cubicBezTo>
                  <a:pt x="175669" y="20828"/>
                  <a:pt x="251683" y="16475"/>
                  <a:pt x="302515" y="23909"/>
                </a:cubicBezTo>
                <a:cubicBezTo>
                  <a:pt x="311088" y="25182"/>
                  <a:pt x="317785" y="31879"/>
                  <a:pt x="318991" y="40385"/>
                </a:cubicBezTo>
                <a:cubicBezTo>
                  <a:pt x="326425" y="91217"/>
                  <a:pt x="322072" y="167231"/>
                  <a:pt x="235744" y="218197"/>
                </a:cubicBezTo>
                <a:lnTo>
                  <a:pt x="235744" y="281821"/>
                </a:lnTo>
                <a:cubicBezTo>
                  <a:pt x="235744" y="293139"/>
                  <a:pt x="229850" y="303587"/>
                  <a:pt x="220139" y="309414"/>
                </a:cubicBezTo>
                <a:lnTo>
                  <a:pt x="161069" y="344842"/>
                </a:lnTo>
                <a:cubicBezTo>
                  <a:pt x="146804" y="353415"/>
                  <a:pt x="128588" y="343101"/>
                  <a:pt x="128588" y="326492"/>
                </a:cubicBezTo>
                <a:lnTo>
                  <a:pt x="128588" y="257175"/>
                </a:lnTo>
                <a:cubicBezTo>
                  <a:pt x="128588" y="233534"/>
                  <a:pt x="109366" y="214313"/>
                  <a:pt x="85725" y="214313"/>
                </a:cubicBezTo>
                <a:lnTo>
                  <a:pt x="85658" y="214313"/>
                </a:lnTo>
                <a:close/>
                <a:moveTo>
                  <a:pt x="267891" y="107156"/>
                </a:moveTo>
                <a:cubicBezTo>
                  <a:pt x="267891" y="89414"/>
                  <a:pt x="253486" y="75009"/>
                  <a:pt x="235744" y="75009"/>
                </a:cubicBezTo>
                <a:cubicBezTo>
                  <a:pt x="218001" y="75009"/>
                  <a:pt x="203597" y="89414"/>
                  <a:pt x="203597" y="107156"/>
                </a:cubicBezTo>
                <a:cubicBezTo>
                  <a:pt x="203597" y="124899"/>
                  <a:pt x="218001" y="139303"/>
                  <a:pt x="235744" y="139303"/>
                </a:cubicBezTo>
                <a:cubicBezTo>
                  <a:pt x="253486" y="139303"/>
                  <a:pt x="267891" y="124899"/>
                  <a:pt x="267891" y="107156"/>
                </a:cubicBez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8729886" y="6238875"/>
            <a:ext cx="2476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Ready to Master Node.js HTTP?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14f14fbbd3b6d2de2fb5a35ac8d47cb197b7cf36.jpg"/>
          <p:cNvPicPr>
            <a:picLocks noChangeAspect="1"/>
          </p:cNvPicPr>
          <p:nvPr/>
        </p:nvPicPr>
        <p:blipFill>
          <a:blip r:embed="rId3">
            <a:alphaModFix amt="30000"/>
          </a:blip>
          <a:srcRect l="160" r="16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/>
              </a:gs>
              <a:gs pos="50000">
                <a:srgbClr val="1A1D21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385763" y="1733550"/>
            <a:ext cx="1524000" cy="428625"/>
          </a:xfrm>
          <a:custGeom>
            <a:avLst/>
            <a:gdLst/>
            <a:ahLst/>
            <a:cxnLst/>
            <a:rect l="l" t="t" r="r" b="b"/>
            <a:pathLst>
              <a:path w="1524000" h="428625">
                <a:moveTo>
                  <a:pt x="114301" y="0"/>
                </a:moveTo>
                <a:lnTo>
                  <a:pt x="1409699" y="0"/>
                </a:lnTo>
                <a:cubicBezTo>
                  <a:pt x="1472826" y="0"/>
                  <a:pt x="1524000" y="51174"/>
                  <a:pt x="1524000" y="114301"/>
                </a:cubicBezTo>
                <a:lnTo>
                  <a:pt x="1524000" y="314324"/>
                </a:lnTo>
                <a:cubicBezTo>
                  <a:pt x="1524000" y="377451"/>
                  <a:pt x="1472826" y="428625"/>
                  <a:pt x="1409699" y="428625"/>
                </a:cubicBezTo>
                <a:lnTo>
                  <a:pt x="114301" y="428625"/>
                </a:lnTo>
                <a:cubicBezTo>
                  <a:pt x="51174" y="428625"/>
                  <a:pt x="0" y="377451"/>
                  <a:pt x="0" y="3143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 w="12700">
            <a:solidFill>
              <a:srgbClr val="4A9E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81025" y="1809750"/>
            <a:ext cx="1230883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kern="0" spc="75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SECTION 01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395538"/>
            <a:ext cx="539115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Fundamentals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338638"/>
            <a:ext cx="51625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5F6B7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Understanding the protocol that powers the web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5091113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447800" y="5091113"/>
            <a:ext cx="457200" cy="38100"/>
          </a:xfrm>
          <a:custGeom>
            <a:avLst/>
            <a:gdLst/>
            <a:ahLst/>
            <a:cxnLst/>
            <a:rect l="l" t="t" r="r" b="b"/>
            <a:pathLst>
              <a:path w="457200" h="38100">
                <a:moveTo>
                  <a:pt x="0" y="0"/>
                </a:moveTo>
                <a:lnTo>
                  <a:pt x="457200" y="0"/>
                </a:lnTo>
                <a:lnTo>
                  <a:pt x="457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9EFF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057400" y="5091113"/>
            <a:ext cx="228600" cy="38100"/>
          </a:xfrm>
          <a:custGeom>
            <a:avLst/>
            <a:gdLst/>
            <a:ahLst/>
            <a:cxnLst/>
            <a:rect l="l" t="t" r="r" b="b"/>
            <a:pathLst>
              <a:path w="228600" h="38100">
                <a:moveTo>
                  <a:pt x="0" y="0"/>
                </a:moveTo>
                <a:lnTo>
                  <a:pt x="228600" y="0"/>
                </a:lnTo>
                <a:lnTo>
                  <a:pt x="228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9EFF">
              <a:alpha val="25098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kern="0" spc="120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 FUNDAMENTALS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HTTP?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376363"/>
            <a:ext cx="6153150" cy="2066925"/>
          </a:xfrm>
          <a:custGeom>
            <a:avLst/>
            <a:gdLst/>
            <a:ahLst/>
            <a:cxnLst/>
            <a:rect l="l" t="t" r="r" b="b"/>
            <a:pathLst>
              <a:path w="6153150" h="2066925">
                <a:moveTo>
                  <a:pt x="152394" y="0"/>
                </a:moveTo>
                <a:lnTo>
                  <a:pt x="6000756" y="0"/>
                </a:lnTo>
                <a:cubicBezTo>
                  <a:pt x="6084921" y="0"/>
                  <a:pt x="6153150" y="68229"/>
                  <a:pt x="6153150" y="152394"/>
                </a:cubicBezTo>
                <a:lnTo>
                  <a:pt x="6153150" y="1914531"/>
                </a:lnTo>
                <a:cubicBezTo>
                  <a:pt x="6153150" y="1998696"/>
                  <a:pt x="6084921" y="2066925"/>
                  <a:pt x="6000756" y="2066925"/>
                </a:cubicBezTo>
                <a:lnTo>
                  <a:pt x="152394" y="2066925"/>
                </a:lnTo>
                <a:cubicBezTo>
                  <a:pt x="68229" y="2066925"/>
                  <a:pt x="0" y="1998696"/>
                  <a:pt x="0" y="1914531"/>
                </a:cubicBezTo>
                <a:lnTo>
                  <a:pt x="0" y="152394"/>
                </a:lnTo>
                <a:cubicBezTo>
                  <a:pt x="0" y="68229"/>
                  <a:pt x="68229" y="0"/>
                  <a:pt x="152394" y="0"/>
                </a:cubicBezTo>
                <a:close/>
              </a:path>
            </a:pathLst>
          </a:custGeom>
          <a:gradFill flip="none" rotWithShape="1">
            <a:gsLst>
              <a:gs pos="0">
                <a:srgbClr val="4A9EF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9EF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19125" y="16097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83431" y="17716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0504" y="84051"/>
                </a:moveTo>
                <a:lnTo>
                  <a:pt x="226926" y="137629"/>
                </a:lnTo>
                <a:cubicBezTo>
                  <a:pt x="221791" y="142763"/>
                  <a:pt x="214145" y="144270"/>
                  <a:pt x="207448" y="141480"/>
                </a:cubicBezTo>
                <a:cubicBezTo>
                  <a:pt x="200751" y="138689"/>
                  <a:pt x="196453" y="132215"/>
                  <a:pt x="196453" y="125016"/>
                </a:cubicBezTo>
                <a:lnTo>
                  <a:pt x="196453" y="89297"/>
                </a:lnTo>
                <a:lnTo>
                  <a:pt x="17859" y="89297"/>
                </a:lnTo>
                <a:cubicBezTo>
                  <a:pt x="7981" y="89297"/>
                  <a:pt x="0" y="81316"/>
                  <a:pt x="0" y="71438"/>
                </a:cubicBezTo>
                <a:cubicBezTo>
                  <a:pt x="0" y="61559"/>
                  <a:pt x="7981" y="53578"/>
                  <a:pt x="17859" y="53578"/>
                </a:cubicBezTo>
                <a:lnTo>
                  <a:pt x="196453" y="53578"/>
                </a:lnTo>
                <a:lnTo>
                  <a:pt x="196453" y="17859"/>
                </a:lnTo>
                <a:cubicBezTo>
                  <a:pt x="196453" y="10660"/>
                  <a:pt x="200806" y="4130"/>
                  <a:pt x="207504" y="1339"/>
                </a:cubicBezTo>
                <a:cubicBezTo>
                  <a:pt x="214201" y="-1451"/>
                  <a:pt x="221847" y="112"/>
                  <a:pt x="226981" y="5190"/>
                </a:cubicBezTo>
                <a:lnTo>
                  <a:pt x="280560" y="58769"/>
                </a:lnTo>
                <a:cubicBezTo>
                  <a:pt x="287536" y="65745"/>
                  <a:pt x="287536" y="77074"/>
                  <a:pt x="280560" y="84051"/>
                </a:cubicBezTo>
                <a:close/>
                <a:moveTo>
                  <a:pt x="58769" y="280504"/>
                </a:moveTo>
                <a:lnTo>
                  <a:pt x="5190" y="226926"/>
                </a:lnTo>
                <a:cubicBezTo>
                  <a:pt x="-1786" y="219949"/>
                  <a:pt x="-1786" y="208620"/>
                  <a:pt x="5190" y="201644"/>
                </a:cubicBezTo>
                <a:lnTo>
                  <a:pt x="58769" y="148065"/>
                </a:lnTo>
                <a:cubicBezTo>
                  <a:pt x="63903" y="142931"/>
                  <a:pt x="71549" y="141424"/>
                  <a:pt x="78246" y="144214"/>
                </a:cubicBezTo>
                <a:cubicBezTo>
                  <a:pt x="84944" y="147005"/>
                  <a:pt x="89297" y="153535"/>
                  <a:pt x="89297" y="160734"/>
                </a:cubicBezTo>
                <a:lnTo>
                  <a:pt x="89297" y="196453"/>
                </a:lnTo>
                <a:lnTo>
                  <a:pt x="267891" y="196453"/>
                </a:lnTo>
                <a:cubicBezTo>
                  <a:pt x="277769" y="196453"/>
                  <a:pt x="285750" y="204434"/>
                  <a:pt x="285750" y="214313"/>
                </a:cubicBezTo>
                <a:cubicBezTo>
                  <a:pt x="285750" y="224191"/>
                  <a:pt x="277769" y="232172"/>
                  <a:pt x="267891" y="232172"/>
                </a:cubicBezTo>
                <a:lnTo>
                  <a:pt x="89297" y="232172"/>
                </a:lnTo>
                <a:lnTo>
                  <a:pt x="89297" y="267891"/>
                </a:lnTo>
                <a:cubicBezTo>
                  <a:pt x="89297" y="275090"/>
                  <a:pt x="84944" y="281620"/>
                  <a:pt x="78246" y="284411"/>
                </a:cubicBezTo>
                <a:cubicBezTo>
                  <a:pt x="71549" y="287201"/>
                  <a:pt x="63903" y="285638"/>
                  <a:pt x="58769" y="280560"/>
                </a:cubicBez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81125" y="1609725"/>
            <a:ext cx="2238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81125" y="1952625"/>
            <a:ext cx="2181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A9E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HyperText Transfer Protocol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19125" y="2371725"/>
            <a:ext cx="57721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 is the foundation of data communication on the World Wide Web. It defines how messages are formatted and transmitted between clients and servers.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5763" y="3640931"/>
            <a:ext cx="2990850" cy="1514475"/>
          </a:xfrm>
          <a:custGeom>
            <a:avLst/>
            <a:gdLst/>
            <a:ahLst/>
            <a:cxnLst/>
            <a:rect l="l" t="t" r="r" b="b"/>
            <a:pathLst>
              <a:path w="2990850" h="1514475">
                <a:moveTo>
                  <a:pt x="114297" y="0"/>
                </a:moveTo>
                <a:lnTo>
                  <a:pt x="2876553" y="0"/>
                </a:lnTo>
                <a:cubicBezTo>
                  <a:pt x="2939635" y="0"/>
                  <a:pt x="2990850" y="51215"/>
                  <a:pt x="2990850" y="114297"/>
                </a:cubicBezTo>
                <a:lnTo>
                  <a:pt x="2990850" y="1400178"/>
                </a:lnTo>
                <a:cubicBezTo>
                  <a:pt x="2990850" y="1463260"/>
                  <a:pt x="2939635" y="1514475"/>
                  <a:pt x="2876553" y="1514475"/>
                </a:cubicBezTo>
                <a:lnTo>
                  <a:pt x="114297" y="1514475"/>
                </a:lnTo>
                <a:cubicBezTo>
                  <a:pt x="51215" y="1514475"/>
                  <a:pt x="0" y="1463260"/>
                  <a:pt x="0" y="1400178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9E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09600" y="385524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81541"/>
                </a:moveTo>
                <a:lnTo>
                  <a:pt x="181541" y="224403"/>
                </a:lnTo>
                <a:cubicBezTo>
                  <a:pt x="177433" y="228511"/>
                  <a:pt x="171316" y="229716"/>
                  <a:pt x="165958" y="227484"/>
                </a:cubicBezTo>
                <a:cubicBezTo>
                  <a:pt x="160600" y="225251"/>
                  <a:pt x="157163" y="220072"/>
                  <a:pt x="157163" y="214313"/>
                </a:cubicBezTo>
                <a:lnTo>
                  <a:pt x="157163" y="185738"/>
                </a:lnTo>
                <a:lnTo>
                  <a:pt x="14288" y="185738"/>
                </a:lnTo>
                <a:cubicBezTo>
                  <a:pt x="6385" y="185738"/>
                  <a:pt x="0" y="179353"/>
                  <a:pt x="0" y="171450"/>
                </a:cubicBezTo>
                <a:cubicBezTo>
                  <a:pt x="0" y="163547"/>
                  <a:pt x="6385" y="157163"/>
                  <a:pt x="14288" y="157163"/>
                </a:cubicBezTo>
                <a:lnTo>
                  <a:pt x="157163" y="157163"/>
                </a:lnTo>
                <a:lnTo>
                  <a:pt x="157163" y="128588"/>
                </a:lnTo>
                <a:cubicBezTo>
                  <a:pt x="157163" y="122828"/>
                  <a:pt x="160645" y="117604"/>
                  <a:pt x="166003" y="115372"/>
                </a:cubicBezTo>
                <a:cubicBezTo>
                  <a:pt x="171361" y="113139"/>
                  <a:pt x="177478" y="114389"/>
                  <a:pt x="181585" y="118452"/>
                </a:cubicBezTo>
                <a:lnTo>
                  <a:pt x="224448" y="161315"/>
                </a:lnTo>
                <a:cubicBezTo>
                  <a:pt x="230029" y="166896"/>
                  <a:pt x="230029" y="175959"/>
                  <a:pt x="224448" y="181541"/>
                </a:cubicBezTo>
                <a:close/>
                <a:moveTo>
                  <a:pt x="4197" y="67241"/>
                </a:moveTo>
                <a:cubicBezTo>
                  <a:pt x="-1384" y="61659"/>
                  <a:pt x="-1384" y="52596"/>
                  <a:pt x="4197" y="47015"/>
                </a:cubicBezTo>
                <a:lnTo>
                  <a:pt x="47059" y="4152"/>
                </a:lnTo>
                <a:cubicBezTo>
                  <a:pt x="51167" y="45"/>
                  <a:pt x="57284" y="-1161"/>
                  <a:pt x="62642" y="1072"/>
                </a:cubicBezTo>
                <a:cubicBezTo>
                  <a:pt x="68000" y="3304"/>
                  <a:pt x="71438" y="8528"/>
                  <a:pt x="71438" y="14288"/>
                </a:cubicBezTo>
                <a:lnTo>
                  <a:pt x="71438" y="42863"/>
                </a:lnTo>
                <a:lnTo>
                  <a:pt x="214313" y="42863"/>
                </a:lnTo>
                <a:cubicBezTo>
                  <a:pt x="222215" y="42863"/>
                  <a:pt x="228600" y="49247"/>
                  <a:pt x="228600" y="57150"/>
                </a:cubicBezTo>
                <a:cubicBezTo>
                  <a:pt x="228600" y="65053"/>
                  <a:pt x="222215" y="71438"/>
                  <a:pt x="214313" y="71438"/>
                </a:cubicBezTo>
                <a:lnTo>
                  <a:pt x="71438" y="71438"/>
                </a:lnTo>
                <a:lnTo>
                  <a:pt x="71438" y="100013"/>
                </a:lnTo>
                <a:cubicBezTo>
                  <a:pt x="71438" y="105772"/>
                  <a:pt x="67955" y="110996"/>
                  <a:pt x="62597" y="113228"/>
                </a:cubicBezTo>
                <a:cubicBezTo>
                  <a:pt x="57239" y="115461"/>
                  <a:pt x="51122" y="114211"/>
                  <a:pt x="47015" y="110148"/>
                </a:cubicBezTo>
                <a:lnTo>
                  <a:pt x="4152" y="67285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81075" y="3836194"/>
            <a:ext cx="1400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Client ↔ Server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81025" y="4217194"/>
            <a:ext cx="26765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Communication protocol that enables request-response cycles between clients and servers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542333" y="3640931"/>
            <a:ext cx="2990850" cy="1514475"/>
          </a:xfrm>
          <a:custGeom>
            <a:avLst/>
            <a:gdLst/>
            <a:ahLst/>
            <a:cxnLst/>
            <a:rect l="l" t="t" r="r" b="b"/>
            <a:pathLst>
              <a:path w="2990850" h="1514475">
                <a:moveTo>
                  <a:pt x="114297" y="0"/>
                </a:moveTo>
                <a:lnTo>
                  <a:pt x="2876553" y="0"/>
                </a:lnTo>
                <a:cubicBezTo>
                  <a:pt x="2939635" y="0"/>
                  <a:pt x="2990850" y="51215"/>
                  <a:pt x="2990850" y="114297"/>
                </a:cubicBezTo>
                <a:lnTo>
                  <a:pt x="2990850" y="1400178"/>
                </a:lnTo>
                <a:cubicBezTo>
                  <a:pt x="2990850" y="1463260"/>
                  <a:pt x="2939635" y="1514475"/>
                  <a:pt x="2876553" y="1514475"/>
                </a:cubicBezTo>
                <a:lnTo>
                  <a:pt x="114297" y="1514475"/>
                </a:lnTo>
                <a:cubicBezTo>
                  <a:pt x="51215" y="1514475"/>
                  <a:pt x="0" y="1463260"/>
                  <a:pt x="0" y="1400178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9E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766170" y="385524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12814" y="28575"/>
                  <a:pt x="0" y="41389"/>
                  <a:pt x="0" y="57150"/>
                </a:cubicBezTo>
                <a:lnTo>
                  <a:pt x="0" y="60454"/>
                </a:lnTo>
                <a:cubicBezTo>
                  <a:pt x="0" y="63490"/>
                  <a:pt x="1965" y="66080"/>
                  <a:pt x="4509" y="67732"/>
                </a:cubicBezTo>
                <a:cubicBezTo>
                  <a:pt x="10403" y="71571"/>
                  <a:pt x="14288" y="78179"/>
                  <a:pt x="14288" y="85725"/>
                </a:cubicBezTo>
                <a:cubicBezTo>
                  <a:pt x="14288" y="93271"/>
                  <a:pt x="10403" y="99879"/>
                  <a:pt x="4509" y="103718"/>
                </a:cubicBezTo>
                <a:cubicBezTo>
                  <a:pt x="1965" y="105370"/>
                  <a:pt x="0" y="107960"/>
                  <a:pt x="0" y="110996"/>
                </a:cubicBezTo>
                <a:lnTo>
                  <a:pt x="0" y="135731"/>
                </a:lnTo>
                <a:lnTo>
                  <a:pt x="228600" y="135731"/>
                </a:lnTo>
                <a:lnTo>
                  <a:pt x="228600" y="110996"/>
                </a:lnTo>
                <a:cubicBezTo>
                  <a:pt x="228600" y="107960"/>
                  <a:pt x="226635" y="105370"/>
                  <a:pt x="224091" y="103718"/>
                </a:cubicBezTo>
                <a:cubicBezTo>
                  <a:pt x="218197" y="99879"/>
                  <a:pt x="214313" y="93271"/>
                  <a:pt x="214313" y="85725"/>
                </a:cubicBezTo>
                <a:cubicBezTo>
                  <a:pt x="214313" y="78179"/>
                  <a:pt x="218197" y="71571"/>
                  <a:pt x="224091" y="67732"/>
                </a:cubicBezTo>
                <a:cubicBezTo>
                  <a:pt x="226635" y="66080"/>
                  <a:pt x="228600" y="63490"/>
                  <a:pt x="228600" y="60454"/>
                </a:cubicBezTo>
                <a:lnTo>
                  <a:pt x="228600" y="57150"/>
                </a:lnTo>
                <a:cubicBezTo>
                  <a:pt x="228600" y="41389"/>
                  <a:pt x="215786" y="28575"/>
                  <a:pt x="200025" y="28575"/>
                </a:cubicBezTo>
                <a:lnTo>
                  <a:pt x="28575" y="28575"/>
                </a:lnTo>
                <a:close/>
                <a:moveTo>
                  <a:pt x="228600" y="185738"/>
                </a:moveTo>
                <a:lnTo>
                  <a:pt x="228600" y="157163"/>
                </a:lnTo>
                <a:lnTo>
                  <a:pt x="0" y="157163"/>
                </a:lnTo>
                <a:lnTo>
                  <a:pt x="0" y="185738"/>
                </a:lnTo>
                <a:cubicBezTo>
                  <a:pt x="0" y="193640"/>
                  <a:pt x="6385" y="200025"/>
                  <a:pt x="14288" y="200025"/>
                </a:cubicBezTo>
                <a:lnTo>
                  <a:pt x="42863" y="200025"/>
                </a:lnTo>
                <a:lnTo>
                  <a:pt x="42863" y="189309"/>
                </a:lnTo>
                <a:cubicBezTo>
                  <a:pt x="42863" y="183371"/>
                  <a:pt x="47640" y="178594"/>
                  <a:pt x="53578" y="178594"/>
                </a:cubicBezTo>
                <a:cubicBezTo>
                  <a:pt x="59516" y="178594"/>
                  <a:pt x="64294" y="183371"/>
                  <a:pt x="64294" y="189309"/>
                </a:cubicBezTo>
                <a:lnTo>
                  <a:pt x="64294" y="200025"/>
                </a:lnTo>
                <a:lnTo>
                  <a:pt x="103584" y="200025"/>
                </a:lnTo>
                <a:lnTo>
                  <a:pt x="103584" y="189309"/>
                </a:lnTo>
                <a:cubicBezTo>
                  <a:pt x="103584" y="183371"/>
                  <a:pt x="108362" y="178594"/>
                  <a:pt x="114300" y="178594"/>
                </a:cubicBezTo>
                <a:cubicBezTo>
                  <a:pt x="120238" y="178594"/>
                  <a:pt x="125016" y="183371"/>
                  <a:pt x="125016" y="189309"/>
                </a:cubicBezTo>
                <a:lnTo>
                  <a:pt x="125016" y="200025"/>
                </a:lnTo>
                <a:lnTo>
                  <a:pt x="164306" y="200025"/>
                </a:lnTo>
                <a:lnTo>
                  <a:pt x="164306" y="189309"/>
                </a:lnTo>
                <a:cubicBezTo>
                  <a:pt x="164306" y="183371"/>
                  <a:pt x="169084" y="178594"/>
                  <a:pt x="175022" y="178594"/>
                </a:cubicBezTo>
                <a:cubicBezTo>
                  <a:pt x="180960" y="178594"/>
                  <a:pt x="185738" y="183371"/>
                  <a:pt x="185738" y="189309"/>
                </a:cubicBezTo>
                <a:lnTo>
                  <a:pt x="185738" y="200025"/>
                </a:lnTo>
                <a:lnTo>
                  <a:pt x="214313" y="200025"/>
                </a:lnTo>
                <a:cubicBezTo>
                  <a:pt x="222215" y="200025"/>
                  <a:pt x="228600" y="193640"/>
                  <a:pt x="228600" y="185738"/>
                </a:cubicBezTo>
                <a:close/>
                <a:moveTo>
                  <a:pt x="71438" y="71438"/>
                </a:moveTo>
                <a:lnTo>
                  <a:pt x="71438" y="100013"/>
                </a:lnTo>
                <a:cubicBezTo>
                  <a:pt x="71438" y="107915"/>
                  <a:pt x="65053" y="114300"/>
                  <a:pt x="57150" y="114300"/>
                </a:cubicBezTo>
                <a:cubicBezTo>
                  <a:pt x="49247" y="114300"/>
                  <a:pt x="42863" y="107915"/>
                  <a:pt x="42863" y="100013"/>
                </a:cubicBezTo>
                <a:lnTo>
                  <a:pt x="42863" y="71438"/>
                </a:lnTo>
                <a:cubicBezTo>
                  <a:pt x="42863" y="63535"/>
                  <a:pt x="49247" y="57150"/>
                  <a:pt x="57150" y="57150"/>
                </a:cubicBezTo>
                <a:cubicBezTo>
                  <a:pt x="65053" y="57150"/>
                  <a:pt x="71438" y="63535"/>
                  <a:pt x="71438" y="71438"/>
                </a:cubicBezTo>
                <a:close/>
                <a:moveTo>
                  <a:pt x="128588" y="71438"/>
                </a:moveTo>
                <a:lnTo>
                  <a:pt x="128588" y="100013"/>
                </a:lnTo>
                <a:cubicBezTo>
                  <a:pt x="128588" y="107915"/>
                  <a:pt x="122203" y="114300"/>
                  <a:pt x="114300" y="114300"/>
                </a:cubicBezTo>
                <a:cubicBezTo>
                  <a:pt x="106397" y="114300"/>
                  <a:pt x="100013" y="107915"/>
                  <a:pt x="100013" y="100013"/>
                </a:cubicBezTo>
                <a:lnTo>
                  <a:pt x="100013" y="71438"/>
                </a:lnTo>
                <a:cubicBezTo>
                  <a:pt x="100013" y="63535"/>
                  <a:pt x="106397" y="57150"/>
                  <a:pt x="114300" y="57150"/>
                </a:cubicBezTo>
                <a:cubicBezTo>
                  <a:pt x="122203" y="57150"/>
                  <a:pt x="128588" y="63535"/>
                  <a:pt x="128588" y="71438"/>
                </a:cubicBezTo>
                <a:close/>
                <a:moveTo>
                  <a:pt x="185738" y="71438"/>
                </a:moveTo>
                <a:lnTo>
                  <a:pt x="185738" y="100013"/>
                </a:lnTo>
                <a:cubicBezTo>
                  <a:pt x="185738" y="107915"/>
                  <a:pt x="179353" y="114300"/>
                  <a:pt x="171450" y="114300"/>
                </a:cubicBezTo>
                <a:cubicBezTo>
                  <a:pt x="163547" y="114300"/>
                  <a:pt x="157163" y="107915"/>
                  <a:pt x="157163" y="100013"/>
                </a:cubicBezTo>
                <a:lnTo>
                  <a:pt x="157163" y="71438"/>
                </a:lnTo>
                <a:cubicBezTo>
                  <a:pt x="157163" y="63535"/>
                  <a:pt x="163547" y="57150"/>
                  <a:pt x="171450" y="57150"/>
                </a:cubicBezTo>
                <a:cubicBezTo>
                  <a:pt x="179353" y="57150"/>
                  <a:pt x="185738" y="63535"/>
                  <a:pt x="185738" y="71438"/>
                </a:cubicBez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37645" y="3836194"/>
            <a:ext cx="1619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Stateless Protocol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737595" y="4217194"/>
            <a:ext cx="26765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request is independent; server doesn't retain client state between requests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5763" y="5317331"/>
            <a:ext cx="2990850" cy="1266825"/>
          </a:xfrm>
          <a:custGeom>
            <a:avLst/>
            <a:gdLst/>
            <a:ahLst/>
            <a:cxnLst/>
            <a:rect l="l" t="t" r="r" b="b"/>
            <a:pathLst>
              <a:path w="2990850" h="1266825">
                <a:moveTo>
                  <a:pt x="114306" y="0"/>
                </a:moveTo>
                <a:lnTo>
                  <a:pt x="2876544" y="0"/>
                </a:lnTo>
                <a:cubicBezTo>
                  <a:pt x="2939674" y="0"/>
                  <a:pt x="2990850" y="51176"/>
                  <a:pt x="2990850" y="114306"/>
                </a:cubicBezTo>
                <a:lnTo>
                  <a:pt x="2990850" y="1152519"/>
                </a:lnTo>
                <a:cubicBezTo>
                  <a:pt x="2990850" y="1215649"/>
                  <a:pt x="2939674" y="1266825"/>
                  <a:pt x="2876544" y="1266825"/>
                </a:cubicBezTo>
                <a:lnTo>
                  <a:pt x="114306" y="1266825"/>
                </a:lnTo>
                <a:cubicBezTo>
                  <a:pt x="51176" y="1266825"/>
                  <a:pt x="0" y="1215649"/>
                  <a:pt x="0" y="1152519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9E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95313" y="5531644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10728" y="39291"/>
                </a:moveTo>
                <a:lnTo>
                  <a:pt x="146447" y="39291"/>
                </a:lnTo>
                <a:lnTo>
                  <a:pt x="146447" y="60722"/>
                </a:lnTo>
                <a:lnTo>
                  <a:pt x="110728" y="60722"/>
                </a:lnTo>
                <a:lnTo>
                  <a:pt x="110728" y="39291"/>
                </a:lnTo>
                <a:close/>
                <a:moveTo>
                  <a:pt x="107156" y="14288"/>
                </a:moveTo>
                <a:cubicBezTo>
                  <a:pt x="95324" y="14288"/>
                  <a:pt x="85725" y="23887"/>
                  <a:pt x="85725" y="35719"/>
                </a:cubicBezTo>
                <a:lnTo>
                  <a:pt x="85725" y="64294"/>
                </a:lnTo>
                <a:cubicBezTo>
                  <a:pt x="85725" y="76126"/>
                  <a:pt x="95324" y="85725"/>
                  <a:pt x="107156" y="85725"/>
                </a:cubicBezTo>
                <a:lnTo>
                  <a:pt x="114300" y="85725"/>
                </a:lnTo>
                <a:lnTo>
                  <a:pt x="114300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57150" y="128588"/>
                </a:lnTo>
                <a:lnTo>
                  <a:pt x="57150" y="142875"/>
                </a:lnTo>
                <a:lnTo>
                  <a:pt x="50006" y="142875"/>
                </a:lnTo>
                <a:cubicBezTo>
                  <a:pt x="38174" y="142875"/>
                  <a:pt x="28575" y="152474"/>
                  <a:pt x="28575" y="164306"/>
                </a:cubicBezTo>
                <a:lnTo>
                  <a:pt x="28575" y="192881"/>
                </a:lnTo>
                <a:cubicBezTo>
                  <a:pt x="28575" y="204713"/>
                  <a:pt x="38174" y="214313"/>
                  <a:pt x="50006" y="214313"/>
                </a:cubicBezTo>
                <a:lnTo>
                  <a:pt x="92869" y="214313"/>
                </a:lnTo>
                <a:cubicBezTo>
                  <a:pt x="104701" y="214313"/>
                  <a:pt x="114300" y="204713"/>
                  <a:pt x="114300" y="192881"/>
                </a:cubicBezTo>
                <a:lnTo>
                  <a:pt x="114300" y="164306"/>
                </a:lnTo>
                <a:cubicBezTo>
                  <a:pt x="114300" y="152474"/>
                  <a:pt x="104701" y="142875"/>
                  <a:pt x="92869" y="142875"/>
                </a:cubicBezTo>
                <a:lnTo>
                  <a:pt x="85725" y="142875"/>
                </a:lnTo>
                <a:lnTo>
                  <a:pt x="85725" y="128588"/>
                </a:lnTo>
                <a:lnTo>
                  <a:pt x="171450" y="128588"/>
                </a:lnTo>
                <a:lnTo>
                  <a:pt x="171450" y="142875"/>
                </a:lnTo>
                <a:lnTo>
                  <a:pt x="164306" y="142875"/>
                </a:lnTo>
                <a:cubicBezTo>
                  <a:pt x="152474" y="142875"/>
                  <a:pt x="142875" y="152474"/>
                  <a:pt x="142875" y="164306"/>
                </a:cubicBezTo>
                <a:lnTo>
                  <a:pt x="142875" y="192881"/>
                </a:lnTo>
                <a:cubicBezTo>
                  <a:pt x="142875" y="204713"/>
                  <a:pt x="152474" y="214313"/>
                  <a:pt x="164306" y="214313"/>
                </a:cubicBezTo>
                <a:lnTo>
                  <a:pt x="207169" y="214313"/>
                </a:lnTo>
                <a:cubicBezTo>
                  <a:pt x="219001" y="214313"/>
                  <a:pt x="228600" y="204713"/>
                  <a:pt x="228600" y="192881"/>
                </a:cubicBezTo>
                <a:lnTo>
                  <a:pt x="228600" y="164306"/>
                </a:lnTo>
                <a:cubicBezTo>
                  <a:pt x="228600" y="152474"/>
                  <a:pt x="219001" y="142875"/>
                  <a:pt x="207169" y="142875"/>
                </a:cubicBezTo>
                <a:lnTo>
                  <a:pt x="200025" y="142875"/>
                </a:lnTo>
                <a:lnTo>
                  <a:pt x="200025" y="128588"/>
                </a:lnTo>
                <a:lnTo>
                  <a:pt x="242888" y="128588"/>
                </a:lnTo>
                <a:cubicBezTo>
                  <a:pt x="250790" y="128588"/>
                  <a:pt x="257175" y="122203"/>
                  <a:pt x="257175" y="114300"/>
                </a:cubicBezTo>
                <a:cubicBezTo>
                  <a:pt x="257175" y="106397"/>
                  <a:pt x="250790" y="100013"/>
                  <a:pt x="242888" y="100013"/>
                </a:cubicBezTo>
                <a:lnTo>
                  <a:pt x="142875" y="100013"/>
                </a:lnTo>
                <a:lnTo>
                  <a:pt x="142875" y="85725"/>
                </a:lnTo>
                <a:lnTo>
                  <a:pt x="150019" y="85725"/>
                </a:lnTo>
                <a:cubicBezTo>
                  <a:pt x="161851" y="85725"/>
                  <a:pt x="171450" y="76126"/>
                  <a:pt x="171450" y="64294"/>
                </a:cubicBezTo>
                <a:lnTo>
                  <a:pt x="171450" y="35719"/>
                </a:lnTo>
                <a:cubicBezTo>
                  <a:pt x="171450" y="23887"/>
                  <a:pt x="161851" y="14288"/>
                  <a:pt x="150019" y="14288"/>
                </a:cubicBezTo>
                <a:lnTo>
                  <a:pt x="107156" y="14288"/>
                </a:lnTo>
                <a:close/>
                <a:moveTo>
                  <a:pt x="200025" y="167878"/>
                </a:moveTo>
                <a:lnTo>
                  <a:pt x="203597" y="167878"/>
                </a:lnTo>
                <a:lnTo>
                  <a:pt x="203597" y="189309"/>
                </a:lnTo>
                <a:lnTo>
                  <a:pt x="167878" y="189309"/>
                </a:lnTo>
                <a:lnTo>
                  <a:pt x="167878" y="167878"/>
                </a:lnTo>
                <a:lnTo>
                  <a:pt x="200025" y="167878"/>
                </a:lnTo>
                <a:close/>
                <a:moveTo>
                  <a:pt x="85725" y="167878"/>
                </a:moveTo>
                <a:lnTo>
                  <a:pt x="89297" y="167878"/>
                </a:lnTo>
                <a:lnTo>
                  <a:pt x="89297" y="189309"/>
                </a:lnTo>
                <a:lnTo>
                  <a:pt x="53578" y="189309"/>
                </a:lnTo>
                <a:lnTo>
                  <a:pt x="53578" y="167878"/>
                </a:lnTo>
                <a:lnTo>
                  <a:pt x="85725" y="167878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81075" y="5512594"/>
            <a:ext cx="1400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Runs on TCP/IP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81025" y="5893594"/>
            <a:ext cx="26765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Built on top of TCP/IP protocol stack for reliable data transmission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542333" y="5317331"/>
            <a:ext cx="2990850" cy="1266825"/>
          </a:xfrm>
          <a:custGeom>
            <a:avLst/>
            <a:gdLst/>
            <a:ahLst/>
            <a:cxnLst/>
            <a:rect l="l" t="t" r="r" b="b"/>
            <a:pathLst>
              <a:path w="2990850" h="1266825">
                <a:moveTo>
                  <a:pt x="114306" y="0"/>
                </a:moveTo>
                <a:lnTo>
                  <a:pt x="2876544" y="0"/>
                </a:lnTo>
                <a:cubicBezTo>
                  <a:pt x="2939674" y="0"/>
                  <a:pt x="2990850" y="51176"/>
                  <a:pt x="2990850" y="114306"/>
                </a:cubicBezTo>
                <a:lnTo>
                  <a:pt x="2990850" y="1152519"/>
                </a:lnTo>
                <a:cubicBezTo>
                  <a:pt x="2990850" y="1215649"/>
                  <a:pt x="2939674" y="1266825"/>
                  <a:pt x="2876544" y="1266825"/>
                </a:cubicBezTo>
                <a:lnTo>
                  <a:pt x="114306" y="1266825"/>
                </a:lnTo>
                <a:cubicBezTo>
                  <a:pt x="51176" y="1266825"/>
                  <a:pt x="0" y="1215649"/>
                  <a:pt x="0" y="1152519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9E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766170" y="553164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57118" y="125016"/>
                </a:moveTo>
                <a:lnTo>
                  <a:pt x="71884" y="125016"/>
                </a:lnTo>
                <a:cubicBezTo>
                  <a:pt x="73179" y="153814"/>
                  <a:pt x="79564" y="180335"/>
                  <a:pt x="88627" y="199757"/>
                </a:cubicBezTo>
                <a:cubicBezTo>
                  <a:pt x="93717" y="210696"/>
                  <a:pt x="99209" y="218420"/>
                  <a:pt x="104299" y="223153"/>
                </a:cubicBezTo>
                <a:cubicBezTo>
                  <a:pt x="109299" y="227841"/>
                  <a:pt x="112737" y="228600"/>
                  <a:pt x="114523" y="228600"/>
                </a:cubicBezTo>
                <a:cubicBezTo>
                  <a:pt x="116309" y="228600"/>
                  <a:pt x="119747" y="227841"/>
                  <a:pt x="124748" y="223153"/>
                </a:cubicBezTo>
                <a:cubicBezTo>
                  <a:pt x="129838" y="218420"/>
                  <a:pt x="135329" y="210651"/>
                  <a:pt x="140419" y="199757"/>
                </a:cubicBezTo>
                <a:cubicBezTo>
                  <a:pt x="149483" y="180335"/>
                  <a:pt x="155868" y="153814"/>
                  <a:pt x="157162" y="125016"/>
                </a:cubicBezTo>
                <a:close/>
                <a:moveTo>
                  <a:pt x="71839" y="103584"/>
                </a:moveTo>
                <a:lnTo>
                  <a:pt x="157073" y="103584"/>
                </a:lnTo>
                <a:cubicBezTo>
                  <a:pt x="155823" y="74786"/>
                  <a:pt x="149438" y="48265"/>
                  <a:pt x="140375" y="28843"/>
                </a:cubicBezTo>
                <a:cubicBezTo>
                  <a:pt x="135285" y="17949"/>
                  <a:pt x="129793" y="10180"/>
                  <a:pt x="124703" y="5447"/>
                </a:cubicBezTo>
                <a:cubicBezTo>
                  <a:pt x="119702" y="759"/>
                  <a:pt x="116265" y="0"/>
                  <a:pt x="114479" y="0"/>
                </a:cubicBezTo>
                <a:cubicBezTo>
                  <a:pt x="112693" y="0"/>
                  <a:pt x="109255" y="759"/>
                  <a:pt x="104254" y="5447"/>
                </a:cubicBezTo>
                <a:cubicBezTo>
                  <a:pt x="99164" y="10180"/>
                  <a:pt x="93672" y="17949"/>
                  <a:pt x="88582" y="28843"/>
                </a:cubicBezTo>
                <a:cubicBezTo>
                  <a:pt x="79519" y="48265"/>
                  <a:pt x="73134" y="74786"/>
                  <a:pt x="71839" y="103584"/>
                </a:cubicBezTo>
                <a:close/>
                <a:moveTo>
                  <a:pt x="50408" y="103584"/>
                </a:moveTo>
                <a:cubicBezTo>
                  <a:pt x="51971" y="65365"/>
                  <a:pt x="61838" y="29870"/>
                  <a:pt x="76260" y="6563"/>
                </a:cubicBezTo>
                <a:cubicBezTo>
                  <a:pt x="35138" y="21119"/>
                  <a:pt x="4867" y="58579"/>
                  <a:pt x="670" y="103584"/>
                </a:cubicBezTo>
                <a:lnTo>
                  <a:pt x="50408" y="103584"/>
                </a:lnTo>
                <a:close/>
                <a:moveTo>
                  <a:pt x="670" y="125016"/>
                </a:moveTo>
                <a:cubicBezTo>
                  <a:pt x="4867" y="170021"/>
                  <a:pt x="35138" y="207481"/>
                  <a:pt x="76260" y="222037"/>
                </a:cubicBezTo>
                <a:cubicBezTo>
                  <a:pt x="61838" y="198730"/>
                  <a:pt x="51971" y="163235"/>
                  <a:pt x="50408" y="125016"/>
                </a:cubicBezTo>
                <a:lnTo>
                  <a:pt x="670" y="125016"/>
                </a:lnTo>
                <a:close/>
                <a:moveTo>
                  <a:pt x="178549" y="125016"/>
                </a:moveTo>
                <a:cubicBezTo>
                  <a:pt x="176986" y="163235"/>
                  <a:pt x="167119" y="198730"/>
                  <a:pt x="152698" y="222037"/>
                </a:cubicBezTo>
                <a:cubicBezTo>
                  <a:pt x="193819" y="207437"/>
                  <a:pt x="224091" y="170021"/>
                  <a:pt x="228287" y="125016"/>
                </a:cubicBezTo>
                <a:lnTo>
                  <a:pt x="178549" y="125016"/>
                </a:lnTo>
                <a:close/>
                <a:moveTo>
                  <a:pt x="228287" y="103584"/>
                </a:moveTo>
                <a:cubicBezTo>
                  <a:pt x="224091" y="58579"/>
                  <a:pt x="193819" y="21119"/>
                  <a:pt x="152698" y="6563"/>
                </a:cubicBezTo>
                <a:cubicBezTo>
                  <a:pt x="167119" y="29870"/>
                  <a:pt x="176986" y="65365"/>
                  <a:pt x="178549" y="103584"/>
                </a:cubicBezTo>
                <a:lnTo>
                  <a:pt x="228287" y="103584"/>
                </a:ln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37645" y="5512594"/>
            <a:ext cx="1562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 APIs &amp; Sites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737595" y="5893594"/>
            <a:ext cx="26765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Powers Web APIs, Websites, and Microservices architecture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779865" y="1381125"/>
            <a:ext cx="5019675" cy="2390775"/>
          </a:xfrm>
          <a:custGeom>
            <a:avLst/>
            <a:gdLst/>
            <a:ahLst/>
            <a:cxnLst/>
            <a:rect l="l" t="t" r="r" b="b"/>
            <a:pathLst>
              <a:path w="5019675" h="2390775">
                <a:moveTo>
                  <a:pt x="152412" y="0"/>
                </a:moveTo>
                <a:lnTo>
                  <a:pt x="4867263" y="0"/>
                </a:lnTo>
                <a:cubicBezTo>
                  <a:pt x="4951438" y="0"/>
                  <a:pt x="5019675" y="68237"/>
                  <a:pt x="5019675" y="152412"/>
                </a:cubicBezTo>
                <a:lnTo>
                  <a:pt x="5019675" y="2238363"/>
                </a:lnTo>
                <a:cubicBezTo>
                  <a:pt x="5019675" y="2322538"/>
                  <a:pt x="4951438" y="2390775"/>
                  <a:pt x="4867263" y="2390775"/>
                </a:cubicBezTo>
                <a:lnTo>
                  <a:pt x="152412" y="2390775"/>
                </a:lnTo>
                <a:cubicBezTo>
                  <a:pt x="68237" y="2390775"/>
                  <a:pt x="0" y="2322538"/>
                  <a:pt x="0" y="2238363"/>
                </a:cubicBezTo>
                <a:lnTo>
                  <a:pt x="0" y="152412"/>
                </a:lnTo>
                <a:cubicBezTo>
                  <a:pt x="0" y="68237"/>
                  <a:pt x="68237" y="0"/>
                  <a:pt x="152412" y="0"/>
                </a:cubicBezTo>
                <a:close/>
              </a:path>
            </a:pathLst>
          </a:custGeom>
          <a:gradFill flip="none" rotWithShape="1">
            <a:gsLst>
              <a:gs pos="0">
                <a:srgbClr val="4ADE8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2540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075140" y="165735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418040" y="1619250"/>
            <a:ext cx="16859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💡 Interview Tip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017990" y="2076450"/>
            <a:ext cx="46291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 is </a:t>
            </a:r>
            <a:r>
              <a:rPr lang="en-US" sz="1350" b="1" dirty="0">
                <a:solidFill>
                  <a:srgbClr val="4ADE80"/>
                </a:solidFill>
                <a:highlight>
                  <a:srgbClr val="4ADE80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stateless </a:t>
            </a:r>
            <a:r>
              <a:rPr lang="en-US" sz="135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but can be made </a:t>
            </a:r>
            <a:r>
              <a:rPr lang="en-US" sz="1350" b="1" dirty="0">
                <a:solidFill>
                  <a:srgbClr val="4A9EFF"/>
                </a:solidFill>
                <a:highlight>
                  <a:srgbClr val="4A9EFF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stateful </a:t>
            </a:r>
            <a:r>
              <a:rPr lang="en-US" sz="135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using: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017990" y="2507456"/>
            <a:ext cx="4543425" cy="457200"/>
          </a:xfrm>
          <a:custGeom>
            <a:avLst/>
            <a:gdLst/>
            <a:ahLst/>
            <a:cxnLst/>
            <a:rect l="l" t="t" r="r" b="b"/>
            <a:pathLst>
              <a:path w="4543425" h="457200">
                <a:moveTo>
                  <a:pt x="76202" y="0"/>
                </a:moveTo>
                <a:lnTo>
                  <a:pt x="4467223" y="0"/>
                </a:lnTo>
                <a:cubicBezTo>
                  <a:pt x="4509308" y="0"/>
                  <a:pt x="4543425" y="34117"/>
                  <a:pt x="4543425" y="76202"/>
                </a:cubicBezTo>
                <a:lnTo>
                  <a:pt x="4543425" y="380998"/>
                </a:lnTo>
                <a:cubicBezTo>
                  <a:pt x="4543425" y="423083"/>
                  <a:pt x="4509308" y="457200"/>
                  <a:pt x="4467223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156103" y="2640806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808" y="10269"/>
                </a:moveTo>
                <a:cubicBezTo>
                  <a:pt x="95510" y="8260"/>
                  <a:pt x="93985" y="6623"/>
                  <a:pt x="91976" y="6325"/>
                </a:cubicBezTo>
                <a:cubicBezTo>
                  <a:pt x="83753" y="5172"/>
                  <a:pt x="75381" y="6660"/>
                  <a:pt x="68014" y="10567"/>
                </a:cubicBezTo>
                <a:lnTo>
                  <a:pt x="40481" y="25264"/>
                </a:lnTo>
                <a:cubicBezTo>
                  <a:pt x="33151" y="29170"/>
                  <a:pt x="27236" y="35309"/>
                  <a:pt x="23589" y="42788"/>
                </a:cubicBezTo>
                <a:lnTo>
                  <a:pt x="9934" y="70917"/>
                </a:lnTo>
                <a:cubicBezTo>
                  <a:pt x="6288" y="78395"/>
                  <a:pt x="5097" y="86878"/>
                  <a:pt x="6548" y="95064"/>
                </a:cubicBezTo>
                <a:lnTo>
                  <a:pt x="11943" y="125871"/>
                </a:lnTo>
                <a:cubicBezTo>
                  <a:pt x="13395" y="134094"/>
                  <a:pt x="17376" y="141610"/>
                  <a:pt x="23366" y="147414"/>
                </a:cubicBezTo>
                <a:lnTo>
                  <a:pt x="45802" y="169143"/>
                </a:lnTo>
                <a:cubicBezTo>
                  <a:pt x="51792" y="174947"/>
                  <a:pt x="59420" y="178668"/>
                  <a:pt x="67642" y="179822"/>
                </a:cubicBezTo>
                <a:lnTo>
                  <a:pt x="98524" y="184175"/>
                </a:lnTo>
                <a:cubicBezTo>
                  <a:pt x="106747" y="185328"/>
                  <a:pt x="115119" y="183840"/>
                  <a:pt x="122486" y="179933"/>
                </a:cubicBezTo>
                <a:lnTo>
                  <a:pt x="150019" y="165236"/>
                </a:lnTo>
                <a:cubicBezTo>
                  <a:pt x="157349" y="161330"/>
                  <a:pt x="163264" y="155191"/>
                  <a:pt x="166911" y="147675"/>
                </a:cubicBezTo>
                <a:lnTo>
                  <a:pt x="180566" y="119583"/>
                </a:lnTo>
                <a:cubicBezTo>
                  <a:pt x="184212" y="112105"/>
                  <a:pt x="185403" y="103622"/>
                  <a:pt x="183952" y="95436"/>
                </a:cubicBezTo>
                <a:cubicBezTo>
                  <a:pt x="183617" y="93464"/>
                  <a:pt x="181980" y="91976"/>
                  <a:pt x="180008" y="91678"/>
                </a:cubicBezTo>
                <a:cubicBezTo>
                  <a:pt x="160846" y="88627"/>
                  <a:pt x="145479" y="74154"/>
                  <a:pt x="141126" y="55438"/>
                </a:cubicBezTo>
                <a:cubicBezTo>
                  <a:pt x="140457" y="52611"/>
                  <a:pt x="138150" y="50453"/>
                  <a:pt x="135285" y="50006"/>
                </a:cubicBezTo>
                <a:cubicBezTo>
                  <a:pt x="114970" y="46769"/>
                  <a:pt x="98933" y="30659"/>
                  <a:pt x="95771" y="10269"/>
                </a:cubicBezTo>
                <a:close/>
                <a:moveTo>
                  <a:pt x="77391" y="53578"/>
                </a:moveTo>
                <a:cubicBezTo>
                  <a:pt x="83962" y="53578"/>
                  <a:pt x="89297" y="58913"/>
                  <a:pt x="89297" y="65484"/>
                </a:cubicBezTo>
                <a:cubicBezTo>
                  <a:pt x="89297" y="72056"/>
                  <a:pt x="83962" y="77391"/>
                  <a:pt x="77391" y="77391"/>
                </a:cubicBezTo>
                <a:cubicBezTo>
                  <a:pt x="70819" y="77391"/>
                  <a:pt x="65484" y="72056"/>
                  <a:pt x="65484" y="65484"/>
                </a:cubicBezTo>
                <a:cubicBezTo>
                  <a:pt x="65484" y="58913"/>
                  <a:pt x="70819" y="53578"/>
                  <a:pt x="77391" y="53578"/>
                </a:cubicBezTo>
                <a:close/>
                <a:moveTo>
                  <a:pt x="53578" y="125016"/>
                </a:moveTo>
                <a:cubicBezTo>
                  <a:pt x="53578" y="118444"/>
                  <a:pt x="58913" y="113109"/>
                  <a:pt x="65484" y="113109"/>
                </a:cubicBezTo>
                <a:cubicBezTo>
                  <a:pt x="72056" y="113109"/>
                  <a:pt x="77391" y="118444"/>
                  <a:pt x="77391" y="125016"/>
                </a:cubicBezTo>
                <a:cubicBezTo>
                  <a:pt x="77391" y="131587"/>
                  <a:pt x="72056" y="136922"/>
                  <a:pt x="65484" y="136922"/>
                </a:cubicBezTo>
                <a:cubicBezTo>
                  <a:pt x="58913" y="136922"/>
                  <a:pt x="53578" y="131587"/>
                  <a:pt x="53578" y="125016"/>
                </a:cubicBezTo>
                <a:close/>
                <a:moveTo>
                  <a:pt x="136922" y="101203"/>
                </a:moveTo>
                <a:cubicBezTo>
                  <a:pt x="143493" y="101203"/>
                  <a:pt x="148828" y="106538"/>
                  <a:pt x="148828" y="113109"/>
                </a:cubicBezTo>
                <a:cubicBezTo>
                  <a:pt x="148828" y="119681"/>
                  <a:pt x="143493" y="125016"/>
                  <a:pt x="136922" y="125016"/>
                </a:cubicBezTo>
                <a:cubicBezTo>
                  <a:pt x="130351" y="125016"/>
                  <a:pt x="125016" y="119681"/>
                  <a:pt x="125016" y="113109"/>
                </a:cubicBezTo>
                <a:cubicBezTo>
                  <a:pt x="125016" y="106538"/>
                  <a:pt x="130351" y="101203"/>
                  <a:pt x="136922" y="101203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484715" y="2621756"/>
            <a:ext cx="600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Cookies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017990" y="3078956"/>
            <a:ext cx="4543425" cy="457200"/>
          </a:xfrm>
          <a:custGeom>
            <a:avLst/>
            <a:gdLst/>
            <a:ahLst/>
            <a:cxnLst/>
            <a:rect l="l" t="t" r="r" b="b"/>
            <a:pathLst>
              <a:path w="4543425" h="457200">
                <a:moveTo>
                  <a:pt x="76202" y="0"/>
                </a:moveTo>
                <a:lnTo>
                  <a:pt x="4467223" y="0"/>
                </a:lnTo>
                <a:cubicBezTo>
                  <a:pt x="4509308" y="0"/>
                  <a:pt x="4543425" y="34117"/>
                  <a:pt x="4543425" y="76202"/>
                </a:cubicBezTo>
                <a:lnTo>
                  <a:pt x="4543425" y="380998"/>
                </a:lnTo>
                <a:cubicBezTo>
                  <a:pt x="4543425" y="423083"/>
                  <a:pt x="4509308" y="457200"/>
                  <a:pt x="4467223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144196" y="3212306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83344" y="2977"/>
                </a:moveTo>
                <a:cubicBezTo>
                  <a:pt x="107986" y="2977"/>
                  <a:pt x="127992" y="22983"/>
                  <a:pt x="127992" y="47625"/>
                </a:cubicBezTo>
                <a:cubicBezTo>
                  <a:pt x="127992" y="72267"/>
                  <a:pt x="107986" y="92273"/>
                  <a:pt x="83344" y="92273"/>
                </a:cubicBezTo>
                <a:cubicBezTo>
                  <a:pt x="58702" y="92273"/>
                  <a:pt x="38695" y="72267"/>
                  <a:pt x="38695" y="47625"/>
                </a:cubicBezTo>
                <a:cubicBezTo>
                  <a:pt x="38695" y="22983"/>
                  <a:pt x="58702" y="2977"/>
                  <a:pt x="83344" y="2977"/>
                </a:cubicBezTo>
                <a:close/>
                <a:moveTo>
                  <a:pt x="72293" y="113109"/>
                </a:moveTo>
                <a:lnTo>
                  <a:pt x="94394" y="113109"/>
                </a:lnTo>
                <a:cubicBezTo>
                  <a:pt x="105445" y="113109"/>
                  <a:pt x="115863" y="115825"/>
                  <a:pt x="125016" y="120588"/>
                </a:cubicBezTo>
                <a:lnTo>
                  <a:pt x="125016" y="122188"/>
                </a:lnTo>
                <a:cubicBezTo>
                  <a:pt x="117723" y="128736"/>
                  <a:pt x="113109" y="138224"/>
                  <a:pt x="113109" y="148791"/>
                </a:cubicBezTo>
                <a:lnTo>
                  <a:pt x="113109" y="184510"/>
                </a:lnTo>
                <a:cubicBezTo>
                  <a:pt x="113109" y="186556"/>
                  <a:pt x="113295" y="188565"/>
                  <a:pt x="113593" y="190500"/>
                </a:cubicBezTo>
                <a:lnTo>
                  <a:pt x="17004" y="190500"/>
                </a:lnTo>
                <a:cubicBezTo>
                  <a:pt x="10902" y="190500"/>
                  <a:pt x="5953" y="185551"/>
                  <a:pt x="5953" y="179450"/>
                </a:cubicBezTo>
                <a:cubicBezTo>
                  <a:pt x="5953" y="142801"/>
                  <a:pt x="35644" y="113109"/>
                  <a:pt x="72293" y="113109"/>
                </a:cubicBezTo>
                <a:close/>
                <a:moveTo>
                  <a:pt x="184547" y="113147"/>
                </a:moveTo>
                <a:cubicBezTo>
                  <a:pt x="184547" y="106561"/>
                  <a:pt x="179226" y="101240"/>
                  <a:pt x="172641" y="101240"/>
                </a:cubicBezTo>
                <a:cubicBezTo>
                  <a:pt x="166055" y="101240"/>
                  <a:pt x="160734" y="106561"/>
                  <a:pt x="160734" y="113147"/>
                </a:cubicBezTo>
                <a:lnTo>
                  <a:pt x="160734" y="130969"/>
                </a:lnTo>
                <a:lnTo>
                  <a:pt x="184547" y="130969"/>
                </a:lnTo>
                <a:lnTo>
                  <a:pt x="184547" y="113147"/>
                </a:lnTo>
                <a:close/>
                <a:moveTo>
                  <a:pt x="130969" y="148828"/>
                </a:moveTo>
                <a:cubicBezTo>
                  <a:pt x="130969" y="141052"/>
                  <a:pt x="135954" y="134429"/>
                  <a:pt x="142875" y="131973"/>
                </a:cubicBezTo>
                <a:lnTo>
                  <a:pt x="142875" y="113147"/>
                </a:lnTo>
                <a:cubicBezTo>
                  <a:pt x="142875" y="96701"/>
                  <a:pt x="156195" y="83381"/>
                  <a:pt x="172641" y="83381"/>
                </a:cubicBezTo>
                <a:cubicBezTo>
                  <a:pt x="189086" y="83381"/>
                  <a:pt x="202406" y="96701"/>
                  <a:pt x="202406" y="113147"/>
                </a:cubicBezTo>
                <a:lnTo>
                  <a:pt x="202406" y="131973"/>
                </a:lnTo>
                <a:cubicBezTo>
                  <a:pt x="209327" y="134429"/>
                  <a:pt x="214313" y="141052"/>
                  <a:pt x="214313" y="148828"/>
                </a:cubicBezTo>
                <a:lnTo>
                  <a:pt x="214313" y="184547"/>
                </a:lnTo>
                <a:cubicBezTo>
                  <a:pt x="214313" y="194407"/>
                  <a:pt x="206313" y="202406"/>
                  <a:pt x="196453" y="202406"/>
                </a:cubicBezTo>
                <a:lnTo>
                  <a:pt x="148828" y="202406"/>
                </a:lnTo>
                <a:cubicBezTo>
                  <a:pt x="138968" y="202406"/>
                  <a:pt x="130969" y="194407"/>
                  <a:pt x="130969" y="184547"/>
                </a:cubicBezTo>
                <a:lnTo>
                  <a:pt x="130969" y="148828"/>
                </a:ln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484715" y="3193256"/>
            <a:ext cx="647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Sessions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775103" y="3979069"/>
            <a:ext cx="5029200" cy="2609850"/>
          </a:xfrm>
          <a:custGeom>
            <a:avLst/>
            <a:gdLst/>
            <a:ahLst/>
            <a:cxnLst/>
            <a:rect l="l" t="t" r="r" b="b"/>
            <a:pathLst>
              <a:path w="5029200" h="2609850">
                <a:moveTo>
                  <a:pt x="114311" y="0"/>
                </a:moveTo>
                <a:lnTo>
                  <a:pt x="4914889" y="0"/>
                </a:lnTo>
                <a:cubicBezTo>
                  <a:pt x="4978021" y="0"/>
                  <a:pt x="5029200" y="51179"/>
                  <a:pt x="5029200" y="114311"/>
                </a:cubicBezTo>
                <a:lnTo>
                  <a:pt x="5029200" y="2495539"/>
                </a:lnTo>
                <a:cubicBezTo>
                  <a:pt x="5029200" y="2558671"/>
                  <a:pt x="4978021" y="2609850"/>
                  <a:pt x="4914889" y="2609850"/>
                </a:cubicBezTo>
                <a:lnTo>
                  <a:pt x="114311" y="2609850"/>
                </a:lnTo>
                <a:cubicBezTo>
                  <a:pt x="51179" y="2609850"/>
                  <a:pt x="0" y="2558671"/>
                  <a:pt x="0" y="2495539"/>
                </a:cubicBezTo>
                <a:lnTo>
                  <a:pt x="0" y="114311"/>
                </a:lnTo>
                <a:cubicBezTo>
                  <a:pt x="0" y="51179"/>
                  <a:pt x="51179" y="0"/>
                  <a:pt x="114311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9E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970365" y="4174331"/>
            <a:ext cx="4733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 Request Flow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970365" y="463153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932265" y="4631531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4A9E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465665" y="4593431"/>
            <a:ext cx="4143375" cy="457200"/>
          </a:xfrm>
          <a:custGeom>
            <a:avLst/>
            <a:gdLst/>
            <a:ahLst/>
            <a:cxnLst/>
            <a:rect l="l" t="t" r="r" b="b"/>
            <a:pathLst>
              <a:path w="4143375" h="457200">
                <a:moveTo>
                  <a:pt x="76202" y="0"/>
                </a:moveTo>
                <a:lnTo>
                  <a:pt x="4067173" y="0"/>
                </a:lnTo>
                <a:cubicBezTo>
                  <a:pt x="4109258" y="0"/>
                  <a:pt x="4143375" y="34117"/>
                  <a:pt x="4143375" y="76202"/>
                </a:cubicBezTo>
                <a:lnTo>
                  <a:pt x="4143375" y="380998"/>
                </a:lnTo>
                <a:cubicBezTo>
                  <a:pt x="4143375" y="423083"/>
                  <a:pt x="4109258" y="457200"/>
                  <a:pt x="4067173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579965" y="4707731"/>
            <a:ext cx="3990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Client sends HTTP request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970365" y="520303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932265" y="5203031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465665" y="5164931"/>
            <a:ext cx="4143375" cy="457200"/>
          </a:xfrm>
          <a:custGeom>
            <a:avLst/>
            <a:gdLst/>
            <a:ahLst/>
            <a:cxnLst/>
            <a:rect l="l" t="t" r="r" b="b"/>
            <a:pathLst>
              <a:path w="4143375" h="457200">
                <a:moveTo>
                  <a:pt x="76202" y="0"/>
                </a:moveTo>
                <a:lnTo>
                  <a:pt x="4067173" y="0"/>
                </a:lnTo>
                <a:cubicBezTo>
                  <a:pt x="4109258" y="0"/>
                  <a:pt x="4143375" y="34117"/>
                  <a:pt x="4143375" y="76202"/>
                </a:cubicBezTo>
                <a:lnTo>
                  <a:pt x="4143375" y="380998"/>
                </a:lnTo>
                <a:cubicBezTo>
                  <a:pt x="4143375" y="423083"/>
                  <a:pt x="4109258" y="457200"/>
                  <a:pt x="4067173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579965" y="5279231"/>
            <a:ext cx="3990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Server processes request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970365" y="577453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932265" y="5774531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4A9E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465665" y="5736431"/>
            <a:ext cx="4143375" cy="457200"/>
          </a:xfrm>
          <a:custGeom>
            <a:avLst/>
            <a:gdLst/>
            <a:ahLst/>
            <a:cxnLst/>
            <a:rect l="l" t="t" r="r" b="b"/>
            <a:pathLst>
              <a:path w="4143375" h="457200">
                <a:moveTo>
                  <a:pt x="76202" y="0"/>
                </a:moveTo>
                <a:lnTo>
                  <a:pt x="4067173" y="0"/>
                </a:lnTo>
                <a:cubicBezTo>
                  <a:pt x="4109258" y="0"/>
                  <a:pt x="4143375" y="34117"/>
                  <a:pt x="4143375" y="76202"/>
                </a:cubicBezTo>
                <a:lnTo>
                  <a:pt x="4143375" y="380998"/>
                </a:lnTo>
                <a:cubicBezTo>
                  <a:pt x="4143375" y="423083"/>
                  <a:pt x="4109258" y="457200"/>
                  <a:pt x="4067173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579965" y="5850731"/>
            <a:ext cx="3990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Server sends HTTP response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8.alamy.com/f23200b3dfca6bfee3b9aeb040d16e11bb8eda92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17644" b="17644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/>
              </a:gs>
              <a:gs pos="50000">
                <a:srgbClr val="1A1D21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385763" y="1733550"/>
            <a:ext cx="1562100" cy="428625"/>
          </a:xfrm>
          <a:custGeom>
            <a:avLst/>
            <a:gdLst/>
            <a:ahLst/>
            <a:cxnLst/>
            <a:rect l="l" t="t" r="r" b="b"/>
            <a:pathLst>
              <a:path w="1562100" h="428625">
                <a:moveTo>
                  <a:pt x="114301" y="0"/>
                </a:moveTo>
                <a:lnTo>
                  <a:pt x="1447799" y="0"/>
                </a:lnTo>
                <a:cubicBezTo>
                  <a:pt x="1510926" y="0"/>
                  <a:pt x="1562100" y="51174"/>
                  <a:pt x="1562100" y="114301"/>
                </a:cubicBezTo>
                <a:lnTo>
                  <a:pt x="1562100" y="314324"/>
                </a:lnTo>
                <a:cubicBezTo>
                  <a:pt x="1562100" y="377451"/>
                  <a:pt x="1510926" y="428625"/>
                  <a:pt x="1447799" y="428625"/>
                </a:cubicBezTo>
                <a:lnTo>
                  <a:pt x="114301" y="428625"/>
                </a:lnTo>
                <a:cubicBezTo>
                  <a:pt x="51174" y="428625"/>
                  <a:pt x="0" y="377451"/>
                  <a:pt x="0" y="3143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 w="12700">
            <a:solidFill>
              <a:srgbClr val="4A9E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81025" y="1809750"/>
            <a:ext cx="1265337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kern="0" spc="75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SECTION 02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395538"/>
            <a:ext cx="6219825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Node.js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 Module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338638"/>
            <a:ext cx="599122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5F6B7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Built-in capabilities for creating HTTP servers and clients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5091113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447800" y="5091113"/>
            <a:ext cx="457200" cy="38100"/>
          </a:xfrm>
          <a:custGeom>
            <a:avLst/>
            <a:gdLst/>
            <a:ahLst/>
            <a:cxnLst/>
            <a:rect l="l" t="t" r="r" b="b"/>
            <a:pathLst>
              <a:path w="457200" h="38100">
                <a:moveTo>
                  <a:pt x="0" y="0"/>
                </a:moveTo>
                <a:lnTo>
                  <a:pt x="457200" y="0"/>
                </a:lnTo>
                <a:lnTo>
                  <a:pt x="457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9EFF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057400" y="5091113"/>
            <a:ext cx="228600" cy="38100"/>
          </a:xfrm>
          <a:custGeom>
            <a:avLst/>
            <a:gdLst/>
            <a:ahLst/>
            <a:cxnLst/>
            <a:rect l="l" t="t" r="r" b="b"/>
            <a:pathLst>
              <a:path w="228600" h="38100">
                <a:moveTo>
                  <a:pt x="0" y="0"/>
                </a:moveTo>
                <a:lnTo>
                  <a:pt x="228600" y="0"/>
                </a:lnTo>
                <a:lnTo>
                  <a:pt x="228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9EFF">
              <a:alpha val="25098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kern="0" spc="120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NODE.JS HTTP MODULE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 Module Overview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376363"/>
            <a:ext cx="3514725" cy="2305050"/>
          </a:xfrm>
          <a:custGeom>
            <a:avLst/>
            <a:gdLst/>
            <a:ahLst/>
            <a:cxnLst/>
            <a:rect l="l" t="t" r="r" b="b"/>
            <a:pathLst>
              <a:path w="3514725" h="2305050">
                <a:moveTo>
                  <a:pt x="152410" y="0"/>
                </a:moveTo>
                <a:lnTo>
                  <a:pt x="3362315" y="0"/>
                </a:lnTo>
                <a:cubicBezTo>
                  <a:pt x="3446489" y="0"/>
                  <a:pt x="3514725" y="68236"/>
                  <a:pt x="3514725" y="152410"/>
                </a:cubicBezTo>
                <a:lnTo>
                  <a:pt x="3514725" y="2152640"/>
                </a:lnTo>
                <a:cubicBezTo>
                  <a:pt x="3514725" y="2236814"/>
                  <a:pt x="3446489" y="2305050"/>
                  <a:pt x="3362315" y="2305050"/>
                </a:cubicBezTo>
                <a:lnTo>
                  <a:pt x="152410" y="2305050"/>
                </a:lnTo>
                <a:cubicBezTo>
                  <a:pt x="68236" y="2305050"/>
                  <a:pt x="0" y="2236814"/>
                  <a:pt x="0" y="2152640"/>
                </a:cubicBezTo>
                <a:lnTo>
                  <a:pt x="0" y="152410"/>
                </a:lnTo>
                <a:cubicBezTo>
                  <a:pt x="0" y="68293"/>
                  <a:pt x="68293" y="0"/>
                  <a:pt x="152410" y="0"/>
                </a:cubicBezTo>
                <a:close/>
              </a:path>
            </a:pathLst>
          </a:custGeom>
          <a:gradFill flip="none" rotWithShape="1">
            <a:gsLst>
              <a:gs pos="0">
                <a:srgbClr val="4A9EF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9EF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19125" y="16097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85813" y="176212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64931" y="57150"/>
                </a:moveTo>
                <a:lnTo>
                  <a:pt x="149617" y="35719"/>
                </a:lnTo>
                <a:lnTo>
                  <a:pt x="50453" y="35719"/>
                </a:lnTo>
                <a:lnTo>
                  <a:pt x="35138" y="57150"/>
                </a:lnTo>
                <a:lnTo>
                  <a:pt x="164931" y="57150"/>
                </a:lnTo>
                <a:close/>
                <a:moveTo>
                  <a:pt x="0" y="66303"/>
                </a:moveTo>
                <a:cubicBezTo>
                  <a:pt x="0" y="60365"/>
                  <a:pt x="1875" y="54560"/>
                  <a:pt x="5313" y="49694"/>
                </a:cubicBezTo>
                <a:lnTo>
                  <a:pt x="27191" y="19110"/>
                </a:lnTo>
                <a:cubicBezTo>
                  <a:pt x="32549" y="11609"/>
                  <a:pt x="41211" y="7144"/>
                  <a:pt x="50408" y="7144"/>
                </a:cubicBezTo>
                <a:lnTo>
                  <a:pt x="149572" y="7144"/>
                </a:lnTo>
                <a:cubicBezTo>
                  <a:pt x="158814" y="7144"/>
                  <a:pt x="167476" y="11609"/>
                  <a:pt x="172834" y="19110"/>
                </a:cubicBezTo>
                <a:lnTo>
                  <a:pt x="194667" y="49694"/>
                </a:lnTo>
                <a:cubicBezTo>
                  <a:pt x="198150" y="54560"/>
                  <a:pt x="199980" y="60365"/>
                  <a:pt x="199980" y="66303"/>
                </a:cubicBezTo>
                <a:lnTo>
                  <a:pt x="200025" y="185738"/>
                </a:lnTo>
                <a:cubicBezTo>
                  <a:pt x="200025" y="201498"/>
                  <a:pt x="187211" y="214313"/>
                  <a:pt x="171450" y="214313"/>
                </a:cubicBezTo>
                <a:lnTo>
                  <a:pt x="28575" y="214313"/>
                </a:lnTo>
                <a:cubicBezTo>
                  <a:pt x="12814" y="214313"/>
                  <a:pt x="0" y="201498"/>
                  <a:pt x="0" y="185738"/>
                </a:cubicBezTo>
                <a:lnTo>
                  <a:pt x="0" y="66303"/>
                </a:ln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04925" y="1724025"/>
            <a:ext cx="16478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Built-in Module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19125" y="2295525"/>
            <a:ext cx="31337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installation needed - comes with Node.js core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3888" y="2971800"/>
            <a:ext cx="3038475" cy="476250"/>
          </a:xfrm>
          <a:custGeom>
            <a:avLst/>
            <a:gdLst/>
            <a:ahLst/>
            <a:cxnLst/>
            <a:rect l="l" t="t" r="r" b="b"/>
            <a:pathLst>
              <a:path w="3038475" h="476250">
                <a:moveTo>
                  <a:pt x="76200" y="0"/>
                </a:moveTo>
                <a:lnTo>
                  <a:pt x="2962275" y="0"/>
                </a:lnTo>
                <a:cubicBezTo>
                  <a:pt x="3004331" y="0"/>
                  <a:pt x="3038475" y="34144"/>
                  <a:pt x="3038475" y="76200"/>
                </a:cubicBezTo>
                <a:lnTo>
                  <a:pt x="3038475" y="400050"/>
                </a:lnTo>
                <a:cubicBezTo>
                  <a:pt x="3038475" y="442106"/>
                  <a:pt x="3004331" y="476250"/>
                  <a:pt x="2962275" y="476250"/>
                </a:cubicBezTo>
                <a:lnTo>
                  <a:pt x="76200" y="476250"/>
                </a:lnTo>
                <a:cubicBezTo>
                  <a:pt x="34144" y="476250"/>
                  <a:pt x="0" y="442106"/>
                  <a:pt x="0" y="40005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 w="12700">
            <a:solidFill>
              <a:srgbClr val="4A9EF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42950" y="3119438"/>
            <a:ext cx="273702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const http = require('http');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62412" y="1376363"/>
            <a:ext cx="3514725" cy="2305050"/>
          </a:xfrm>
          <a:custGeom>
            <a:avLst/>
            <a:gdLst/>
            <a:ahLst/>
            <a:cxnLst/>
            <a:rect l="l" t="t" r="r" b="b"/>
            <a:pathLst>
              <a:path w="3514725" h="2305050">
                <a:moveTo>
                  <a:pt x="152410" y="0"/>
                </a:moveTo>
                <a:lnTo>
                  <a:pt x="3362315" y="0"/>
                </a:lnTo>
                <a:cubicBezTo>
                  <a:pt x="3446489" y="0"/>
                  <a:pt x="3514725" y="68236"/>
                  <a:pt x="3514725" y="152410"/>
                </a:cubicBezTo>
                <a:lnTo>
                  <a:pt x="3514725" y="2152640"/>
                </a:lnTo>
                <a:cubicBezTo>
                  <a:pt x="3514725" y="2236814"/>
                  <a:pt x="3446489" y="2305050"/>
                  <a:pt x="3362315" y="2305050"/>
                </a:cubicBezTo>
                <a:lnTo>
                  <a:pt x="152410" y="2305050"/>
                </a:lnTo>
                <a:cubicBezTo>
                  <a:pt x="68236" y="2305050"/>
                  <a:pt x="0" y="2236814"/>
                  <a:pt x="0" y="2152640"/>
                </a:cubicBezTo>
                <a:lnTo>
                  <a:pt x="0" y="152410"/>
                </a:lnTo>
                <a:cubicBezTo>
                  <a:pt x="0" y="68293"/>
                  <a:pt x="68293" y="0"/>
                  <a:pt x="152410" y="0"/>
                </a:cubicBezTo>
                <a:close/>
              </a:path>
            </a:pathLst>
          </a:custGeom>
          <a:gradFill flip="none" rotWithShape="1">
            <a:gsLst>
              <a:gs pos="0">
                <a:srgbClr val="4ADE8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295775" y="16097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462463" y="176212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71438"/>
                </a:lnTo>
                <a:cubicBezTo>
                  <a:pt x="0" y="87198"/>
                  <a:pt x="12814" y="100013"/>
                  <a:pt x="28575" y="100013"/>
                </a:cubicBezTo>
                <a:lnTo>
                  <a:pt x="171450" y="100013"/>
                </a:lnTo>
                <a:cubicBezTo>
                  <a:pt x="187211" y="100013"/>
                  <a:pt x="200025" y="87198"/>
                  <a:pt x="200025" y="71438"/>
                </a:cubicBezTo>
                <a:lnTo>
                  <a:pt x="200025" y="42863"/>
                </a:lnTo>
                <a:cubicBezTo>
                  <a:pt x="200025" y="27102"/>
                  <a:pt x="187211" y="14288"/>
                  <a:pt x="171450" y="14288"/>
                </a:cubicBezTo>
                <a:lnTo>
                  <a:pt x="28575" y="14288"/>
                </a:lnTo>
                <a:close/>
                <a:moveTo>
                  <a:pt x="125016" y="46434"/>
                </a:moveTo>
                <a:cubicBezTo>
                  <a:pt x="130930" y="46434"/>
                  <a:pt x="135731" y="51236"/>
                  <a:pt x="135731" y="57150"/>
                </a:cubicBezTo>
                <a:cubicBezTo>
                  <a:pt x="135731" y="63064"/>
                  <a:pt x="130930" y="67866"/>
                  <a:pt x="125016" y="67866"/>
                </a:cubicBezTo>
                <a:cubicBezTo>
                  <a:pt x="119102" y="67866"/>
                  <a:pt x="114300" y="63064"/>
                  <a:pt x="114300" y="57150"/>
                </a:cubicBezTo>
                <a:cubicBezTo>
                  <a:pt x="114300" y="51236"/>
                  <a:pt x="119102" y="46434"/>
                  <a:pt x="125016" y="46434"/>
                </a:cubicBezTo>
                <a:close/>
                <a:moveTo>
                  <a:pt x="150019" y="57150"/>
                </a:moveTo>
                <a:cubicBezTo>
                  <a:pt x="150019" y="51236"/>
                  <a:pt x="154820" y="46434"/>
                  <a:pt x="160734" y="46434"/>
                </a:cubicBezTo>
                <a:cubicBezTo>
                  <a:pt x="166648" y="46434"/>
                  <a:pt x="171450" y="51236"/>
                  <a:pt x="171450" y="57150"/>
                </a:cubicBezTo>
                <a:cubicBezTo>
                  <a:pt x="171450" y="63064"/>
                  <a:pt x="166648" y="67866"/>
                  <a:pt x="160734" y="67866"/>
                </a:cubicBezTo>
                <a:cubicBezTo>
                  <a:pt x="154820" y="67866"/>
                  <a:pt x="150019" y="63064"/>
                  <a:pt x="150019" y="57150"/>
                </a:cubicBezTo>
                <a:close/>
                <a:moveTo>
                  <a:pt x="28575" y="128588"/>
                </a:moveTo>
                <a:cubicBezTo>
                  <a:pt x="12814" y="128588"/>
                  <a:pt x="0" y="141402"/>
                  <a:pt x="0" y="1571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157163"/>
                </a:lnTo>
                <a:cubicBezTo>
                  <a:pt x="200025" y="141402"/>
                  <a:pt x="187211" y="128588"/>
                  <a:pt x="171450" y="128588"/>
                </a:cubicBezTo>
                <a:lnTo>
                  <a:pt x="28575" y="128588"/>
                </a:lnTo>
                <a:close/>
                <a:moveTo>
                  <a:pt x="125016" y="160734"/>
                </a:moveTo>
                <a:cubicBezTo>
                  <a:pt x="130930" y="160734"/>
                  <a:pt x="135731" y="165536"/>
                  <a:pt x="135731" y="171450"/>
                </a:cubicBezTo>
                <a:cubicBezTo>
                  <a:pt x="135731" y="177364"/>
                  <a:pt x="130930" y="182166"/>
                  <a:pt x="125016" y="182166"/>
                </a:cubicBezTo>
                <a:cubicBezTo>
                  <a:pt x="119102" y="182166"/>
                  <a:pt x="114300" y="177364"/>
                  <a:pt x="114300" y="171450"/>
                </a:cubicBezTo>
                <a:cubicBezTo>
                  <a:pt x="114300" y="165536"/>
                  <a:pt x="119102" y="160734"/>
                  <a:pt x="125016" y="160734"/>
                </a:cubicBezTo>
                <a:close/>
                <a:moveTo>
                  <a:pt x="150019" y="171450"/>
                </a:moveTo>
                <a:cubicBezTo>
                  <a:pt x="150019" y="165536"/>
                  <a:pt x="154820" y="160734"/>
                  <a:pt x="160734" y="160734"/>
                </a:cubicBezTo>
                <a:cubicBezTo>
                  <a:pt x="166648" y="160734"/>
                  <a:pt x="171450" y="165536"/>
                  <a:pt x="171450" y="171450"/>
                </a:cubicBezTo>
                <a:cubicBezTo>
                  <a:pt x="171450" y="177364"/>
                  <a:pt x="166648" y="182166"/>
                  <a:pt x="160734" y="182166"/>
                </a:cubicBezTo>
                <a:cubicBezTo>
                  <a:pt x="154820" y="182166"/>
                  <a:pt x="150019" y="177364"/>
                  <a:pt x="150019" y="171450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81575" y="1724025"/>
            <a:ext cx="1495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 Server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295775" y="2295525"/>
            <a:ext cx="31337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HTTP servers and clients with low-level control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5763" y="3843338"/>
            <a:ext cx="3514725" cy="1266825"/>
          </a:xfrm>
          <a:custGeom>
            <a:avLst/>
            <a:gdLst/>
            <a:ahLst/>
            <a:cxnLst/>
            <a:rect l="l" t="t" r="r" b="b"/>
            <a:pathLst>
              <a:path w="3514725" h="1266825">
                <a:moveTo>
                  <a:pt x="114306" y="0"/>
                </a:moveTo>
                <a:lnTo>
                  <a:pt x="3400419" y="0"/>
                </a:lnTo>
                <a:cubicBezTo>
                  <a:pt x="3463549" y="0"/>
                  <a:pt x="3514725" y="51176"/>
                  <a:pt x="3514725" y="114306"/>
                </a:cubicBezTo>
                <a:lnTo>
                  <a:pt x="3514725" y="1152519"/>
                </a:lnTo>
                <a:cubicBezTo>
                  <a:pt x="3514725" y="1215649"/>
                  <a:pt x="3463549" y="1266825"/>
                  <a:pt x="3400419" y="1266825"/>
                </a:cubicBezTo>
                <a:lnTo>
                  <a:pt x="114306" y="1266825"/>
                </a:lnTo>
                <a:cubicBezTo>
                  <a:pt x="51176" y="1266825"/>
                  <a:pt x="0" y="1215649"/>
                  <a:pt x="0" y="1152519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9E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4838" y="40767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23812"/>
                </a:moveTo>
                <a:cubicBezTo>
                  <a:pt x="5321" y="23812"/>
                  <a:pt x="0" y="29133"/>
                  <a:pt x="0" y="35719"/>
                </a:cubicBezTo>
                <a:cubicBezTo>
                  <a:pt x="0" y="42304"/>
                  <a:pt x="5321" y="47625"/>
                  <a:pt x="11906" y="47625"/>
                </a:cubicBezTo>
                <a:lnTo>
                  <a:pt x="44165" y="47625"/>
                </a:lnTo>
                <a:cubicBezTo>
                  <a:pt x="48741" y="58155"/>
                  <a:pt x="59234" y="65484"/>
                  <a:pt x="71438" y="65484"/>
                </a:cubicBezTo>
                <a:cubicBezTo>
                  <a:pt x="83641" y="65484"/>
                  <a:pt x="94134" y="58155"/>
                  <a:pt x="98710" y="47625"/>
                </a:cubicBezTo>
                <a:lnTo>
                  <a:pt x="178594" y="47625"/>
                </a:lnTo>
                <a:cubicBezTo>
                  <a:pt x="185179" y="47625"/>
                  <a:pt x="190500" y="42304"/>
                  <a:pt x="190500" y="35719"/>
                </a:cubicBezTo>
                <a:cubicBezTo>
                  <a:pt x="190500" y="29133"/>
                  <a:pt x="185179" y="23812"/>
                  <a:pt x="178594" y="23812"/>
                </a:cubicBezTo>
                <a:lnTo>
                  <a:pt x="98710" y="23812"/>
                </a:lnTo>
                <a:cubicBezTo>
                  <a:pt x="94134" y="13283"/>
                  <a:pt x="83641" y="5953"/>
                  <a:pt x="71438" y="5953"/>
                </a:cubicBezTo>
                <a:cubicBezTo>
                  <a:pt x="59234" y="5953"/>
                  <a:pt x="48741" y="13283"/>
                  <a:pt x="44165" y="23812"/>
                </a:cubicBezTo>
                <a:lnTo>
                  <a:pt x="11906" y="23812"/>
                </a:lnTo>
                <a:close/>
                <a:moveTo>
                  <a:pt x="11906" y="83344"/>
                </a:move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03696" y="107156"/>
                </a:lnTo>
                <a:cubicBezTo>
                  <a:pt x="108272" y="117686"/>
                  <a:pt x="118765" y="125016"/>
                  <a:pt x="130969" y="125016"/>
                </a:cubicBezTo>
                <a:cubicBezTo>
                  <a:pt x="143173" y="125016"/>
                  <a:pt x="153665" y="117686"/>
                  <a:pt x="158242" y="107156"/>
                </a:cubicBezTo>
                <a:lnTo>
                  <a:pt x="178594" y="107156"/>
                </a:lnTo>
                <a:cubicBezTo>
                  <a:pt x="185179" y="107156"/>
                  <a:pt x="190500" y="101836"/>
                  <a:pt x="190500" y="95250"/>
                </a:cubicBezTo>
                <a:cubicBezTo>
                  <a:pt x="190500" y="88664"/>
                  <a:pt x="185179" y="83344"/>
                  <a:pt x="178594" y="83344"/>
                </a:cubicBezTo>
                <a:lnTo>
                  <a:pt x="158242" y="83344"/>
                </a:lnTo>
                <a:cubicBezTo>
                  <a:pt x="153665" y="72814"/>
                  <a:pt x="143173" y="65484"/>
                  <a:pt x="130969" y="65484"/>
                </a:cubicBezTo>
                <a:cubicBezTo>
                  <a:pt x="118765" y="65484"/>
                  <a:pt x="108272" y="72814"/>
                  <a:pt x="103696" y="83344"/>
                </a:cubicBezTo>
                <a:lnTo>
                  <a:pt x="11906" y="83344"/>
                </a:lnTo>
                <a:close/>
                <a:moveTo>
                  <a:pt x="11906" y="142875"/>
                </a:moveTo>
                <a:cubicBezTo>
                  <a:pt x="5321" y="142875"/>
                  <a:pt x="0" y="148196"/>
                  <a:pt x="0" y="154781"/>
                </a:cubicBezTo>
                <a:cubicBezTo>
                  <a:pt x="0" y="161367"/>
                  <a:pt x="5321" y="166688"/>
                  <a:pt x="11906" y="166688"/>
                </a:cubicBezTo>
                <a:lnTo>
                  <a:pt x="32258" y="166688"/>
                </a:lnTo>
                <a:cubicBezTo>
                  <a:pt x="36835" y="177217"/>
                  <a:pt x="47327" y="184547"/>
                  <a:pt x="59531" y="184547"/>
                </a:cubicBezTo>
                <a:cubicBezTo>
                  <a:pt x="71735" y="184547"/>
                  <a:pt x="82228" y="177217"/>
                  <a:pt x="86804" y="166688"/>
                </a:cubicBezTo>
                <a:lnTo>
                  <a:pt x="178594" y="166688"/>
                </a:lnTo>
                <a:cubicBezTo>
                  <a:pt x="185179" y="166688"/>
                  <a:pt x="190500" y="161367"/>
                  <a:pt x="190500" y="154781"/>
                </a:cubicBezTo>
                <a:cubicBezTo>
                  <a:pt x="190500" y="148196"/>
                  <a:pt x="185179" y="142875"/>
                  <a:pt x="178594" y="142875"/>
                </a:cubicBezTo>
                <a:lnTo>
                  <a:pt x="86804" y="142875"/>
                </a:lnTo>
                <a:cubicBezTo>
                  <a:pt x="82228" y="132345"/>
                  <a:pt x="71735" y="125016"/>
                  <a:pt x="59531" y="125016"/>
                </a:cubicBezTo>
                <a:cubicBezTo>
                  <a:pt x="47327" y="125016"/>
                  <a:pt x="36835" y="132345"/>
                  <a:pt x="32258" y="142875"/>
                </a:cubicBezTo>
                <a:lnTo>
                  <a:pt x="11906" y="142875"/>
                </a:ln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33450" y="4038600"/>
            <a:ext cx="1476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Low-Level Control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81025" y="4419600"/>
            <a:ext cx="3200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 access to request/response handling without abstraction overhead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062412" y="3843338"/>
            <a:ext cx="3514725" cy="1266825"/>
          </a:xfrm>
          <a:custGeom>
            <a:avLst/>
            <a:gdLst/>
            <a:ahLst/>
            <a:cxnLst/>
            <a:rect l="l" t="t" r="r" b="b"/>
            <a:pathLst>
              <a:path w="3514725" h="1266825">
                <a:moveTo>
                  <a:pt x="114306" y="0"/>
                </a:moveTo>
                <a:lnTo>
                  <a:pt x="3400419" y="0"/>
                </a:lnTo>
                <a:cubicBezTo>
                  <a:pt x="3463549" y="0"/>
                  <a:pt x="3514725" y="51176"/>
                  <a:pt x="3514725" y="114306"/>
                </a:cubicBezTo>
                <a:lnTo>
                  <a:pt x="3514725" y="1152519"/>
                </a:lnTo>
                <a:cubicBezTo>
                  <a:pt x="3514725" y="1215649"/>
                  <a:pt x="3463549" y="1266825"/>
                  <a:pt x="3400419" y="1266825"/>
                </a:cubicBezTo>
                <a:lnTo>
                  <a:pt x="114306" y="1266825"/>
                </a:lnTo>
                <a:cubicBezTo>
                  <a:pt x="51176" y="1266825"/>
                  <a:pt x="0" y="1215649"/>
                  <a:pt x="0" y="1152519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DE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281488" y="40767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6506" y="1935"/>
                </a:moveTo>
                <a:cubicBezTo>
                  <a:pt x="92050" y="-633"/>
                  <a:pt x="98450" y="-633"/>
                  <a:pt x="103994" y="1935"/>
                </a:cubicBezTo>
                <a:lnTo>
                  <a:pt x="185328" y="39514"/>
                </a:lnTo>
                <a:cubicBezTo>
                  <a:pt x="188491" y="40965"/>
                  <a:pt x="190500" y="44128"/>
                  <a:pt x="190500" y="47625"/>
                </a:cubicBezTo>
                <a:cubicBezTo>
                  <a:pt x="190500" y="51122"/>
                  <a:pt x="188491" y="54285"/>
                  <a:pt x="185328" y="55736"/>
                </a:cubicBezTo>
                <a:lnTo>
                  <a:pt x="103994" y="93315"/>
                </a:lnTo>
                <a:cubicBezTo>
                  <a:pt x="98450" y="95883"/>
                  <a:pt x="92050" y="95883"/>
                  <a:pt x="86506" y="93315"/>
                </a:cubicBezTo>
                <a:lnTo>
                  <a:pt x="5172" y="55736"/>
                </a:lnTo>
                <a:cubicBezTo>
                  <a:pt x="2009" y="54248"/>
                  <a:pt x="0" y="51085"/>
                  <a:pt x="0" y="47625"/>
                </a:cubicBezTo>
                <a:cubicBezTo>
                  <a:pt x="0" y="44165"/>
                  <a:pt x="2009" y="40965"/>
                  <a:pt x="5172" y="39514"/>
                </a:cubicBezTo>
                <a:lnTo>
                  <a:pt x="86506" y="1935"/>
                </a:lnTo>
                <a:close/>
                <a:moveTo>
                  <a:pt x="17897" y="81260"/>
                </a:moveTo>
                <a:lnTo>
                  <a:pt x="79028" y="109500"/>
                </a:lnTo>
                <a:cubicBezTo>
                  <a:pt x="89334" y="114263"/>
                  <a:pt x="101203" y="114263"/>
                  <a:pt x="111509" y="109500"/>
                </a:cubicBezTo>
                <a:lnTo>
                  <a:pt x="172641" y="81260"/>
                </a:lnTo>
                <a:lnTo>
                  <a:pt x="185328" y="87139"/>
                </a:lnTo>
                <a:cubicBezTo>
                  <a:pt x="188491" y="88590"/>
                  <a:pt x="190500" y="91753"/>
                  <a:pt x="190500" y="95250"/>
                </a:cubicBezTo>
                <a:cubicBezTo>
                  <a:pt x="190500" y="98747"/>
                  <a:pt x="188491" y="101910"/>
                  <a:pt x="185328" y="103361"/>
                </a:cubicBezTo>
                <a:lnTo>
                  <a:pt x="103994" y="140940"/>
                </a:lnTo>
                <a:cubicBezTo>
                  <a:pt x="98450" y="143508"/>
                  <a:pt x="92050" y="143508"/>
                  <a:pt x="86506" y="140940"/>
                </a:cubicBezTo>
                <a:lnTo>
                  <a:pt x="5172" y="103361"/>
                </a:lnTo>
                <a:cubicBezTo>
                  <a:pt x="2009" y="101873"/>
                  <a:pt x="0" y="98710"/>
                  <a:pt x="0" y="95250"/>
                </a:cubicBezTo>
                <a:cubicBezTo>
                  <a:pt x="0" y="91790"/>
                  <a:pt x="2009" y="88590"/>
                  <a:pt x="5172" y="87139"/>
                </a:cubicBezTo>
                <a:lnTo>
                  <a:pt x="17859" y="81260"/>
                </a:lnTo>
                <a:close/>
                <a:moveTo>
                  <a:pt x="5172" y="134764"/>
                </a:moveTo>
                <a:lnTo>
                  <a:pt x="17859" y="128885"/>
                </a:lnTo>
                <a:lnTo>
                  <a:pt x="78991" y="157125"/>
                </a:lnTo>
                <a:cubicBezTo>
                  <a:pt x="89297" y="161888"/>
                  <a:pt x="101166" y="161888"/>
                  <a:pt x="111472" y="157125"/>
                </a:cubicBezTo>
                <a:lnTo>
                  <a:pt x="172603" y="128885"/>
                </a:lnTo>
                <a:lnTo>
                  <a:pt x="185291" y="134764"/>
                </a:lnTo>
                <a:cubicBezTo>
                  <a:pt x="188454" y="136215"/>
                  <a:pt x="190463" y="139378"/>
                  <a:pt x="190463" y="142875"/>
                </a:cubicBezTo>
                <a:cubicBezTo>
                  <a:pt x="190463" y="146372"/>
                  <a:pt x="188454" y="149535"/>
                  <a:pt x="185291" y="150986"/>
                </a:cubicBezTo>
                <a:lnTo>
                  <a:pt x="103956" y="188565"/>
                </a:lnTo>
                <a:cubicBezTo>
                  <a:pt x="98413" y="191133"/>
                  <a:pt x="92013" y="191133"/>
                  <a:pt x="86469" y="188565"/>
                </a:cubicBezTo>
                <a:lnTo>
                  <a:pt x="5172" y="150986"/>
                </a:lnTo>
                <a:cubicBezTo>
                  <a:pt x="2009" y="149498"/>
                  <a:pt x="0" y="146335"/>
                  <a:pt x="0" y="142875"/>
                </a:cubicBezTo>
                <a:cubicBezTo>
                  <a:pt x="0" y="139415"/>
                  <a:pt x="2009" y="136215"/>
                  <a:pt x="5172" y="134764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10100" y="4038600"/>
            <a:ext cx="1828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Framework Foundation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257675" y="4419600"/>
            <a:ext cx="3200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 of Express.js, Fastify, and other popular frameworks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820025" y="1381125"/>
            <a:ext cx="3981450" cy="2352675"/>
          </a:xfrm>
          <a:custGeom>
            <a:avLst/>
            <a:gdLst/>
            <a:ahLst/>
            <a:cxnLst/>
            <a:rect l="l" t="t" r="r" b="b"/>
            <a:pathLst>
              <a:path w="3981450" h="2352675">
                <a:moveTo>
                  <a:pt x="152406" y="0"/>
                </a:moveTo>
                <a:lnTo>
                  <a:pt x="3829044" y="0"/>
                </a:lnTo>
                <a:cubicBezTo>
                  <a:pt x="3913159" y="0"/>
                  <a:pt x="3981450" y="68291"/>
                  <a:pt x="3981450" y="152406"/>
                </a:cubicBezTo>
                <a:lnTo>
                  <a:pt x="3981450" y="2200269"/>
                </a:lnTo>
                <a:cubicBezTo>
                  <a:pt x="3981450" y="2284384"/>
                  <a:pt x="3913159" y="2352675"/>
                  <a:pt x="3829044" y="2352675"/>
                </a:cubicBezTo>
                <a:lnTo>
                  <a:pt x="152406" y="2352675"/>
                </a:lnTo>
                <a:cubicBezTo>
                  <a:pt x="68291" y="2352675"/>
                  <a:pt x="0" y="2284384"/>
                  <a:pt x="0" y="2200269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gradFill flip="none" rotWithShape="1">
            <a:gsLst>
              <a:gs pos="0">
                <a:srgbClr val="4ADE8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2540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072438" y="165735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38187" y="-8439"/>
                </a:moveTo>
                <a:cubicBezTo>
                  <a:pt x="136356" y="-12010"/>
                  <a:pt x="132651" y="-14287"/>
                  <a:pt x="128632" y="-14287"/>
                </a:cubicBezTo>
                <a:cubicBezTo>
                  <a:pt x="124614" y="-14287"/>
                  <a:pt x="120908" y="-12010"/>
                  <a:pt x="119077" y="-8439"/>
                </a:cubicBezTo>
                <a:lnTo>
                  <a:pt x="86216" y="55944"/>
                </a:lnTo>
                <a:lnTo>
                  <a:pt x="14823" y="67285"/>
                </a:lnTo>
                <a:cubicBezTo>
                  <a:pt x="10850" y="67910"/>
                  <a:pt x="7546" y="70723"/>
                  <a:pt x="6295" y="74563"/>
                </a:cubicBezTo>
                <a:cubicBezTo>
                  <a:pt x="5045" y="78403"/>
                  <a:pt x="6072" y="82600"/>
                  <a:pt x="8885" y="85457"/>
                </a:cubicBezTo>
                <a:lnTo>
                  <a:pt x="59963" y="136580"/>
                </a:lnTo>
                <a:lnTo>
                  <a:pt x="48711" y="207972"/>
                </a:lnTo>
                <a:cubicBezTo>
                  <a:pt x="48086" y="211946"/>
                  <a:pt x="49738" y="215964"/>
                  <a:pt x="52998" y="218331"/>
                </a:cubicBezTo>
                <a:cubicBezTo>
                  <a:pt x="56257" y="220697"/>
                  <a:pt x="60543" y="221054"/>
                  <a:pt x="64160" y="219224"/>
                </a:cubicBezTo>
                <a:lnTo>
                  <a:pt x="128632" y="186452"/>
                </a:lnTo>
                <a:lnTo>
                  <a:pt x="193060" y="219224"/>
                </a:lnTo>
                <a:cubicBezTo>
                  <a:pt x="196632" y="221054"/>
                  <a:pt x="200963" y="220697"/>
                  <a:pt x="204222" y="218331"/>
                </a:cubicBezTo>
                <a:cubicBezTo>
                  <a:pt x="207481" y="215964"/>
                  <a:pt x="209133" y="211991"/>
                  <a:pt x="208508" y="207972"/>
                </a:cubicBezTo>
                <a:lnTo>
                  <a:pt x="197212" y="136580"/>
                </a:lnTo>
                <a:lnTo>
                  <a:pt x="248290" y="85457"/>
                </a:lnTo>
                <a:cubicBezTo>
                  <a:pt x="251147" y="82600"/>
                  <a:pt x="252130" y="78403"/>
                  <a:pt x="250880" y="74563"/>
                </a:cubicBezTo>
                <a:cubicBezTo>
                  <a:pt x="249629" y="70723"/>
                  <a:pt x="246370" y="67910"/>
                  <a:pt x="242352" y="67285"/>
                </a:cubicBezTo>
                <a:lnTo>
                  <a:pt x="171004" y="55944"/>
                </a:lnTo>
                <a:lnTo>
                  <a:pt x="138187" y="-8439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458200" y="1619250"/>
            <a:ext cx="1790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💡 Interview Line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077200" y="2076450"/>
            <a:ext cx="3486150" cy="1419225"/>
          </a:xfrm>
          <a:custGeom>
            <a:avLst/>
            <a:gdLst/>
            <a:ahLst/>
            <a:cxnLst/>
            <a:rect l="l" t="t" r="r" b="b"/>
            <a:pathLst>
              <a:path w="3486150" h="1419225">
                <a:moveTo>
                  <a:pt x="38100" y="0"/>
                </a:moveTo>
                <a:lnTo>
                  <a:pt x="3371846" y="0"/>
                </a:lnTo>
                <a:cubicBezTo>
                  <a:pt x="3434974" y="0"/>
                  <a:pt x="3486150" y="51176"/>
                  <a:pt x="3486150" y="114304"/>
                </a:cubicBezTo>
                <a:lnTo>
                  <a:pt x="3486150" y="1304921"/>
                </a:lnTo>
                <a:cubicBezTo>
                  <a:pt x="3486150" y="1368049"/>
                  <a:pt x="3434974" y="1419225"/>
                  <a:pt x="3371846" y="1419225"/>
                </a:cubicBezTo>
                <a:lnTo>
                  <a:pt x="38100" y="1419225"/>
                </a:lnTo>
                <a:cubicBezTo>
                  <a:pt x="17072" y="1419225"/>
                  <a:pt x="0" y="1402153"/>
                  <a:pt x="0" y="13811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077200" y="2076450"/>
            <a:ext cx="38100" cy="1419225"/>
          </a:xfrm>
          <a:custGeom>
            <a:avLst/>
            <a:gdLst/>
            <a:ahLst/>
            <a:cxnLst/>
            <a:rect l="l" t="t" r="r" b="b"/>
            <a:pathLst>
              <a:path w="38100" h="1419225">
                <a:moveTo>
                  <a:pt x="38100" y="0"/>
                </a:moveTo>
                <a:lnTo>
                  <a:pt x="38100" y="0"/>
                </a:lnTo>
                <a:lnTo>
                  <a:pt x="38100" y="1419225"/>
                </a:lnTo>
                <a:lnTo>
                  <a:pt x="38100" y="1419225"/>
                </a:lnTo>
                <a:cubicBezTo>
                  <a:pt x="17072" y="1419225"/>
                  <a:pt x="0" y="1402153"/>
                  <a:pt x="0" y="13811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248650" y="2228850"/>
            <a:ext cx="3248025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4ADE80"/>
                </a:solidFill>
                <a:highlight>
                  <a:srgbClr val="4ADE80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Express internally uses Node's HTTP module </a:t>
            </a:r>
            <a:r>
              <a:rPr lang="en-US" sz="135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 understanding the raw module helps you debug framework issues and optimize performance.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815263" y="3938588"/>
            <a:ext cx="3990975" cy="2828925"/>
          </a:xfrm>
          <a:custGeom>
            <a:avLst/>
            <a:gdLst/>
            <a:ahLst/>
            <a:cxnLst/>
            <a:rect l="l" t="t" r="r" b="b"/>
            <a:pathLst>
              <a:path w="3990975" h="2828925">
                <a:moveTo>
                  <a:pt x="114289" y="0"/>
                </a:moveTo>
                <a:lnTo>
                  <a:pt x="3876686" y="0"/>
                </a:lnTo>
                <a:cubicBezTo>
                  <a:pt x="3939764" y="0"/>
                  <a:pt x="3990975" y="51211"/>
                  <a:pt x="3990975" y="114289"/>
                </a:cubicBezTo>
                <a:lnTo>
                  <a:pt x="3990975" y="2714636"/>
                </a:lnTo>
                <a:cubicBezTo>
                  <a:pt x="3990975" y="2777756"/>
                  <a:pt x="3939806" y="2828925"/>
                  <a:pt x="3876686" y="2828925"/>
                </a:cubicBezTo>
                <a:lnTo>
                  <a:pt x="114289" y="2828925"/>
                </a:lnTo>
                <a:cubicBezTo>
                  <a:pt x="51211" y="2828925"/>
                  <a:pt x="0" y="2777714"/>
                  <a:pt x="0" y="2714636"/>
                </a:cubicBezTo>
                <a:lnTo>
                  <a:pt x="0" y="114289"/>
                </a:lnTo>
                <a:cubicBezTo>
                  <a:pt x="0" y="51169"/>
                  <a:pt x="51169" y="0"/>
                  <a:pt x="114289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9E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010525" y="4133850"/>
            <a:ext cx="3695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 Module Capabilities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034338" y="45910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339137" y="4552950"/>
            <a:ext cx="1695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HTTP Server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339137" y="4781550"/>
            <a:ext cx="1685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Listen for incoming requests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034338" y="51244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339137" y="5086350"/>
            <a:ext cx="1457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Make HTTP Requests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339137" y="5314950"/>
            <a:ext cx="1447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 as HTTP client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034338" y="56578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339137" y="5619750"/>
            <a:ext cx="1628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Handle Headers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339137" y="5848350"/>
            <a:ext cx="161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 and read HTTP headers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034338" y="61912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339137" y="6153150"/>
            <a:ext cx="1933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Manage Connections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339137" y="6381750"/>
            <a:ext cx="1924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Control keep-alive and timeouts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kern="0" spc="120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NODE.JS HTTP MODULE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Creating a Basic HTTP Server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338263"/>
            <a:ext cx="5610225" cy="2219325"/>
          </a:xfrm>
          <a:custGeom>
            <a:avLst/>
            <a:gdLst/>
            <a:ahLst/>
            <a:cxnLst/>
            <a:rect l="l" t="t" r="r" b="b"/>
            <a:pathLst>
              <a:path w="5610225" h="2219325">
                <a:moveTo>
                  <a:pt x="152401" y="0"/>
                </a:moveTo>
                <a:lnTo>
                  <a:pt x="5457824" y="0"/>
                </a:lnTo>
                <a:cubicBezTo>
                  <a:pt x="5541993" y="0"/>
                  <a:pt x="5610225" y="68232"/>
                  <a:pt x="5610225" y="152401"/>
                </a:cubicBezTo>
                <a:lnTo>
                  <a:pt x="5610225" y="2066924"/>
                </a:lnTo>
                <a:cubicBezTo>
                  <a:pt x="5610225" y="2151093"/>
                  <a:pt x="5541993" y="2219325"/>
                  <a:pt x="5457824" y="2219325"/>
                </a:cubicBezTo>
                <a:lnTo>
                  <a:pt x="152401" y="2219325"/>
                </a:lnTo>
                <a:cubicBezTo>
                  <a:pt x="68232" y="2219325"/>
                  <a:pt x="0" y="2151093"/>
                  <a:pt x="0" y="2066924"/>
                </a:cubicBezTo>
                <a:lnTo>
                  <a:pt x="0" y="152401"/>
                </a:lnTo>
                <a:cubicBezTo>
                  <a:pt x="0" y="68289"/>
                  <a:pt x="68289" y="0"/>
                  <a:pt x="152401" y="0"/>
                </a:cubicBezTo>
                <a:close/>
              </a:path>
            </a:pathLst>
          </a:custGeom>
          <a:gradFill flip="none" rotWithShape="1">
            <a:gsLst>
              <a:gs pos="0">
                <a:srgbClr val="4A9EF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9EF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2931" y="157162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19150" y="1533525"/>
            <a:ext cx="507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 Server Code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85788" y="1957388"/>
            <a:ext cx="5210175" cy="1400175"/>
          </a:xfrm>
          <a:custGeom>
            <a:avLst/>
            <a:gdLst/>
            <a:ahLst/>
            <a:cxnLst/>
            <a:rect l="l" t="t" r="r" b="b"/>
            <a:pathLst>
              <a:path w="5210175" h="1400175">
                <a:moveTo>
                  <a:pt x="114296" y="0"/>
                </a:moveTo>
                <a:lnTo>
                  <a:pt x="5095879" y="0"/>
                </a:lnTo>
                <a:cubicBezTo>
                  <a:pt x="5158961" y="0"/>
                  <a:pt x="5210175" y="51214"/>
                  <a:pt x="5210175" y="114296"/>
                </a:cubicBezTo>
                <a:lnTo>
                  <a:pt x="5210175" y="1285879"/>
                </a:lnTo>
                <a:cubicBezTo>
                  <a:pt x="5210175" y="1348961"/>
                  <a:pt x="5158961" y="1400175"/>
                  <a:pt x="5095879" y="1400175"/>
                </a:cubicBezTo>
                <a:lnTo>
                  <a:pt x="114296" y="1400175"/>
                </a:lnTo>
                <a:cubicBezTo>
                  <a:pt x="51214" y="1400175"/>
                  <a:pt x="0" y="1348961"/>
                  <a:pt x="0" y="1285879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 w="12700">
            <a:solidFill>
              <a:srgbClr val="4A9EF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2950" y="2114550"/>
            <a:ext cx="4962525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const</a:t>
            </a: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http = </a:t>
            </a:r>
            <a:r>
              <a:rPr lang="en-US" sz="1050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require</a:t>
            </a: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1050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"http"</a:t>
            </a: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http.</a:t>
            </a:r>
            <a:r>
              <a:rPr lang="en-US" sz="1050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createServer</a:t>
            </a: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((req, res) =&gt;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res.</a:t>
            </a:r>
            <a:r>
              <a:rPr lang="en-US" sz="1050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end</a:t>
            </a: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1050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"Hello Node"</a:t>
            </a: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}).</a:t>
            </a:r>
            <a:r>
              <a:rPr lang="en-US" sz="1050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listen</a:t>
            </a: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1050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3000</a:t>
            </a: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5763" y="3717131"/>
            <a:ext cx="5610225" cy="2752725"/>
          </a:xfrm>
          <a:custGeom>
            <a:avLst/>
            <a:gdLst/>
            <a:ahLst/>
            <a:cxnLst/>
            <a:rect l="l" t="t" r="r" b="b"/>
            <a:pathLst>
              <a:path w="5610225" h="2752725">
                <a:moveTo>
                  <a:pt x="114293" y="0"/>
                </a:moveTo>
                <a:lnTo>
                  <a:pt x="5495932" y="0"/>
                </a:lnTo>
                <a:cubicBezTo>
                  <a:pt x="5559012" y="0"/>
                  <a:pt x="5610225" y="51213"/>
                  <a:pt x="5610225" y="114293"/>
                </a:cubicBezTo>
                <a:lnTo>
                  <a:pt x="5610225" y="2638432"/>
                </a:lnTo>
                <a:cubicBezTo>
                  <a:pt x="5610225" y="2701512"/>
                  <a:pt x="5559012" y="2752725"/>
                  <a:pt x="5495932" y="2752725"/>
                </a:cubicBezTo>
                <a:lnTo>
                  <a:pt x="114293" y="2752725"/>
                </a:lnTo>
                <a:cubicBezTo>
                  <a:pt x="51213" y="2752725"/>
                  <a:pt x="0" y="2701512"/>
                  <a:pt x="0" y="26384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9E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81025" y="3912394"/>
            <a:ext cx="5305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Methods Explained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81025" y="433149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38163" y="4331494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4A9E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76325" y="4331494"/>
            <a:ext cx="3619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createServer()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76325" y="4560094"/>
            <a:ext cx="3609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Returns server instance, accepts callback for request handling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81025" y="490299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8163" y="4902994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76325" y="4902994"/>
            <a:ext cx="2905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listen()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76325" y="5131594"/>
            <a:ext cx="2895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Binds server to port, starts accepting connections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81025" y="547449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38163" y="5474494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4A9E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76325" y="5474494"/>
            <a:ext cx="2705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Callback Function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76325" y="5703094"/>
            <a:ext cx="2695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Executes on every incoming request (req, res)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00775" y="1343025"/>
            <a:ext cx="5600700" cy="2333625"/>
          </a:xfrm>
          <a:custGeom>
            <a:avLst/>
            <a:gdLst/>
            <a:ahLst/>
            <a:cxnLst/>
            <a:rect l="l" t="t" r="r" b="b"/>
            <a:pathLst>
              <a:path w="5600700" h="2333625">
                <a:moveTo>
                  <a:pt x="152409" y="0"/>
                </a:moveTo>
                <a:lnTo>
                  <a:pt x="5448291" y="0"/>
                </a:lnTo>
                <a:cubicBezTo>
                  <a:pt x="5532464" y="0"/>
                  <a:pt x="5600700" y="68236"/>
                  <a:pt x="5600700" y="152409"/>
                </a:cubicBezTo>
                <a:lnTo>
                  <a:pt x="5600700" y="2181216"/>
                </a:lnTo>
                <a:cubicBezTo>
                  <a:pt x="5600700" y="2265389"/>
                  <a:pt x="5532464" y="2333625"/>
                  <a:pt x="5448291" y="2333625"/>
                </a:cubicBezTo>
                <a:lnTo>
                  <a:pt x="152409" y="2333625"/>
                </a:lnTo>
                <a:cubicBezTo>
                  <a:pt x="68236" y="2333625"/>
                  <a:pt x="0" y="2265389"/>
                  <a:pt x="0" y="2181216"/>
                </a:cubicBezTo>
                <a:lnTo>
                  <a:pt x="0" y="152409"/>
                </a:lnTo>
                <a:cubicBezTo>
                  <a:pt x="0" y="68292"/>
                  <a:pt x="68292" y="0"/>
                  <a:pt x="152409" y="0"/>
                </a:cubicBezTo>
                <a:close/>
              </a:path>
            </a:pathLst>
          </a:custGeom>
          <a:gradFill flip="none" rotWithShape="1">
            <a:gsLst>
              <a:gs pos="0">
                <a:srgbClr val="4ADE8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2540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424613" y="15811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3497" y="44128"/>
                </a:moveTo>
                <a:cubicBezTo>
                  <a:pt x="-1153" y="39477"/>
                  <a:pt x="-1153" y="31924"/>
                  <a:pt x="3497" y="27273"/>
                </a:cubicBezTo>
                <a:cubicBezTo>
                  <a:pt x="8148" y="22622"/>
                  <a:pt x="15701" y="22622"/>
                  <a:pt x="20352" y="27273"/>
                </a:cubicBezTo>
                <a:lnTo>
                  <a:pt x="79883" y="86804"/>
                </a:lnTo>
                <a:cubicBezTo>
                  <a:pt x="84534" y="91455"/>
                  <a:pt x="84534" y="99008"/>
                  <a:pt x="79883" y="103659"/>
                </a:cubicBezTo>
                <a:lnTo>
                  <a:pt x="20352" y="163190"/>
                </a:lnTo>
                <a:cubicBezTo>
                  <a:pt x="15701" y="167841"/>
                  <a:pt x="8148" y="167841"/>
                  <a:pt x="3497" y="163190"/>
                </a:cubicBezTo>
                <a:cubicBezTo>
                  <a:pt x="-1153" y="158539"/>
                  <a:pt x="-1153" y="150986"/>
                  <a:pt x="3497" y="146335"/>
                </a:cubicBezTo>
                <a:lnTo>
                  <a:pt x="54583" y="95250"/>
                </a:lnTo>
                <a:lnTo>
                  <a:pt x="3497" y="44128"/>
                </a:lnTo>
                <a:close/>
                <a:moveTo>
                  <a:pt x="83344" y="142875"/>
                </a:moveTo>
                <a:lnTo>
                  <a:pt x="178594" y="142875"/>
                </a:lnTo>
                <a:cubicBezTo>
                  <a:pt x="185179" y="142875"/>
                  <a:pt x="190500" y="148196"/>
                  <a:pt x="190500" y="154781"/>
                </a:cubicBezTo>
                <a:cubicBezTo>
                  <a:pt x="190500" y="161367"/>
                  <a:pt x="185179" y="166688"/>
                  <a:pt x="178594" y="166688"/>
                </a:cubicBezTo>
                <a:lnTo>
                  <a:pt x="83344" y="166688"/>
                </a:lnTo>
                <a:cubicBezTo>
                  <a:pt x="76758" y="166688"/>
                  <a:pt x="71438" y="161367"/>
                  <a:pt x="71438" y="154781"/>
                </a:cubicBezTo>
                <a:cubicBezTo>
                  <a:pt x="71438" y="148196"/>
                  <a:pt x="76758" y="142875"/>
                  <a:pt x="83344" y="142875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638925" y="1543050"/>
            <a:ext cx="505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Run Your Server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05563" y="1966912"/>
            <a:ext cx="5191125" cy="704850"/>
          </a:xfrm>
          <a:custGeom>
            <a:avLst/>
            <a:gdLst/>
            <a:ahLst/>
            <a:cxnLst/>
            <a:rect l="l" t="t" r="r" b="b"/>
            <a:pathLst>
              <a:path w="5191125" h="704850">
                <a:moveTo>
                  <a:pt x="76201" y="0"/>
                </a:moveTo>
                <a:lnTo>
                  <a:pt x="5114924" y="0"/>
                </a:lnTo>
                <a:cubicBezTo>
                  <a:pt x="5157009" y="0"/>
                  <a:pt x="5191125" y="34116"/>
                  <a:pt x="5191125" y="76201"/>
                </a:cubicBezTo>
                <a:lnTo>
                  <a:pt x="5191125" y="628649"/>
                </a:lnTo>
                <a:cubicBezTo>
                  <a:pt x="5191125" y="670734"/>
                  <a:pt x="5157009" y="704850"/>
                  <a:pt x="5114924" y="704850"/>
                </a:cubicBezTo>
                <a:lnTo>
                  <a:pt x="76201" y="704850"/>
                </a:lnTo>
                <a:cubicBezTo>
                  <a:pt x="34116" y="704850"/>
                  <a:pt x="0" y="670734"/>
                  <a:pt x="0" y="628649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 w="12700">
            <a:solidFill>
              <a:srgbClr val="4A9EF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524625" y="2085975"/>
            <a:ext cx="5019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Save as server.js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524625" y="2343150"/>
            <a:ext cx="136073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node server.js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19850" y="2786063"/>
            <a:ext cx="5181600" cy="685800"/>
          </a:xfrm>
          <a:custGeom>
            <a:avLst/>
            <a:gdLst/>
            <a:ahLst/>
            <a:cxnLst/>
            <a:rect l="l" t="t" r="r" b="b"/>
            <a:pathLst>
              <a:path w="5181600" h="685800">
                <a:moveTo>
                  <a:pt x="38100" y="0"/>
                </a:moveTo>
                <a:lnTo>
                  <a:pt x="5105401" y="0"/>
                </a:lnTo>
                <a:cubicBezTo>
                  <a:pt x="5147484" y="0"/>
                  <a:pt x="5181600" y="34116"/>
                  <a:pt x="5181600" y="76199"/>
                </a:cubicBezTo>
                <a:lnTo>
                  <a:pt x="5181600" y="609601"/>
                </a:lnTo>
                <a:cubicBezTo>
                  <a:pt x="5181600" y="651684"/>
                  <a:pt x="5147484" y="685800"/>
                  <a:pt x="5105401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419850" y="2786063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553200" y="2900363"/>
            <a:ext cx="5000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Server running on: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553200" y="3128963"/>
            <a:ext cx="5010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http://localhost:3000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96013" y="3838575"/>
            <a:ext cx="5610225" cy="2638425"/>
          </a:xfrm>
          <a:custGeom>
            <a:avLst/>
            <a:gdLst/>
            <a:ahLst/>
            <a:cxnLst/>
            <a:rect l="l" t="t" r="r" b="b"/>
            <a:pathLst>
              <a:path w="5610225" h="2638425">
                <a:moveTo>
                  <a:pt x="114297" y="0"/>
                </a:moveTo>
                <a:lnTo>
                  <a:pt x="5495928" y="0"/>
                </a:lnTo>
                <a:cubicBezTo>
                  <a:pt x="5559053" y="0"/>
                  <a:pt x="5610225" y="51172"/>
                  <a:pt x="5610225" y="114297"/>
                </a:cubicBezTo>
                <a:lnTo>
                  <a:pt x="5610225" y="2524128"/>
                </a:lnTo>
                <a:cubicBezTo>
                  <a:pt x="5610225" y="2587253"/>
                  <a:pt x="5559053" y="2638425"/>
                  <a:pt x="5495928" y="2638425"/>
                </a:cubicBezTo>
                <a:lnTo>
                  <a:pt x="114297" y="2638425"/>
                </a:lnTo>
                <a:cubicBezTo>
                  <a:pt x="51172" y="2638425"/>
                  <a:pt x="0" y="2587253"/>
                  <a:pt x="0" y="2524128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9E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391275" y="4033837"/>
            <a:ext cx="5305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Server Lifecycle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91275" y="445293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487716" y="4538663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23753" y="9611"/>
                </a:moveTo>
                <a:cubicBezTo>
                  <a:pt x="20523" y="7840"/>
                  <a:pt x="16617" y="7918"/>
                  <a:pt x="13439" y="9793"/>
                </a:cubicBezTo>
                <a:cubicBezTo>
                  <a:pt x="10262" y="11668"/>
                  <a:pt x="8334" y="15080"/>
                  <a:pt x="8334" y="18752"/>
                </a:cubicBezTo>
                <a:lnTo>
                  <a:pt x="8334" y="114598"/>
                </a:lnTo>
                <a:cubicBezTo>
                  <a:pt x="8334" y="118270"/>
                  <a:pt x="10288" y="121682"/>
                  <a:pt x="13439" y="123557"/>
                </a:cubicBezTo>
                <a:cubicBezTo>
                  <a:pt x="16591" y="125432"/>
                  <a:pt x="20523" y="125510"/>
                  <a:pt x="23753" y="123739"/>
                </a:cubicBezTo>
                <a:lnTo>
                  <a:pt x="111264" y="75817"/>
                </a:lnTo>
                <a:cubicBezTo>
                  <a:pt x="114598" y="73994"/>
                  <a:pt x="116681" y="70478"/>
                  <a:pt x="116681" y="66675"/>
                </a:cubicBezTo>
                <a:cubicBezTo>
                  <a:pt x="116681" y="62872"/>
                  <a:pt x="114598" y="59356"/>
                  <a:pt x="111264" y="57533"/>
                </a:cubicBezTo>
                <a:lnTo>
                  <a:pt x="23753" y="9611"/>
                </a:ln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810375" y="4491038"/>
            <a:ext cx="1362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Import http module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91275" y="487203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479381" y="4957763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50814" y="2474"/>
                </a:moveTo>
                <a:cubicBezTo>
                  <a:pt x="51595" y="-1380"/>
                  <a:pt x="55007" y="-4167"/>
                  <a:pt x="58966" y="-4167"/>
                </a:cubicBezTo>
                <a:lnTo>
                  <a:pt x="74541" y="-4167"/>
                </a:lnTo>
                <a:cubicBezTo>
                  <a:pt x="78499" y="-4167"/>
                  <a:pt x="81911" y="-1380"/>
                  <a:pt x="82693" y="2474"/>
                </a:cubicBezTo>
                <a:lnTo>
                  <a:pt x="86469" y="20706"/>
                </a:lnTo>
                <a:cubicBezTo>
                  <a:pt x="90141" y="22268"/>
                  <a:pt x="93579" y="24274"/>
                  <a:pt x="96705" y="26644"/>
                </a:cubicBezTo>
                <a:lnTo>
                  <a:pt x="114363" y="20784"/>
                </a:lnTo>
                <a:cubicBezTo>
                  <a:pt x="118114" y="19534"/>
                  <a:pt x="122229" y="21096"/>
                  <a:pt x="124208" y="24534"/>
                </a:cubicBezTo>
                <a:lnTo>
                  <a:pt x="131996" y="38026"/>
                </a:lnTo>
                <a:cubicBezTo>
                  <a:pt x="133975" y="41464"/>
                  <a:pt x="133272" y="45787"/>
                  <a:pt x="130303" y="48418"/>
                </a:cubicBezTo>
                <a:lnTo>
                  <a:pt x="116421" y="60763"/>
                </a:lnTo>
                <a:cubicBezTo>
                  <a:pt x="116655" y="62690"/>
                  <a:pt x="116759" y="64670"/>
                  <a:pt x="116759" y="66675"/>
                </a:cubicBezTo>
                <a:cubicBezTo>
                  <a:pt x="116759" y="68680"/>
                  <a:pt x="116629" y="70660"/>
                  <a:pt x="116421" y="72587"/>
                </a:cubicBezTo>
                <a:lnTo>
                  <a:pt x="130329" y="84959"/>
                </a:lnTo>
                <a:cubicBezTo>
                  <a:pt x="133298" y="87589"/>
                  <a:pt x="133975" y="91939"/>
                  <a:pt x="132022" y="95350"/>
                </a:cubicBezTo>
                <a:lnTo>
                  <a:pt x="124234" y="108842"/>
                </a:lnTo>
                <a:cubicBezTo>
                  <a:pt x="122255" y="112254"/>
                  <a:pt x="118140" y="113842"/>
                  <a:pt x="114389" y="112592"/>
                </a:cubicBezTo>
                <a:lnTo>
                  <a:pt x="96731" y="106732"/>
                </a:lnTo>
                <a:cubicBezTo>
                  <a:pt x="93579" y="109102"/>
                  <a:pt x="90141" y="111082"/>
                  <a:pt x="86495" y="112670"/>
                </a:cubicBezTo>
                <a:lnTo>
                  <a:pt x="82745" y="130876"/>
                </a:lnTo>
                <a:cubicBezTo>
                  <a:pt x="81937" y="134756"/>
                  <a:pt x="78525" y="137517"/>
                  <a:pt x="74593" y="137517"/>
                </a:cubicBezTo>
                <a:lnTo>
                  <a:pt x="59018" y="137517"/>
                </a:lnTo>
                <a:cubicBezTo>
                  <a:pt x="55059" y="137517"/>
                  <a:pt x="51647" y="134730"/>
                  <a:pt x="50866" y="130876"/>
                </a:cubicBezTo>
                <a:lnTo>
                  <a:pt x="47115" y="112670"/>
                </a:lnTo>
                <a:cubicBezTo>
                  <a:pt x="43443" y="111108"/>
                  <a:pt x="40031" y="109102"/>
                  <a:pt x="36880" y="106732"/>
                </a:cubicBezTo>
                <a:lnTo>
                  <a:pt x="19143" y="112592"/>
                </a:lnTo>
                <a:cubicBezTo>
                  <a:pt x="15393" y="113842"/>
                  <a:pt x="11277" y="112280"/>
                  <a:pt x="9298" y="108842"/>
                </a:cubicBezTo>
                <a:lnTo>
                  <a:pt x="1511" y="95350"/>
                </a:lnTo>
                <a:cubicBezTo>
                  <a:pt x="-469" y="91913"/>
                  <a:pt x="234" y="87589"/>
                  <a:pt x="3204" y="84959"/>
                </a:cubicBezTo>
                <a:lnTo>
                  <a:pt x="17112" y="72587"/>
                </a:lnTo>
                <a:cubicBezTo>
                  <a:pt x="16877" y="70660"/>
                  <a:pt x="16773" y="68680"/>
                  <a:pt x="16773" y="66675"/>
                </a:cubicBezTo>
                <a:cubicBezTo>
                  <a:pt x="16773" y="64670"/>
                  <a:pt x="16903" y="62690"/>
                  <a:pt x="17112" y="60763"/>
                </a:cubicBezTo>
                <a:lnTo>
                  <a:pt x="3204" y="48391"/>
                </a:lnTo>
                <a:cubicBezTo>
                  <a:pt x="234" y="45761"/>
                  <a:pt x="-443" y="41411"/>
                  <a:pt x="1511" y="38000"/>
                </a:cubicBezTo>
                <a:lnTo>
                  <a:pt x="9298" y="24508"/>
                </a:lnTo>
                <a:cubicBezTo>
                  <a:pt x="11277" y="21070"/>
                  <a:pt x="15393" y="19508"/>
                  <a:pt x="19143" y="20758"/>
                </a:cubicBezTo>
                <a:lnTo>
                  <a:pt x="36801" y="26618"/>
                </a:lnTo>
                <a:cubicBezTo>
                  <a:pt x="39953" y="24248"/>
                  <a:pt x="43391" y="22268"/>
                  <a:pt x="47037" y="20680"/>
                </a:cubicBezTo>
                <a:lnTo>
                  <a:pt x="50814" y="2474"/>
                </a:lnTo>
                <a:close/>
                <a:moveTo>
                  <a:pt x="66753" y="87511"/>
                </a:moveTo>
                <a:cubicBezTo>
                  <a:pt x="74197" y="87483"/>
                  <a:pt x="81061" y="83486"/>
                  <a:pt x="84759" y="77025"/>
                </a:cubicBezTo>
                <a:cubicBezTo>
                  <a:pt x="88456" y="70565"/>
                  <a:pt x="88427" y="62622"/>
                  <a:pt x="84680" y="56189"/>
                </a:cubicBezTo>
                <a:cubicBezTo>
                  <a:pt x="80934" y="49757"/>
                  <a:pt x="74041" y="45811"/>
                  <a:pt x="66597" y="45839"/>
                </a:cubicBezTo>
                <a:cubicBezTo>
                  <a:pt x="59153" y="45867"/>
                  <a:pt x="52289" y="49864"/>
                  <a:pt x="48591" y="56325"/>
                </a:cubicBezTo>
                <a:cubicBezTo>
                  <a:pt x="44894" y="62785"/>
                  <a:pt x="44923" y="70728"/>
                  <a:pt x="48670" y="77161"/>
                </a:cubicBezTo>
                <a:cubicBezTo>
                  <a:pt x="52416" y="83593"/>
                  <a:pt x="59309" y="87539"/>
                  <a:pt x="66753" y="87511"/>
                </a:cubicBez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810375" y="4910138"/>
            <a:ext cx="154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server instance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91275" y="529113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471047" y="5376863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64591" y="22920"/>
                </a:moveTo>
                <a:lnTo>
                  <a:pt x="85427" y="22920"/>
                </a:lnTo>
                <a:lnTo>
                  <a:pt x="85427" y="35421"/>
                </a:lnTo>
                <a:lnTo>
                  <a:pt x="64591" y="35421"/>
                </a:lnTo>
                <a:lnTo>
                  <a:pt x="64591" y="22920"/>
                </a:lnTo>
                <a:close/>
                <a:moveTo>
                  <a:pt x="62508" y="8334"/>
                </a:moveTo>
                <a:cubicBezTo>
                  <a:pt x="55606" y="8334"/>
                  <a:pt x="50006" y="13934"/>
                  <a:pt x="50006" y="20836"/>
                </a:cubicBezTo>
                <a:lnTo>
                  <a:pt x="50006" y="37505"/>
                </a:lnTo>
                <a:cubicBezTo>
                  <a:pt x="50006" y="44407"/>
                  <a:pt x="55606" y="50006"/>
                  <a:pt x="62508" y="50006"/>
                </a:cubicBezTo>
                <a:lnTo>
                  <a:pt x="66675" y="50006"/>
                </a:lnTo>
                <a:lnTo>
                  <a:pt x="66675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33337" y="75009"/>
                </a:lnTo>
                <a:lnTo>
                  <a:pt x="33337" y="83344"/>
                </a:lnTo>
                <a:lnTo>
                  <a:pt x="29170" y="83344"/>
                </a:lnTo>
                <a:cubicBezTo>
                  <a:pt x="22268" y="83344"/>
                  <a:pt x="16669" y="88943"/>
                  <a:pt x="16669" y="95845"/>
                </a:cubicBezTo>
                <a:lnTo>
                  <a:pt x="16669" y="112514"/>
                </a:lnTo>
                <a:cubicBezTo>
                  <a:pt x="16669" y="119416"/>
                  <a:pt x="22268" y="125016"/>
                  <a:pt x="29170" y="125016"/>
                </a:cubicBezTo>
                <a:lnTo>
                  <a:pt x="54173" y="125016"/>
                </a:lnTo>
                <a:cubicBezTo>
                  <a:pt x="61075" y="125016"/>
                  <a:pt x="66675" y="119416"/>
                  <a:pt x="66675" y="112514"/>
                </a:cubicBezTo>
                <a:lnTo>
                  <a:pt x="66675" y="95845"/>
                </a:lnTo>
                <a:cubicBezTo>
                  <a:pt x="66675" y="88943"/>
                  <a:pt x="61075" y="83344"/>
                  <a:pt x="54173" y="83344"/>
                </a:cubicBezTo>
                <a:lnTo>
                  <a:pt x="50006" y="83344"/>
                </a:lnTo>
                <a:lnTo>
                  <a:pt x="50006" y="75009"/>
                </a:lnTo>
                <a:lnTo>
                  <a:pt x="100013" y="75009"/>
                </a:lnTo>
                <a:lnTo>
                  <a:pt x="100013" y="83344"/>
                </a:lnTo>
                <a:lnTo>
                  <a:pt x="95845" y="83344"/>
                </a:lnTo>
                <a:cubicBezTo>
                  <a:pt x="88943" y="83344"/>
                  <a:pt x="83344" y="88943"/>
                  <a:pt x="83344" y="95845"/>
                </a:cubicBezTo>
                <a:lnTo>
                  <a:pt x="83344" y="112514"/>
                </a:lnTo>
                <a:cubicBezTo>
                  <a:pt x="83344" y="119416"/>
                  <a:pt x="88943" y="125016"/>
                  <a:pt x="95845" y="125016"/>
                </a:cubicBezTo>
                <a:lnTo>
                  <a:pt x="120848" y="125016"/>
                </a:lnTo>
                <a:cubicBezTo>
                  <a:pt x="127750" y="125016"/>
                  <a:pt x="133350" y="119416"/>
                  <a:pt x="133350" y="112514"/>
                </a:cubicBezTo>
                <a:lnTo>
                  <a:pt x="133350" y="95845"/>
                </a:lnTo>
                <a:cubicBezTo>
                  <a:pt x="133350" y="88943"/>
                  <a:pt x="127750" y="83344"/>
                  <a:pt x="120848" y="83344"/>
                </a:cubicBezTo>
                <a:lnTo>
                  <a:pt x="116681" y="83344"/>
                </a:lnTo>
                <a:lnTo>
                  <a:pt x="116681" y="75009"/>
                </a:lnTo>
                <a:lnTo>
                  <a:pt x="141684" y="75009"/>
                </a:lnTo>
                <a:cubicBezTo>
                  <a:pt x="146294" y="75009"/>
                  <a:pt x="150019" y="71285"/>
                  <a:pt x="150019" y="66675"/>
                </a:cubicBezTo>
                <a:cubicBezTo>
                  <a:pt x="150019" y="62065"/>
                  <a:pt x="146294" y="58341"/>
                  <a:pt x="141684" y="58341"/>
                </a:cubicBezTo>
                <a:lnTo>
                  <a:pt x="83344" y="58341"/>
                </a:lnTo>
                <a:lnTo>
                  <a:pt x="83344" y="50006"/>
                </a:lnTo>
                <a:lnTo>
                  <a:pt x="87511" y="50006"/>
                </a:lnTo>
                <a:cubicBezTo>
                  <a:pt x="94413" y="50006"/>
                  <a:pt x="100013" y="44407"/>
                  <a:pt x="100013" y="37505"/>
                </a:cubicBezTo>
                <a:lnTo>
                  <a:pt x="100013" y="20836"/>
                </a:lnTo>
                <a:cubicBezTo>
                  <a:pt x="100013" y="13934"/>
                  <a:pt x="94413" y="8334"/>
                  <a:pt x="87511" y="8334"/>
                </a:cubicBezTo>
                <a:lnTo>
                  <a:pt x="62508" y="8334"/>
                </a:lnTo>
                <a:close/>
                <a:moveTo>
                  <a:pt x="116681" y="97929"/>
                </a:moveTo>
                <a:lnTo>
                  <a:pt x="118765" y="97929"/>
                </a:lnTo>
                <a:lnTo>
                  <a:pt x="118765" y="110430"/>
                </a:lnTo>
                <a:lnTo>
                  <a:pt x="97929" y="110430"/>
                </a:lnTo>
                <a:lnTo>
                  <a:pt x="97929" y="97929"/>
                </a:lnTo>
                <a:lnTo>
                  <a:pt x="116681" y="97929"/>
                </a:lnTo>
                <a:close/>
                <a:moveTo>
                  <a:pt x="50006" y="97929"/>
                </a:moveTo>
                <a:lnTo>
                  <a:pt x="52090" y="97929"/>
                </a:lnTo>
                <a:lnTo>
                  <a:pt x="52090" y="110430"/>
                </a:lnTo>
                <a:lnTo>
                  <a:pt x="31254" y="110430"/>
                </a:lnTo>
                <a:lnTo>
                  <a:pt x="31254" y="97929"/>
                </a:lnTo>
                <a:lnTo>
                  <a:pt x="50006" y="97929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810375" y="5329238"/>
            <a:ext cx="981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Listen on port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91275" y="571023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479381" y="5795963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7164" y="59513"/>
                </a:moveTo>
                <a:cubicBezTo>
                  <a:pt x="20628" y="35291"/>
                  <a:pt x="41490" y="16669"/>
                  <a:pt x="66675" y="16669"/>
                </a:cubicBezTo>
                <a:cubicBezTo>
                  <a:pt x="80479" y="16669"/>
                  <a:pt x="92980" y="22268"/>
                  <a:pt x="102044" y="31306"/>
                </a:cubicBezTo>
                <a:cubicBezTo>
                  <a:pt x="102096" y="31358"/>
                  <a:pt x="102148" y="31410"/>
                  <a:pt x="102200" y="31462"/>
                </a:cubicBezTo>
                <a:lnTo>
                  <a:pt x="104180" y="33337"/>
                </a:lnTo>
                <a:lnTo>
                  <a:pt x="91704" y="33337"/>
                </a:lnTo>
                <a:cubicBezTo>
                  <a:pt x="87094" y="33337"/>
                  <a:pt x="83370" y="37062"/>
                  <a:pt x="83370" y="41672"/>
                </a:cubicBezTo>
                <a:cubicBezTo>
                  <a:pt x="83370" y="46282"/>
                  <a:pt x="87094" y="50006"/>
                  <a:pt x="91704" y="50006"/>
                </a:cubicBezTo>
                <a:lnTo>
                  <a:pt x="125042" y="50006"/>
                </a:lnTo>
                <a:cubicBezTo>
                  <a:pt x="129652" y="50006"/>
                  <a:pt x="133376" y="46282"/>
                  <a:pt x="133376" y="41672"/>
                </a:cubicBezTo>
                <a:lnTo>
                  <a:pt x="133376" y="8334"/>
                </a:lnTo>
                <a:cubicBezTo>
                  <a:pt x="133376" y="3724"/>
                  <a:pt x="129652" y="0"/>
                  <a:pt x="125042" y="0"/>
                </a:cubicBezTo>
                <a:cubicBezTo>
                  <a:pt x="120432" y="0"/>
                  <a:pt x="116707" y="3724"/>
                  <a:pt x="116707" y="8334"/>
                </a:cubicBezTo>
                <a:lnTo>
                  <a:pt x="116707" y="22242"/>
                </a:lnTo>
                <a:lnTo>
                  <a:pt x="113764" y="19456"/>
                </a:lnTo>
                <a:cubicBezTo>
                  <a:pt x="101705" y="7449"/>
                  <a:pt x="85037" y="0"/>
                  <a:pt x="66675" y="0"/>
                </a:cubicBezTo>
                <a:cubicBezTo>
                  <a:pt x="33077" y="0"/>
                  <a:pt x="5287" y="24847"/>
                  <a:pt x="677" y="57169"/>
                </a:cubicBezTo>
                <a:cubicBezTo>
                  <a:pt x="26" y="61726"/>
                  <a:pt x="3177" y="65946"/>
                  <a:pt x="7735" y="66597"/>
                </a:cubicBezTo>
                <a:cubicBezTo>
                  <a:pt x="12293" y="67248"/>
                  <a:pt x="16512" y="64071"/>
                  <a:pt x="17164" y="59539"/>
                </a:cubicBezTo>
                <a:close/>
                <a:moveTo>
                  <a:pt x="132673" y="76181"/>
                </a:moveTo>
                <a:cubicBezTo>
                  <a:pt x="133324" y="71624"/>
                  <a:pt x="130146" y="67404"/>
                  <a:pt x="125615" y="66753"/>
                </a:cubicBezTo>
                <a:cubicBezTo>
                  <a:pt x="121083" y="66102"/>
                  <a:pt x="116838" y="69279"/>
                  <a:pt x="116186" y="73811"/>
                </a:cubicBezTo>
                <a:cubicBezTo>
                  <a:pt x="112722" y="98033"/>
                  <a:pt x="91860" y="116655"/>
                  <a:pt x="66675" y="116655"/>
                </a:cubicBezTo>
                <a:cubicBezTo>
                  <a:pt x="52871" y="116655"/>
                  <a:pt x="40370" y="111056"/>
                  <a:pt x="31306" y="102018"/>
                </a:cubicBezTo>
                <a:cubicBezTo>
                  <a:pt x="31254" y="101966"/>
                  <a:pt x="31202" y="101914"/>
                  <a:pt x="31150" y="101862"/>
                </a:cubicBezTo>
                <a:lnTo>
                  <a:pt x="29170" y="99986"/>
                </a:lnTo>
                <a:lnTo>
                  <a:pt x="41646" y="99986"/>
                </a:lnTo>
                <a:cubicBezTo>
                  <a:pt x="46256" y="99986"/>
                  <a:pt x="49980" y="96262"/>
                  <a:pt x="49980" y="91652"/>
                </a:cubicBezTo>
                <a:cubicBezTo>
                  <a:pt x="49980" y="87042"/>
                  <a:pt x="46256" y="83318"/>
                  <a:pt x="41646" y="83318"/>
                </a:cubicBezTo>
                <a:lnTo>
                  <a:pt x="8334" y="83344"/>
                </a:lnTo>
                <a:cubicBezTo>
                  <a:pt x="6121" y="83344"/>
                  <a:pt x="3985" y="84229"/>
                  <a:pt x="2422" y="85818"/>
                </a:cubicBezTo>
                <a:cubicBezTo>
                  <a:pt x="859" y="87407"/>
                  <a:pt x="-26" y="89516"/>
                  <a:pt x="0" y="91756"/>
                </a:cubicBezTo>
                <a:lnTo>
                  <a:pt x="260" y="124833"/>
                </a:lnTo>
                <a:cubicBezTo>
                  <a:pt x="286" y="129443"/>
                  <a:pt x="4063" y="133142"/>
                  <a:pt x="8673" y="133090"/>
                </a:cubicBezTo>
                <a:cubicBezTo>
                  <a:pt x="13283" y="133037"/>
                  <a:pt x="16981" y="129287"/>
                  <a:pt x="16929" y="124677"/>
                </a:cubicBezTo>
                <a:lnTo>
                  <a:pt x="16825" y="111264"/>
                </a:lnTo>
                <a:lnTo>
                  <a:pt x="19612" y="113894"/>
                </a:lnTo>
                <a:cubicBezTo>
                  <a:pt x="31671" y="125901"/>
                  <a:pt x="48313" y="133350"/>
                  <a:pt x="66675" y="133350"/>
                </a:cubicBezTo>
                <a:cubicBezTo>
                  <a:pt x="100273" y="133350"/>
                  <a:pt x="128063" y="108503"/>
                  <a:pt x="132673" y="76181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810375" y="5748338"/>
            <a:ext cx="1790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Handle incoming requests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3c936cd9db6463b5cac21c19404b99a543b04e17.jpg"/>
          <p:cNvPicPr>
            <a:picLocks noChangeAspect="1"/>
          </p:cNvPicPr>
          <p:nvPr/>
        </p:nvPicPr>
        <p:blipFill>
          <a:blip r:embed="rId3">
            <a:alphaModFix amt="30000"/>
          </a:blip>
          <a:srcRect l="111" r="11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/>
              </a:gs>
              <a:gs pos="50000">
                <a:srgbClr val="1A1D21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385763" y="1733550"/>
            <a:ext cx="1562100" cy="428625"/>
          </a:xfrm>
          <a:custGeom>
            <a:avLst/>
            <a:gdLst/>
            <a:ahLst/>
            <a:cxnLst/>
            <a:rect l="l" t="t" r="r" b="b"/>
            <a:pathLst>
              <a:path w="1562100" h="428625">
                <a:moveTo>
                  <a:pt x="114301" y="0"/>
                </a:moveTo>
                <a:lnTo>
                  <a:pt x="1447799" y="0"/>
                </a:lnTo>
                <a:cubicBezTo>
                  <a:pt x="1510926" y="0"/>
                  <a:pt x="1562100" y="51174"/>
                  <a:pt x="1562100" y="114301"/>
                </a:cubicBezTo>
                <a:lnTo>
                  <a:pt x="1562100" y="314324"/>
                </a:lnTo>
                <a:cubicBezTo>
                  <a:pt x="1562100" y="377451"/>
                  <a:pt x="1510926" y="428625"/>
                  <a:pt x="1447799" y="428625"/>
                </a:cubicBezTo>
                <a:lnTo>
                  <a:pt x="114301" y="428625"/>
                </a:lnTo>
                <a:cubicBezTo>
                  <a:pt x="51174" y="428625"/>
                  <a:pt x="0" y="377451"/>
                  <a:pt x="0" y="3143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 w="12700">
            <a:solidFill>
              <a:srgbClr val="4A9E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81025" y="1809750"/>
            <a:ext cx="1267048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kern="0" spc="75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SECTION 03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395538"/>
            <a:ext cx="527685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Request Object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Deep Dive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338638"/>
            <a:ext cx="50482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5F6B7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Understanding the req object and its properties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5091113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447800" y="5091113"/>
            <a:ext cx="457200" cy="38100"/>
          </a:xfrm>
          <a:custGeom>
            <a:avLst/>
            <a:gdLst/>
            <a:ahLst/>
            <a:cxnLst/>
            <a:rect l="l" t="t" r="r" b="b"/>
            <a:pathLst>
              <a:path w="457200" h="38100">
                <a:moveTo>
                  <a:pt x="0" y="0"/>
                </a:moveTo>
                <a:lnTo>
                  <a:pt x="457200" y="0"/>
                </a:lnTo>
                <a:lnTo>
                  <a:pt x="457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9EFF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057400" y="5091113"/>
            <a:ext cx="228600" cy="38100"/>
          </a:xfrm>
          <a:custGeom>
            <a:avLst/>
            <a:gdLst/>
            <a:ahLst/>
            <a:cxnLst/>
            <a:rect l="l" t="t" r="r" b="b"/>
            <a:pathLst>
              <a:path w="228600" h="38100">
                <a:moveTo>
                  <a:pt x="0" y="0"/>
                </a:moveTo>
                <a:lnTo>
                  <a:pt x="228600" y="0"/>
                </a:lnTo>
                <a:lnTo>
                  <a:pt x="228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9EFF">
              <a:alpha val="25098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kern="0" spc="120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REQUEST OBJECT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Request Object (req) ****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338263"/>
            <a:ext cx="6715125" cy="1790700"/>
          </a:xfrm>
          <a:custGeom>
            <a:avLst/>
            <a:gdLst/>
            <a:ahLst/>
            <a:cxnLst/>
            <a:rect l="l" t="t" r="r" b="b"/>
            <a:pathLst>
              <a:path w="6715125" h="1790700">
                <a:moveTo>
                  <a:pt x="152406" y="0"/>
                </a:moveTo>
                <a:lnTo>
                  <a:pt x="6562719" y="0"/>
                </a:lnTo>
                <a:cubicBezTo>
                  <a:pt x="6646890" y="0"/>
                  <a:pt x="6715125" y="68235"/>
                  <a:pt x="6715125" y="152406"/>
                </a:cubicBezTo>
                <a:lnTo>
                  <a:pt x="6715125" y="1638294"/>
                </a:lnTo>
                <a:cubicBezTo>
                  <a:pt x="6715125" y="1722465"/>
                  <a:pt x="6646890" y="1790700"/>
                  <a:pt x="6562719" y="1790700"/>
                </a:cubicBezTo>
                <a:lnTo>
                  <a:pt x="152406" y="1790700"/>
                </a:lnTo>
                <a:cubicBezTo>
                  <a:pt x="68235" y="1790700"/>
                  <a:pt x="0" y="1722465"/>
                  <a:pt x="0" y="1638294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gradFill flip="none" rotWithShape="1">
            <a:gsLst>
              <a:gs pos="0">
                <a:srgbClr val="4A9EF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9EF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19125" y="15716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83431" y="17335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53578"/>
                </a:moveTo>
                <a:cubicBezTo>
                  <a:pt x="0" y="43700"/>
                  <a:pt x="7981" y="35719"/>
                  <a:pt x="17859" y="35719"/>
                </a:cubicBezTo>
                <a:lnTo>
                  <a:pt x="232172" y="35719"/>
                </a:lnTo>
                <a:cubicBezTo>
                  <a:pt x="242050" y="35719"/>
                  <a:pt x="250031" y="43700"/>
                  <a:pt x="250031" y="53578"/>
                </a:cubicBezTo>
                <a:cubicBezTo>
                  <a:pt x="250031" y="63457"/>
                  <a:pt x="242050" y="71438"/>
                  <a:pt x="232172" y="71438"/>
                </a:cubicBezTo>
                <a:lnTo>
                  <a:pt x="17859" y="71438"/>
                </a:lnTo>
                <a:cubicBezTo>
                  <a:pt x="7981" y="71438"/>
                  <a:pt x="0" y="63457"/>
                  <a:pt x="0" y="53578"/>
                </a:cubicBezTo>
                <a:close/>
                <a:moveTo>
                  <a:pt x="35719" y="142875"/>
                </a:moveTo>
                <a:cubicBezTo>
                  <a:pt x="35719" y="132997"/>
                  <a:pt x="43700" y="125016"/>
                  <a:pt x="53578" y="125016"/>
                </a:cubicBezTo>
                <a:lnTo>
                  <a:pt x="267891" y="125016"/>
                </a:lnTo>
                <a:cubicBezTo>
                  <a:pt x="277769" y="125016"/>
                  <a:pt x="285750" y="132997"/>
                  <a:pt x="285750" y="142875"/>
                </a:cubicBezTo>
                <a:cubicBezTo>
                  <a:pt x="285750" y="152753"/>
                  <a:pt x="277769" y="160734"/>
                  <a:pt x="267891" y="160734"/>
                </a:cubicBezTo>
                <a:lnTo>
                  <a:pt x="53578" y="160734"/>
                </a:lnTo>
                <a:cubicBezTo>
                  <a:pt x="43700" y="160734"/>
                  <a:pt x="35719" y="152753"/>
                  <a:pt x="35719" y="142875"/>
                </a:cubicBezTo>
                <a:close/>
                <a:moveTo>
                  <a:pt x="250031" y="232172"/>
                </a:moveTo>
                <a:cubicBezTo>
                  <a:pt x="250031" y="242050"/>
                  <a:pt x="242050" y="250031"/>
                  <a:pt x="232172" y="250031"/>
                </a:cubicBezTo>
                <a:lnTo>
                  <a:pt x="17859" y="250031"/>
                </a:lnTo>
                <a:cubicBezTo>
                  <a:pt x="7981" y="250031"/>
                  <a:pt x="0" y="242050"/>
                  <a:pt x="0" y="232172"/>
                </a:cubicBezTo>
                <a:cubicBezTo>
                  <a:pt x="0" y="222293"/>
                  <a:pt x="7981" y="214313"/>
                  <a:pt x="17859" y="214313"/>
                </a:cubicBezTo>
                <a:lnTo>
                  <a:pt x="232172" y="214313"/>
                </a:lnTo>
                <a:cubicBezTo>
                  <a:pt x="242050" y="214313"/>
                  <a:pt x="250031" y="222293"/>
                  <a:pt x="250031" y="232172"/>
                </a:cubicBez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81125" y="1571625"/>
            <a:ext cx="2286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Readable Stream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81125" y="1914525"/>
            <a:ext cx="2228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A9E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IncomingMessage Instance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19125" y="2333625"/>
            <a:ext cx="63341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r>
              <a:rPr lang="en-US" sz="1350" b="1" dirty="0">
                <a:solidFill>
                  <a:srgbClr val="4A9EFF"/>
                </a:solidFill>
                <a:highlight>
                  <a:srgbClr val="4A9EFF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req </a:t>
            </a:r>
            <a:r>
              <a:rPr lang="en-US" sz="135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 is a readable stream that contains all the data sent by the client in an HTTP request. It's your gateway to understanding what the client wants.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5763" y="3290888"/>
            <a:ext cx="3276600" cy="3181350"/>
          </a:xfrm>
          <a:custGeom>
            <a:avLst/>
            <a:gdLst/>
            <a:ahLst/>
            <a:cxnLst/>
            <a:rect l="l" t="t" r="r" b="b"/>
            <a:pathLst>
              <a:path w="3276600" h="3181350">
                <a:moveTo>
                  <a:pt x="114306" y="0"/>
                </a:moveTo>
                <a:lnTo>
                  <a:pt x="3162294" y="0"/>
                </a:lnTo>
                <a:cubicBezTo>
                  <a:pt x="3225424" y="0"/>
                  <a:pt x="3276600" y="51176"/>
                  <a:pt x="3276600" y="114306"/>
                </a:cubicBezTo>
                <a:lnTo>
                  <a:pt x="3276600" y="3067044"/>
                </a:lnTo>
                <a:cubicBezTo>
                  <a:pt x="3276600" y="3130174"/>
                  <a:pt x="3225424" y="3181350"/>
                  <a:pt x="3162294" y="3181350"/>
                </a:cubicBezTo>
                <a:lnTo>
                  <a:pt x="114306" y="3181350"/>
                </a:lnTo>
                <a:cubicBezTo>
                  <a:pt x="51176" y="3181350"/>
                  <a:pt x="0" y="3130174"/>
                  <a:pt x="0" y="3067044"/>
                </a:cubicBezTo>
                <a:lnTo>
                  <a:pt x="0" y="114306"/>
                </a:lnTo>
                <a:cubicBezTo>
                  <a:pt x="0" y="51176"/>
                  <a:pt x="51176" y="0"/>
                  <a:pt x="114306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9E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23888" y="35052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81075" y="3486150"/>
            <a:ext cx="1809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Contains Client Data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81025" y="3867150"/>
            <a:ext cx="2962275" cy="2409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Holds all request information including URL, method, headers, and body content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22353" y="3290888"/>
            <a:ext cx="3276600" cy="3181350"/>
          </a:xfrm>
          <a:custGeom>
            <a:avLst/>
            <a:gdLst/>
            <a:ahLst/>
            <a:cxnLst/>
            <a:rect l="l" t="t" r="r" b="b"/>
            <a:pathLst>
              <a:path w="3276600" h="3181350">
                <a:moveTo>
                  <a:pt x="114306" y="0"/>
                </a:moveTo>
                <a:lnTo>
                  <a:pt x="3162294" y="0"/>
                </a:lnTo>
                <a:cubicBezTo>
                  <a:pt x="3225424" y="0"/>
                  <a:pt x="3276600" y="51176"/>
                  <a:pt x="3276600" y="114306"/>
                </a:cubicBezTo>
                <a:lnTo>
                  <a:pt x="3276600" y="3067044"/>
                </a:lnTo>
                <a:cubicBezTo>
                  <a:pt x="3276600" y="3130174"/>
                  <a:pt x="3225424" y="3181350"/>
                  <a:pt x="3162294" y="3181350"/>
                </a:cubicBezTo>
                <a:lnTo>
                  <a:pt x="114306" y="3181350"/>
                </a:lnTo>
                <a:cubicBezTo>
                  <a:pt x="51176" y="3181350"/>
                  <a:pt x="0" y="3130174"/>
                  <a:pt x="0" y="3067044"/>
                </a:cubicBezTo>
                <a:lnTo>
                  <a:pt x="0" y="114306"/>
                </a:lnTo>
                <a:cubicBezTo>
                  <a:pt x="0" y="51176"/>
                  <a:pt x="51176" y="0"/>
                  <a:pt x="114306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DE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060478" y="35052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35719" y="46434"/>
                </a:moveTo>
                <a:cubicBezTo>
                  <a:pt x="41633" y="46434"/>
                  <a:pt x="46434" y="41633"/>
                  <a:pt x="46434" y="35719"/>
                </a:cubicBezTo>
                <a:cubicBezTo>
                  <a:pt x="46434" y="29805"/>
                  <a:pt x="41633" y="25003"/>
                  <a:pt x="35719" y="25003"/>
                </a:cubicBezTo>
                <a:cubicBezTo>
                  <a:pt x="29805" y="25003"/>
                  <a:pt x="25003" y="29805"/>
                  <a:pt x="25003" y="35719"/>
                </a:cubicBezTo>
                <a:cubicBezTo>
                  <a:pt x="25003" y="41633"/>
                  <a:pt x="29805" y="46434"/>
                  <a:pt x="35719" y="46434"/>
                </a:cubicBezTo>
                <a:close/>
                <a:moveTo>
                  <a:pt x="71438" y="35719"/>
                </a:moveTo>
                <a:cubicBezTo>
                  <a:pt x="71438" y="50363"/>
                  <a:pt x="62642" y="62954"/>
                  <a:pt x="50006" y="68446"/>
                </a:cubicBezTo>
                <a:lnTo>
                  <a:pt x="50006" y="100013"/>
                </a:lnTo>
                <a:lnTo>
                  <a:pt x="128588" y="100013"/>
                </a:lnTo>
                <a:cubicBezTo>
                  <a:pt x="140419" y="100013"/>
                  <a:pt x="150019" y="90413"/>
                  <a:pt x="150019" y="78581"/>
                </a:cubicBezTo>
                <a:lnTo>
                  <a:pt x="150019" y="68446"/>
                </a:lnTo>
                <a:cubicBezTo>
                  <a:pt x="137383" y="62954"/>
                  <a:pt x="128588" y="50363"/>
                  <a:pt x="128588" y="35719"/>
                </a:cubicBezTo>
                <a:cubicBezTo>
                  <a:pt x="128588" y="15984"/>
                  <a:pt x="144572" y="0"/>
                  <a:pt x="164306" y="0"/>
                </a:cubicBezTo>
                <a:cubicBezTo>
                  <a:pt x="184041" y="0"/>
                  <a:pt x="200025" y="15984"/>
                  <a:pt x="200025" y="35719"/>
                </a:cubicBezTo>
                <a:cubicBezTo>
                  <a:pt x="200025" y="50363"/>
                  <a:pt x="191229" y="62954"/>
                  <a:pt x="178594" y="68446"/>
                </a:cubicBezTo>
                <a:lnTo>
                  <a:pt x="178594" y="78581"/>
                </a:lnTo>
                <a:cubicBezTo>
                  <a:pt x="178594" y="106219"/>
                  <a:pt x="156225" y="128588"/>
                  <a:pt x="128588" y="128588"/>
                </a:cubicBezTo>
                <a:lnTo>
                  <a:pt x="50006" y="128588"/>
                </a:lnTo>
                <a:lnTo>
                  <a:pt x="50006" y="160154"/>
                </a:lnTo>
                <a:cubicBezTo>
                  <a:pt x="62642" y="165646"/>
                  <a:pt x="71438" y="178237"/>
                  <a:pt x="71438" y="192881"/>
                </a:cubicBezTo>
                <a:cubicBezTo>
                  <a:pt x="71438" y="212616"/>
                  <a:pt x="55453" y="228600"/>
                  <a:pt x="35719" y="228600"/>
                </a:cubicBezTo>
                <a:cubicBezTo>
                  <a:pt x="15984" y="228600"/>
                  <a:pt x="0" y="212616"/>
                  <a:pt x="0" y="192881"/>
                </a:cubicBezTo>
                <a:cubicBezTo>
                  <a:pt x="0" y="178237"/>
                  <a:pt x="8796" y="165646"/>
                  <a:pt x="21431" y="160154"/>
                </a:cubicBezTo>
                <a:lnTo>
                  <a:pt x="21431" y="68491"/>
                </a:lnTo>
                <a:cubicBezTo>
                  <a:pt x="8796" y="62954"/>
                  <a:pt x="0" y="50363"/>
                  <a:pt x="0" y="35719"/>
                </a:cubicBezTo>
                <a:cubicBezTo>
                  <a:pt x="0" y="15984"/>
                  <a:pt x="15984" y="0"/>
                  <a:pt x="35719" y="0"/>
                </a:cubicBezTo>
                <a:cubicBezTo>
                  <a:pt x="55453" y="0"/>
                  <a:pt x="71438" y="15984"/>
                  <a:pt x="71438" y="35719"/>
                </a:cubicBezTo>
                <a:close/>
                <a:moveTo>
                  <a:pt x="175022" y="35719"/>
                </a:moveTo>
                <a:cubicBezTo>
                  <a:pt x="175022" y="29805"/>
                  <a:pt x="170220" y="25003"/>
                  <a:pt x="164306" y="25003"/>
                </a:cubicBezTo>
                <a:cubicBezTo>
                  <a:pt x="158392" y="25003"/>
                  <a:pt x="153591" y="29805"/>
                  <a:pt x="153591" y="35719"/>
                </a:cubicBezTo>
                <a:cubicBezTo>
                  <a:pt x="153591" y="41633"/>
                  <a:pt x="158392" y="46434"/>
                  <a:pt x="164306" y="46434"/>
                </a:cubicBezTo>
                <a:cubicBezTo>
                  <a:pt x="170220" y="46434"/>
                  <a:pt x="175022" y="41633"/>
                  <a:pt x="175022" y="35719"/>
                </a:cubicBezTo>
                <a:close/>
                <a:moveTo>
                  <a:pt x="35719" y="203597"/>
                </a:moveTo>
                <a:cubicBezTo>
                  <a:pt x="41633" y="203597"/>
                  <a:pt x="46434" y="198795"/>
                  <a:pt x="46434" y="192881"/>
                </a:cubicBezTo>
                <a:cubicBezTo>
                  <a:pt x="46434" y="186967"/>
                  <a:pt x="41633" y="182166"/>
                  <a:pt x="35719" y="182166"/>
                </a:cubicBezTo>
                <a:cubicBezTo>
                  <a:pt x="29805" y="182166"/>
                  <a:pt x="25003" y="186967"/>
                  <a:pt x="25003" y="192881"/>
                </a:cubicBezTo>
                <a:cubicBezTo>
                  <a:pt x="25003" y="198795"/>
                  <a:pt x="29805" y="203597"/>
                  <a:pt x="35719" y="203597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417665" y="3486150"/>
            <a:ext cx="160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Logic Handler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017615" y="3867150"/>
            <a:ext cx="2962275" cy="2409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Essential for routing, authentication, validation, and processing API requests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39980" y="1343025"/>
            <a:ext cx="4457700" cy="1876425"/>
          </a:xfrm>
          <a:custGeom>
            <a:avLst/>
            <a:gdLst/>
            <a:ahLst/>
            <a:cxnLst/>
            <a:rect l="l" t="t" r="r" b="b"/>
            <a:pathLst>
              <a:path w="4457700" h="1876425">
                <a:moveTo>
                  <a:pt x="152403" y="0"/>
                </a:moveTo>
                <a:lnTo>
                  <a:pt x="4305297" y="0"/>
                </a:lnTo>
                <a:cubicBezTo>
                  <a:pt x="4389467" y="0"/>
                  <a:pt x="4457700" y="68233"/>
                  <a:pt x="4457700" y="152403"/>
                </a:cubicBezTo>
                <a:lnTo>
                  <a:pt x="4457700" y="1724022"/>
                </a:lnTo>
                <a:cubicBezTo>
                  <a:pt x="4457700" y="1808192"/>
                  <a:pt x="4389467" y="1876425"/>
                  <a:pt x="4305297" y="1876425"/>
                </a:cubicBezTo>
                <a:lnTo>
                  <a:pt x="152403" y="1876425"/>
                </a:lnTo>
                <a:cubicBezTo>
                  <a:pt x="68233" y="1876425"/>
                  <a:pt x="0" y="1808192"/>
                  <a:pt x="0" y="1724022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gradFill flip="none" rotWithShape="1">
            <a:gsLst>
              <a:gs pos="0">
                <a:srgbClr val="4ADE8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2540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563817" y="15811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3344" y="59531"/>
                </a:moveTo>
                <a:cubicBezTo>
                  <a:pt x="83344" y="52960"/>
                  <a:pt x="88679" y="47625"/>
                  <a:pt x="95250" y="47625"/>
                </a:cubicBezTo>
                <a:cubicBezTo>
                  <a:pt x="101821" y="47625"/>
                  <a:pt x="107156" y="52960"/>
                  <a:pt x="107156" y="59531"/>
                </a:cubicBezTo>
                <a:cubicBezTo>
                  <a:pt x="107156" y="66102"/>
                  <a:pt x="101821" y="71438"/>
                  <a:pt x="95250" y="71438"/>
                </a:cubicBezTo>
                <a:cubicBezTo>
                  <a:pt x="88679" y="71438"/>
                  <a:pt x="83344" y="66102"/>
                  <a:pt x="83344" y="59531"/>
                </a:cubicBezTo>
                <a:close/>
                <a:moveTo>
                  <a:pt x="80367" y="83344"/>
                </a:moveTo>
                <a:lnTo>
                  <a:pt x="98227" y="83344"/>
                </a:lnTo>
                <a:cubicBezTo>
                  <a:pt x="103175" y="83344"/>
                  <a:pt x="107156" y="87325"/>
                  <a:pt x="107156" y="92273"/>
                </a:cubicBezTo>
                <a:lnTo>
                  <a:pt x="107156" y="125016"/>
                </a:lnTo>
                <a:lnTo>
                  <a:pt x="110133" y="125016"/>
                </a:lnTo>
                <a:cubicBezTo>
                  <a:pt x="115081" y="125016"/>
                  <a:pt x="119063" y="128997"/>
                  <a:pt x="119063" y="133945"/>
                </a:cubicBezTo>
                <a:cubicBezTo>
                  <a:pt x="119063" y="138894"/>
                  <a:pt x="115081" y="142875"/>
                  <a:pt x="110133" y="142875"/>
                </a:cubicBezTo>
                <a:lnTo>
                  <a:pt x="80367" y="142875"/>
                </a:lnTo>
                <a:cubicBezTo>
                  <a:pt x="75419" y="142875"/>
                  <a:pt x="71438" y="138894"/>
                  <a:pt x="71438" y="133945"/>
                </a:cubicBezTo>
                <a:cubicBezTo>
                  <a:pt x="71438" y="128997"/>
                  <a:pt x="75419" y="125016"/>
                  <a:pt x="80367" y="125016"/>
                </a:cubicBezTo>
                <a:lnTo>
                  <a:pt x="89297" y="125016"/>
                </a:lnTo>
                <a:lnTo>
                  <a:pt x="89297" y="101203"/>
                </a:lnTo>
                <a:lnTo>
                  <a:pt x="80367" y="101203"/>
                </a:lnTo>
                <a:cubicBezTo>
                  <a:pt x="75419" y="101203"/>
                  <a:pt x="71438" y="97222"/>
                  <a:pt x="71438" y="92273"/>
                </a:cubicBezTo>
                <a:cubicBezTo>
                  <a:pt x="71438" y="87325"/>
                  <a:pt x="75419" y="83344"/>
                  <a:pt x="80367" y="83344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8130" y="1543050"/>
            <a:ext cx="3914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559055" y="1962150"/>
            <a:ext cx="4038600" cy="1057275"/>
          </a:xfrm>
          <a:custGeom>
            <a:avLst/>
            <a:gdLst/>
            <a:ahLst/>
            <a:cxnLst/>
            <a:rect l="l" t="t" r="r" b="b"/>
            <a:pathLst>
              <a:path w="4038600" h="1057275">
                <a:moveTo>
                  <a:pt x="38100" y="0"/>
                </a:moveTo>
                <a:lnTo>
                  <a:pt x="3924298" y="0"/>
                </a:lnTo>
                <a:cubicBezTo>
                  <a:pt x="3987425" y="0"/>
                  <a:pt x="4038600" y="51175"/>
                  <a:pt x="4038600" y="114302"/>
                </a:cubicBezTo>
                <a:lnTo>
                  <a:pt x="4038600" y="942973"/>
                </a:lnTo>
                <a:cubicBezTo>
                  <a:pt x="4038600" y="1006100"/>
                  <a:pt x="3987425" y="1057275"/>
                  <a:pt x="3924298" y="1057275"/>
                </a:cubicBezTo>
                <a:lnTo>
                  <a:pt x="38100" y="1057275"/>
                </a:lnTo>
                <a:cubicBezTo>
                  <a:pt x="17072" y="1057275"/>
                  <a:pt x="0" y="1040203"/>
                  <a:pt x="0" y="10191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559055" y="1962150"/>
            <a:ext cx="38100" cy="1057275"/>
          </a:xfrm>
          <a:custGeom>
            <a:avLst/>
            <a:gdLst/>
            <a:ahLst/>
            <a:cxnLst/>
            <a:rect l="l" t="t" r="r" b="b"/>
            <a:pathLst>
              <a:path w="38100" h="1057275">
                <a:moveTo>
                  <a:pt x="38100" y="0"/>
                </a:moveTo>
                <a:lnTo>
                  <a:pt x="38100" y="0"/>
                </a:lnTo>
                <a:lnTo>
                  <a:pt x="38100" y="1057275"/>
                </a:lnTo>
                <a:lnTo>
                  <a:pt x="38100" y="1057275"/>
                </a:lnTo>
                <a:cubicBezTo>
                  <a:pt x="17072" y="1057275"/>
                  <a:pt x="0" y="1040203"/>
                  <a:pt x="0" y="10191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730505" y="2114550"/>
            <a:ext cx="379095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HTTP request creates a new </a:t>
            </a:r>
            <a:r>
              <a:rPr lang="en-US" sz="1200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req</a:t>
            </a:r>
            <a:r>
              <a:rPr lang="en-US" sz="1200" dirty="0">
                <a:solidFill>
                  <a:srgbClr val="4A9EFF"/>
                </a:solidFill>
                <a:highlight>
                  <a:srgbClr val="4A9EFF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object. Understanding its properties is crucial for building robust APIs.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335217" y="3386138"/>
            <a:ext cx="4467225" cy="3086100"/>
          </a:xfrm>
          <a:custGeom>
            <a:avLst/>
            <a:gdLst/>
            <a:ahLst/>
            <a:cxnLst/>
            <a:rect l="l" t="t" r="r" b="b"/>
            <a:pathLst>
              <a:path w="4467225" h="3086100">
                <a:moveTo>
                  <a:pt x="114309" y="0"/>
                </a:moveTo>
                <a:lnTo>
                  <a:pt x="4352916" y="0"/>
                </a:lnTo>
                <a:cubicBezTo>
                  <a:pt x="4416047" y="0"/>
                  <a:pt x="4467225" y="51178"/>
                  <a:pt x="4467225" y="114309"/>
                </a:cubicBezTo>
                <a:lnTo>
                  <a:pt x="4467225" y="2971791"/>
                </a:lnTo>
                <a:cubicBezTo>
                  <a:pt x="4467225" y="3034922"/>
                  <a:pt x="4416047" y="3086100"/>
                  <a:pt x="4352916" y="3086100"/>
                </a:cubicBezTo>
                <a:lnTo>
                  <a:pt x="114309" y="3086100"/>
                </a:lnTo>
                <a:cubicBezTo>
                  <a:pt x="51178" y="3086100"/>
                  <a:pt x="0" y="3034922"/>
                  <a:pt x="0" y="2971791"/>
                </a:cubicBezTo>
                <a:lnTo>
                  <a:pt x="0" y="114309"/>
                </a:lnTo>
                <a:cubicBezTo>
                  <a:pt x="0" y="51220"/>
                  <a:pt x="51220" y="0"/>
                  <a:pt x="114309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9E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530480" y="3581400"/>
            <a:ext cx="4162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Request Object Inheritance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530480" y="40195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644780" y="41338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57150" y="19050"/>
                </a:moveTo>
                <a:cubicBezTo>
                  <a:pt x="57150" y="13781"/>
                  <a:pt x="61406" y="9525"/>
                  <a:pt x="66675" y="9525"/>
                </a:cubicBezTo>
                <a:lnTo>
                  <a:pt x="85725" y="9525"/>
                </a:lnTo>
                <a:cubicBezTo>
                  <a:pt x="90994" y="9525"/>
                  <a:pt x="95250" y="13781"/>
                  <a:pt x="95250" y="19050"/>
                </a:cubicBezTo>
                <a:lnTo>
                  <a:pt x="95250" y="38100"/>
                </a:lnTo>
                <a:cubicBezTo>
                  <a:pt x="95250" y="43369"/>
                  <a:pt x="90994" y="47625"/>
                  <a:pt x="85725" y="47625"/>
                </a:cubicBezTo>
                <a:lnTo>
                  <a:pt x="83344" y="47625"/>
                </a:lnTo>
                <a:lnTo>
                  <a:pt x="83344" y="66675"/>
                </a:lnTo>
                <a:lnTo>
                  <a:pt x="119062" y="66675"/>
                </a:lnTo>
                <a:cubicBezTo>
                  <a:pt x="130909" y="66675"/>
                  <a:pt x="140494" y="76260"/>
                  <a:pt x="140494" y="88106"/>
                </a:cubicBezTo>
                <a:lnTo>
                  <a:pt x="140494" y="104775"/>
                </a:lnTo>
                <a:lnTo>
                  <a:pt x="142875" y="104775"/>
                </a:lnTo>
                <a:cubicBezTo>
                  <a:pt x="148144" y="104775"/>
                  <a:pt x="152400" y="109031"/>
                  <a:pt x="152400" y="114300"/>
                </a:cubicBezTo>
                <a:lnTo>
                  <a:pt x="152400" y="133350"/>
                </a:lnTo>
                <a:cubicBezTo>
                  <a:pt x="152400" y="138619"/>
                  <a:pt x="148144" y="142875"/>
                  <a:pt x="142875" y="142875"/>
                </a:cubicBezTo>
                <a:lnTo>
                  <a:pt x="123825" y="142875"/>
                </a:lnTo>
                <a:cubicBezTo>
                  <a:pt x="118556" y="142875"/>
                  <a:pt x="114300" y="138619"/>
                  <a:pt x="114300" y="133350"/>
                </a:cubicBezTo>
                <a:lnTo>
                  <a:pt x="114300" y="114300"/>
                </a:lnTo>
                <a:cubicBezTo>
                  <a:pt x="114300" y="109031"/>
                  <a:pt x="118556" y="104775"/>
                  <a:pt x="123825" y="104775"/>
                </a:cubicBezTo>
                <a:lnTo>
                  <a:pt x="126206" y="104775"/>
                </a:lnTo>
                <a:lnTo>
                  <a:pt x="126206" y="88106"/>
                </a:lnTo>
                <a:cubicBezTo>
                  <a:pt x="126206" y="84147"/>
                  <a:pt x="123021" y="80962"/>
                  <a:pt x="119062" y="80962"/>
                </a:cubicBezTo>
                <a:lnTo>
                  <a:pt x="83344" y="80962"/>
                </a:lnTo>
                <a:lnTo>
                  <a:pt x="83344" y="104775"/>
                </a:lnTo>
                <a:lnTo>
                  <a:pt x="85725" y="104775"/>
                </a:lnTo>
                <a:cubicBezTo>
                  <a:pt x="90994" y="104775"/>
                  <a:pt x="95250" y="109031"/>
                  <a:pt x="95250" y="114300"/>
                </a:cubicBezTo>
                <a:lnTo>
                  <a:pt x="95250" y="133350"/>
                </a:lnTo>
                <a:cubicBezTo>
                  <a:pt x="95250" y="138619"/>
                  <a:pt x="90994" y="142875"/>
                  <a:pt x="85725" y="142875"/>
                </a:cubicBezTo>
                <a:lnTo>
                  <a:pt x="66675" y="142875"/>
                </a:lnTo>
                <a:cubicBezTo>
                  <a:pt x="61406" y="142875"/>
                  <a:pt x="57150" y="138619"/>
                  <a:pt x="57150" y="133350"/>
                </a:cubicBezTo>
                <a:lnTo>
                  <a:pt x="57150" y="114300"/>
                </a:lnTo>
                <a:cubicBezTo>
                  <a:pt x="57150" y="109031"/>
                  <a:pt x="61406" y="104775"/>
                  <a:pt x="66675" y="104775"/>
                </a:cubicBezTo>
                <a:lnTo>
                  <a:pt x="69056" y="104775"/>
                </a:lnTo>
                <a:lnTo>
                  <a:pt x="69056" y="80962"/>
                </a:lnTo>
                <a:lnTo>
                  <a:pt x="33338" y="80962"/>
                </a:lnTo>
                <a:cubicBezTo>
                  <a:pt x="29379" y="80962"/>
                  <a:pt x="26194" y="84147"/>
                  <a:pt x="26194" y="88106"/>
                </a:cubicBezTo>
                <a:lnTo>
                  <a:pt x="26194" y="104775"/>
                </a:lnTo>
                <a:lnTo>
                  <a:pt x="28575" y="104775"/>
                </a:lnTo>
                <a:cubicBezTo>
                  <a:pt x="33844" y="104775"/>
                  <a:pt x="38100" y="109031"/>
                  <a:pt x="38100" y="114300"/>
                </a:cubicBezTo>
                <a:lnTo>
                  <a:pt x="38100" y="133350"/>
                </a:lnTo>
                <a:cubicBezTo>
                  <a:pt x="38100" y="138619"/>
                  <a:pt x="33844" y="142875"/>
                  <a:pt x="28575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114300"/>
                </a:lnTo>
                <a:cubicBezTo>
                  <a:pt x="0" y="109031"/>
                  <a:pt x="4256" y="104775"/>
                  <a:pt x="9525" y="104775"/>
                </a:cubicBezTo>
                <a:lnTo>
                  <a:pt x="11906" y="104775"/>
                </a:lnTo>
                <a:lnTo>
                  <a:pt x="11906" y="88106"/>
                </a:lnTo>
                <a:cubicBezTo>
                  <a:pt x="11906" y="76260"/>
                  <a:pt x="21491" y="66675"/>
                  <a:pt x="33338" y="66675"/>
                </a:cubicBezTo>
                <a:lnTo>
                  <a:pt x="69056" y="66675"/>
                </a:lnTo>
                <a:lnTo>
                  <a:pt x="69056" y="47625"/>
                </a:lnTo>
                <a:lnTo>
                  <a:pt x="66675" y="47625"/>
                </a:lnTo>
                <a:cubicBezTo>
                  <a:pt x="61406" y="47625"/>
                  <a:pt x="57150" y="43369"/>
                  <a:pt x="57150" y="38100"/>
                </a:cubicBezTo>
                <a:lnTo>
                  <a:pt x="57150" y="19050"/>
                </a:ln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025780" y="4000500"/>
            <a:ext cx="1190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Stream.Readable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025780" y="4229100"/>
            <a:ext cx="1181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 class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530480" y="45529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663830" y="466725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50423" y="149602"/>
                </a:moveTo>
                <a:cubicBezTo>
                  <a:pt x="54144" y="153323"/>
                  <a:pt x="60186" y="153323"/>
                  <a:pt x="63907" y="149602"/>
                </a:cubicBezTo>
                <a:lnTo>
                  <a:pt x="111532" y="101977"/>
                </a:lnTo>
                <a:cubicBezTo>
                  <a:pt x="115253" y="98256"/>
                  <a:pt x="115253" y="92214"/>
                  <a:pt x="111532" y="88493"/>
                </a:cubicBezTo>
                <a:cubicBezTo>
                  <a:pt x="107811" y="84773"/>
                  <a:pt x="101769" y="84773"/>
                  <a:pt x="98048" y="88493"/>
                </a:cubicBezTo>
                <a:lnTo>
                  <a:pt x="66675" y="119866"/>
                </a:lnTo>
                <a:lnTo>
                  <a:pt x="66675" y="9525"/>
                </a:lnTo>
                <a:cubicBezTo>
                  <a:pt x="66675" y="4256"/>
                  <a:pt x="62419" y="0"/>
                  <a:pt x="57150" y="0"/>
                </a:cubicBezTo>
                <a:cubicBezTo>
                  <a:pt x="51881" y="0"/>
                  <a:pt x="47625" y="4256"/>
                  <a:pt x="47625" y="9525"/>
                </a:cubicBezTo>
                <a:lnTo>
                  <a:pt x="47625" y="119866"/>
                </a:lnTo>
                <a:lnTo>
                  <a:pt x="16252" y="88493"/>
                </a:lnTo>
                <a:cubicBezTo>
                  <a:pt x="12531" y="84772"/>
                  <a:pt x="6489" y="84772"/>
                  <a:pt x="2768" y="88493"/>
                </a:cubicBezTo>
                <a:cubicBezTo>
                  <a:pt x="-953" y="92214"/>
                  <a:pt x="-953" y="98256"/>
                  <a:pt x="2768" y="101977"/>
                </a:cubicBezTo>
                <a:lnTo>
                  <a:pt x="50393" y="149602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025780" y="4533900"/>
            <a:ext cx="156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http.IncomingMessage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025780" y="4762500"/>
            <a:ext cx="1552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HTTP-specific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kern="0" spc="120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REQUEST OBJECT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Important req Properties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338263"/>
            <a:ext cx="5610225" cy="1828800"/>
          </a:xfrm>
          <a:custGeom>
            <a:avLst/>
            <a:gdLst/>
            <a:ahLst/>
            <a:cxnLst/>
            <a:rect l="l" t="t" r="r" b="b"/>
            <a:pathLst>
              <a:path w="5610225" h="1828800">
                <a:moveTo>
                  <a:pt x="152394" y="0"/>
                </a:moveTo>
                <a:lnTo>
                  <a:pt x="5457831" y="0"/>
                </a:lnTo>
                <a:cubicBezTo>
                  <a:pt x="5541996" y="0"/>
                  <a:pt x="5610225" y="68229"/>
                  <a:pt x="5610225" y="152394"/>
                </a:cubicBezTo>
                <a:lnTo>
                  <a:pt x="5610225" y="1676406"/>
                </a:lnTo>
                <a:cubicBezTo>
                  <a:pt x="5610225" y="1760571"/>
                  <a:pt x="5541996" y="1828800"/>
                  <a:pt x="5457831" y="1828800"/>
                </a:cubicBezTo>
                <a:lnTo>
                  <a:pt x="152394" y="1828800"/>
                </a:lnTo>
                <a:cubicBezTo>
                  <a:pt x="68229" y="1828800"/>
                  <a:pt x="0" y="1760571"/>
                  <a:pt x="0" y="1676406"/>
                </a:cubicBezTo>
                <a:lnTo>
                  <a:pt x="0" y="152394"/>
                </a:lnTo>
                <a:cubicBezTo>
                  <a:pt x="0" y="68285"/>
                  <a:pt x="68285" y="0"/>
                  <a:pt x="152394" y="0"/>
                </a:cubicBezTo>
                <a:close/>
              </a:path>
            </a:pathLst>
          </a:custGeom>
          <a:gradFill flip="none" rotWithShape="1">
            <a:gsLst>
              <a:gs pos="0">
                <a:srgbClr val="4A9EF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9EF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81025" y="15335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14375" y="16668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56034"/>
                </a:moveTo>
                <a:lnTo>
                  <a:pt x="151284" y="91753"/>
                </a:lnTo>
                <a:cubicBezTo>
                  <a:pt x="147861" y="95176"/>
                  <a:pt x="142763" y="96180"/>
                  <a:pt x="138299" y="94320"/>
                </a:cubicBezTo>
                <a:cubicBezTo>
                  <a:pt x="133834" y="92459"/>
                  <a:pt x="130969" y="88143"/>
                  <a:pt x="130969" y="83344"/>
                </a:cubicBezTo>
                <a:lnTo>
                  <a:pt x="130969" y="59531"/>
                </a:lnTo>
                <a:lnTo>
                  <a:pt x="11906" y="59531"/>
                </a:lnTo>
                <a:cubicBezTo>
                  <a:pt x="5321" y="59531"/>
                  <a:pt x="0" y="54211"/>
                  <a:pt x="0" y="47625"/>
                </a:cubicBezTo>
                <a:cubicBezTo>
                  <a:pt x="0" y="41039"/>
                  <a:pt x="5321" y="35719"/>
                  <a:pt x="11906" y="35719"/>
                </a:cubicBezTo>
                <a:lnTo>
                  <a:pt x="130969" y="35719"/>
                </a:lnTo>
                <a:lnTo>
                  <a:pt x="130969" y="11906"/>
                </a:lnTo>
                <a:cubicBezTo>
                  <a:pt x="130969" y="7107"/>
                  <a:pt x="133871" y="2753"/>
                  <a:pt x="138336" y="893"/>
                </a:cubicBezTo>
                <a:cubicBezTo>
                  <a:pt x="142801" y="-967"/>
                  <a:pt x="147898" y="74"/>
                  <a:pt x="151321" y="3460"/>
                </a:cubicBezTo>
                <a:lnTo>
                  <a:pt x="187040" y="39179"/>
                </a:lnTo>
                <a:cubicBezTo>
                  <a:pt x="191691" y="43830"/>
                  <a:pt x="191691" y="51383"/>
                  <a:pt x="187040" y="56034"/>
                </a:cubicBezTo>
                <a:close/>
                <a:moveTo>
                  <a:pt x="39179" y="187003"/>
                </a:moveTo>
                <a:lnTo>
                  <a:pt x="3460" y="151284"/>
                </a:lnTo>
                <a:cubicBezTo>
                  <a:pt x="-1191" y="146633"/>
                  <a:pt x="-1191" y="139080"/>
                  <a:pt x="3460" y="134429"/>
                </a:cubicBezTo>
                <a:lnTo>
                  <a:pt x="39179" y="98710"/>
                </a:lnTo>
                <a:cubicBezTo>
                  <a:pt x="42602" y="95287"/>
                  <a:pt x="47699" y="94283"/>
                  <a:pt x="52164" y="96143"/>
                </a:cubicBezTo>
                <a:cubicBezTo>
                  <a:pt x="56629" y="98003"/>
                  <a:pt x="59531" y="102357"/>
                  <a:pt x="59531" y="107156"/>
                </a:cubicBezTo>
                <a:lnTo>
                  <a:pt x="59531" y="130969"/>
                </a:lnTo>
                <a:lnTo>
                  <a:pt x="178594" y="130969"/>
                </a:lnTo>
                <a:cubicBezTo>
                  <a:pt x="185179" y="130969"/>
                  <a:pt x="190500" y="136289"/>
                  <a:pt x="190500" y="142875"/>
                </a:cubicBezTo>
                <a:cubicBezTo>
                  <a:pt x="190500" y="149461"/>
                  <a:pt x="185179" y="154781"/>
                  <a:pt x="178594" y="154781"/>
                </a:cubicBezTo>
                <a:lnTo>
                  <a:pt x="59531" y="154781"/>
                </a:lnTo>
                <a:lnTo>
                  <a:pt x="59531" y="178594"/>
                </a:lnTo>
                <a:cubicBezTo>
                  <a:pt x="59531" y="183393"/>
                  <a:pt x="56629" y="187747"/>
                  <a:pt x="52164" y="189607"/>
                </a:cubicBezTo>
                <a:cubicBezTo>
                  <a:pt x="47699" y="191467"/>
                  <a:pt x="42602" y="190426"/>
                  <a:pt x="39179" y="187040"/>
                </a:cubicBez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52525" y="1533525"/>
            <a:ext cx="106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req.method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52525" y="1800225"/>
            <a:ext cx="1038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9E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 Method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5788" y="2109788"/>
            <a:ext cx="5210175" cy="476250"/>
          </a:xfrm>
          <a:custGeom>
            <a:avLst/>
            <a:gdLst/>
            <a:ahLst/>
            <a:cxnLst/>
            <a:rect l="l" t="t" r="r" b="b"/>
            <a:pathLst>
              <a:path w="5210175" h="476250">
                <a:moveTo>
                  <a:pt x="76200" y="0"/>
                </a:moveTo>
                <a:lnTo>
                  <a:pt x="5133975" y="0"/>
                </a:lnTo>
                <a:cubicBezTo>
                  <a:pt x="5176031" y="0"/>
                  <a:pt x="5210175" y="34144"/>
                  <a:pt x="5210175" y="76200"/>
                </a:cubicBezTo>
                <a:lnTo>
                  <a:pt x="5210175" y="400050"/>
                </a:lnTo>
                <a:cubicBezTo>
                  <a:pt x="5210175" y="442106"/>
                  <a:pt x="5176031" y="476250"/>
                  <a:pt x="5133975" y="476250"/>
                </a:cubicBezTo>
                <a:lnTo>
                  <a:pt x="76200" y="476250"/>
                </a:lnTo>
                <a:cubicBezTo>
                  <a:pt x="34144" y="476250"/>
                  <a:pt x="0" y="442106"/>
                  <a:pt x="0" y="40005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 w="12700">
            <a:solidFill>
              <a:srgbClr val="4A9EF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04850" y="2257425"/>
            <a:ext cx="310403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console.log(req.method); </a:t>
            </a:r>
            <a:r>
              <a:rPr lang="en-US" sz="1200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"GET"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81025" y="2700338"/>
            <a:ext cx="457200" cy="266700"/>
          </a:xfrm>
          <a:custGeom>
            <a:avLst/>
            <a:gdLst/>
            <a:ahLst/>
            <a:cxnLst/>
            <a:rect l="l" t="t" r="r" b="b"/>
            <a:pathLst>
              <a:path w="457200" h="266700">
                <a:moveTo>
                  <a:pt x="133350" y="0"/>
                </a:moveTo>
                <a:lnTo>
                  <a:pt x="323850" y="0"/>
                </a:lnTo>
                <a:cubicBezTo>
                  <a:pt x="397448" y="0"/>
                  <a:pt x="457200" y="59752"/>
                  <a:pt x="457200" y="133350"/>
                </a:cubicBezTo>
                <a:lnTo>
                  <a:pt x="457200" y="133350"/>
                </a:lnTo>
                <a:cubicBezTo>
                  <a:pt x="457200" y="206948"/>
                  <a:pt x="397448" y="266700"/>
                  <a:pt x="3238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81025" y="2700338"/>
            <a:ext cx="5238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9E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116137" y="2700338"/>
            <a:ext cx="542925" cy="266700"/>
          </a:xfrm>
          <a:custGeom>
            <a:avLst/>
            <a:gdLst/>
            <a:ahLst/>
            <a:cxnLst/>
            <a:rect l="l" t="t" r="r" b="b"/>
            <a:pathLst>
              <a:path w="542925" h="266700">
                <a:moveTo>
                  <a:pt x="133350" y="0"/>
                </a:moveTo>
                <a:lnTo>
                  <a:pt x="409575" y="0"/>
                </a:lnTo>
                <a:cubicBezTo>
                  <a:pt x="483173" y="0"/>
                  <a:pt x="542925" y="59752"/>
                  <a:pt x="542925" y="133350"/>
                </a:cubicBezTo>
                <a:lnTo>
                  <a:pt x="542925" y="133350"/>
                </a:lnTo>
                <a:cubicBezTo>
                  <a:pt x="542925" y="206948"/>
                  <a:pt x="483173" y="266700"/>
                  <a:pt x="4095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16137" y="2700338"/>
            <a:ext cx="6096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736899" y="2700338"/>
            <a:ext cx="466725" cy="266700"/>
          </a:xfrm>
          <a:custGeom>
            <a:avLst/>
            <a:gdLst/>
            <a:ahLst/>
            <a:cxnLst/>
            <a:rect l="l" t="t" r="r" b="b"/>
            <a:pathLst>
              <a:path w="466725" h="266700">
                <a:moveTo>
                  <a:pt x="133350" y="0"/>
                </a:moveTo>
                <a:lnTo>
                  <a:pt x="333375" y="0"/>
                </a:lnTo>
                <a:cubicBezTo>
                  <a:pt x="406973" y="0"/>
                  <a:pt x="466725" y="59752"/>
                  <a:pt x="466725" y="133350"/>
                </a:cubicBezTo>
                <a:lnTo>
                  <a:pt x="466725" y="133350"/>
                </a:lnTo>
                <a:cubicBezTo>
                  <a:pt x="466725" y="206948"/>
                  <a:pt x="406973" y="266700"/>
                  <a:pt x="3333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736899" y="2700338"/>
            <a:ext cx="5334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9E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275061" y="2700338"/>
            <a:ext cx="666750" cy="266700"/>
          </a:xfrm>
          <a:custGeom>
            <a:avLst/>
            <a:gdLst/>
            <a:ahLst/>
            <a:cxnLst/>
            <a:rect l="l" t="t" r="r" b="b"/>
            <a:pathLst>
              <a:path w="666750" h="266700">
                <a:moveTo>
                  <a:pt x="133350" y="0"/>
                </a:moveTo>
                <a:lnTo>
                  <a:pt x="533400" y="0"/>
                </a:lnTo>
                <a:cubicBezTo>
                  <a:pt x="606998" y="0"/>
                  <a:pt x="666750" y="59752"/>
                  <a:pt x="666750" y="133350"/>
                </a:cubicBezTo>
                <a:lnTo>
                  <a:pt x="666750" y="133350"/>
                </a:lnTo>
                <a:cubicBezTo>
                  <a:pt x="666750" y="206948"/>
                  <a:pt x="606998" y="266700"/>
                  <a:pt x="5334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275061" y="2700338"/>
            <a:ext cx="7334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9E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DELETE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5763" y="3324225"/>
            <a:ext cx="5610225" cy="1447800"/>
          </a:xfrm>
          <a:custGeom>
            <a:avLst/>
            <a:gdLst/>
            <a:ahLst/>
            <a:cxnLst/>
            <a:rect l="l" t="t" r="r" b="b"/>
            <a:pathLst>
              <a:path w="5610225" h="1447800">
                <a:moveTo>
                  <a:pt x="152395" y="0"/>
                </a:moveTo>
                <a:lnTo>
                  <a:pt x="5457830" y="0"/>
                </a:lnTo>
                <a:cubicBezTo>
                  <a:pt x="5541939" y="0"/>
                  <a:pt x="5610225" y="68286"/>
                  <a:pt x="5610225" y="152395"/>
                </a:cubicBezTo>
                <a:lnTo>
                  <a:pt x="5610225" y="1295405"/>
                </a:lnTo>
                <a:cubicBezTo>
                  <a:pt x="5610225" y="1379514"/>
                  <a:pt x="5541939" y="1447800"/>
                  <a:pt x="5457830" y="1447800"/>
                </a:cubicBezTo>
                <a:lnTo>
                  <a:pt x="152395" y="1447800"/>
                </a:lnTo>
                <a:cubicBezTo>
                  <a:pt x="68286" y="1447800"/>
                  <a:pt x="0" y="1379514"/>
                  <a:pt x="0" y="1295405"/>
                </a:cubicBezTo>
                <a:lnTo>
                  <a:pt x="0" y="152395"/>
                </a:lnTo>
                <a:cubicBezTo>
                  <a:pt x="0" y="68286"/>
                  <a:pt x="68286" y="0"/>
                  <a:pt x="152395" y="0"/>
                </a:cubicBezTo>
                <a:close/>
              </a:path>
            </a:pathLst>
          </a:custGeom>
          <a:gradFill flip="none" rotWithShape="1">
            <a:gsLst>
              <a:gs pos="0">
                <a:srgbClr val="4ADE8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81025" y="351948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02469" y="3652838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56083" y="35719"/>
                </a:moveTo>
                <a:cubicBezTo>
                  <a:pt x="149907" y="35719"/>
                  <a:pt x="143917" y="37393"/>
                  <a:pt x="138671" y="40444"/>
                </a:cubicBezTo>
                <a:cubicBezTo>
                  <a:pt x="132792" y="34491"/>
                  <a:pt x="125946" y="29505"/>
                  <a:pt x="118393" y="25747"/>
                </a:cubicBezTo>
                <a:cubicBezTo>
                  <a:pt x="128885" y="16818"/>
                  <a:pt x="142242" y="11906"/>
                  <a:pt x="156083" y="11906"/>
                </a:cubicBezTo>
                <a:cubicBezTo>
                  <a:pt x="188230" y="11906"/>
                  <a:pt x="214313" y="37951"/>
                  <a:pt x="214313" y="70135"/>
                </a:cubicBezTo>
                <a:cubicBezTo>
                  <a:pt x="214313" y="85576"/>
                  <a:pt x="208173" y="100385"/>
                  <a:pt x="197272" y="111286"/>
                </a:cubicBezTo>
                <a:lnTo>
                  <a:pt x="170817" y="137740"/>
                </a:lnTo>
                <a:cubicBezTo>
                  <a:pt x="159916" y="148642"/>
                  <a:pt x="145107" y="154781"/>
                  <a:pt x="129667" y="154781"/>
                </a:cubicBezTo>
                <a:cubicBezTo>
                  <a:pt x="97520" y="154781"/>
                  <a:pt x="71438" y="128736"/>
                  <a:pt x="71438" y="96552"/>
                </a:cubicBezTo>
                <a:cubicBezTo>
                  <a:pt x="71438" y="95994"/>
                  <a:pt x="71438" y="95436"/>
                  <a:pt x="71475" y="94878"/>
                </a:cubicBezTo>
                <a:cubicBezTo>
                  <a:pt x="71661" y="88292"/>
                  <a:pt x="77130" y="83121"/>
                  <a:pt x="83716" y="83307"/>
                </a:cubicBezTo>
                <a:cubicBezTo>
                  <a:pt x="90301" y="83493"/>
                  <a:pt x="95473" y="88962"/>
                  <a:pt x="95287" y="95548"/>
                </a:cubicBezTo>
                <a:cubicBezTo>
                  <a:pt x="95287" y="95883"/>
                  <a:pt x="95287" y="96217"/>
                  <a:pt x="95287" y="96515"/>
                </a:cubicBezTo>
                <a:cubicBezTo>
                  <a:pt x="95287" y="115528"/>
                  <a:pt x="110691" y="130932"/>
                  <a:pt x="129704" y="130932"/>
                </a:cubicBezTo>
                <a:cubicBezTo>
                  <a:pt x="138819" y="130932"/>
                  <a:pt x="147563" y="127322"/>
                  <a:pt x="154037" y="120848"/>
                </a:cubicBezTo>
                <a:lnTo>
                  <a:pt x="180491" y="94394"/>
                </a:lnTo>
                <a:cubicBezTo>
                  <a:pt x="186928" y="87957"/>
                  <a:pt x="190574" y="79177"/>
                  <a:pt x="190574" y="70061"/>
                </a:cubicBezTo>
                <a:cubicBezTo>
                  <a:pt x="190574" y="51048"/>
                  <a:pt x="175171" y="35644"/>
                  <a:pt x="156158" y="35644"/>
                </a:cubicBezTo>
                <a:close/>
                <a:moveTo>
                  <a:pt x="102394" y="64480"/>
                </a:moveTo>
                <a:cubicBezTo>
                  <a:pt x="101687" y="64182"/>
                  <a:pt x="100980" y="63773"/>
                  <a:pt x="100347" y="63326"/>
                </a:cubicBezTo>
                <a:cubicBezTo>
                  <a:pt x="95659" y="60908"/>
                  <a:pt x="90301" y="59531"/>
                  <a:pt x="84683" y="59531"/>
                </a:cubicBezTo>
                <a:cubicBezTo>
                  <a:pt x="75567" y="59531"/>
                  <a:pt x="66824" y="63140"/>
                  <a:pt x="60350" y="69614"/>
                </a:cubicBezTo>
                <a:lnTo>
                  <a:pt x="33896" y="96069"/>
                </a:lnTo>
                <a:cubicBezTo>
                  <a:pt x="27459" y="102505"/>
                  <a:pt x="23812" y="111286"/>
                  <a:pt x="23812" y="120402"/>
                </a:cubicBezTo>
                <a:cubicBezTo>
                  <a:pt x="23812" y="139415"/>
                  <a:pt x="39216" y="154818"/>
                  <a:pt x="58229" y="154818"/>
                </a:cubicBezTo>
                <a:cubicBezTo>
                  <a:pt x="64368" y="154818"/>
                  <a:pt x="70358" y="153181"/>
                  <a:pt x="75605" y="150130"/>
                </a:cubicBezTo>
                <a:cubicBezTo>
                  <a:pt x="81483" y="156083"/>
                  <a:pt x="88329" y="161069"/>
                  <a:pt x="95920" y="164827"/>
                </a:cubicBezTo>
                <a:cubicBezTo>
                  <a:pt x="85427" y="173720"/>
                  <a:pt x="72107" y="178668"/>
                  <a:pt x="58229" y="178668"/>
                </a:cubicBezTo>
                <a:cubicBezTo>
                  <a:pt x="26082" y="178668"/>
                  <a:pt x="0" y="152623"/>
                  <a:pt x="0" y="120439"/>
                </a:cubicBezTo>
                <a:cubicBezTo>
                  <a:pt x="0" y="104998"/>
                  <a:pt x="6139" y="90190"/>
                  <a:pt x="17041" y="79288"/>
                </a:cubicBezTo>
                <a:lnTo>
                  <a:pt x="43495" y="52834"/>
                </a:lnTo>
                <a:cubicBezTo>
                  <a:pt x="54397" y="41932"/>
                  <a:pt x="69205" y="35793"/>
                  <a:pt x="84646" y="35793"/>
                </a:cubicBezTo>
                <a:cubicBezTo>
                  <a:pt x="116867" y="35793"/>
                  <a:pt x="142875" y="62061"/>
                  <a:pt x="142875" y="94171"/>
                </a:cubicBezTo>
                <a:cubicBezTo>
                  <a:pt x="142875" y="94655"/>
                  <a:pt x="142875" y="95138"/>
                  <a:pt x="142875" y="95622"/>
                </a:cubicBezTo>
                <a:cubicBezTo>
                  <a:pt x="142726" y="102208"/>
                  <a:pt x="137257" y="107379"/>
                  <a:pt x="130671" y="107231"/>
                </a:cubicBezTo>
                <a:cubicBezTo>
                  <a:pt x="124085" y="107082"/>
                  <a:pt x="118914" y="101612"/>
                  <a:pt x="119063" y="95027"/>
                </a:cubicBezTo>
                <a:cubicBezTo>
                  <a:pt x="119063" y="94729"/>
                  <a:pt x="119063" y="94469"/>
                  <a:pt x="119063" y="94171"/>
                </a:cubicBezTo>
                <a:cubicBezTo>
                  <a:pt x="119063" y="81632"/>
                  <a:pt x="112365" y="70619"/>
                  <a:pt x="102394" y="64554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152525" y="3519488"/>
            <a:ext cx="89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req.url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52525" y="3786188"/>
            <a:ext cx="866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Endpoint Path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85788" y="4095750"/>
            <a:ext cx="5210175" cy="476250"/>
          </a:xfrm>
          <a:custGeom>
            <a:avLst/>
            <a:gdLst/>
            <a:ahLst/>
            <a:cxnLst/>
            <a:rect l="l" t="t" r="r" b="b"/>
            <a:pathLst>
              <a:path w="5210175" h="476250">
                <a:moveTo>
                  <a:pt x="76200" y="0"/>
                </a:moveTo>
                <a:lnTo>
                  <a:pt x="5133975" y="0"/>
                </a:lnTo>
                <a:cubicBezTo>
                  <a:pt x="5176031" y="0"/>
                  <a:pt x="5210175" y="34144"/>
                  <a:pt x="5210175" y="76200"/>
                </a:cubicBezTo>
                <a:lnTo>
                  <a:pt x="5210175" y="400050"/>
                </a:lnTo>
                <a:cubicBezTo>
                  <a:pt x="5210175" y="442106"/>
                  <a:pt x="5176031" y="476250"/>
                  <a:pt x="5133975" y="476250"/>
                </a:cubicBezTo>
                <a:lnTo>
                  <a:pt x="76200" y="476250"/>
                </a:lnTo>
                <a:cubicBezTo>
                  <a:pt x="34144" y="476250"/>
                  <a:pt x="0" y="442106"/>
                  <a:pt x="0" y="40005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 w="12700">
            <a:solidFill>
              <a:srgbClr val="4A9EF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04850" y="4243388"/>
            <a:ext cx="347104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console.log(req.url); </a:t>
            </a:r>
            <a:r>
              <a:rPr lang="en-US" sz="1200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"/api/users"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96013" y="1338263"/>
            <a:ext cx="5610225" cy="2295525"/>
          </a:xfrm>
          <a:custGeom>
            <a:avLst/>
            <a:gdLst/>
            <a:ahLst/>
            <a:cxnLst/>
            <a:rect l="l" t="t" r="r" b="b"/>
            <a:pathLst>
              <a:path w="5610225" h="2295525">
                <a:moveTo>
                  <a:pt x="114294" y="0"/>
                </a:moveTo>
                <a:lnTo>
                  <a:pt x="5495931" y="0"/>
                </a:lnTo>
                <a:cubicBezTo>
                  <a:pt x="5559054" y="0"/>
                  <a:pt x="5610225" y="51171"/>
                  <a:pt x="5610225" y="114294"/>
                </a:cubicBezTo>
                <a:lnTo>
                  <a:pt x="5610225" y="2181231"/>
                </a:lnTo>
                <a:cubicBezTo>
                  <a:pt x="5610225" y="2244354"/>
                  <a:pt x="5559054" y="2295525"/>
                  <a:pt x="5495931" y="2295525"/>
                </a:cubicBezTo>
                <a:lnTo>
                  <a:pt x="114294" y="2295525"/>
                </a:lnTo>
                <a:cubicBezTo>
                  <a:pt x="51171" y="2295525"/>
                  <a:pt x="0" y="2244354"/>
                  <a:pt x="0" y="2181231"/>
                </a:cubicBezTo>
                <a:lnTo>
                  <a:pt x="0" y="114294"/>
                </a:lnTo>
                <a:cubicBezTo>
                  <a:pt x="0" y="51214"/>
                  <a:pt x="51214" y="0"/>
                  <a:pt x="114294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9E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391275" y="15335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536531" y="166687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0" y="23812"/>
                </a:moveTo>
                <a:cubicBezTo>
                  <a:pt x="0" y="17227"/>
                  <a:pt x="5321" y="11906"/>
                  <a:pt x="11906" y="11906"/>
                </a:cubicBezTo>
                <a:lnTo>
                  <a:pt x="47625" y="11906"/>
                </a:lnTo>
                <a:cubicBezTo>
                  <a:pt x="54211" y="11906"/>
                  <a:pt x="59531" y="17227"/>
                  <a:pt x="59531" y="23812"/>
                </a:cubicBezTo>
                <a:cubicBezTo>
                  <a:pt x="59531" y="30398"/>
                  <a:pt x="54211" y="35719"/>
                  <a:pt x="47625" y="35719"/>
                </a:cubicBezTo>
                <a:lnTo>
                  <a:pt x="41672" y="35719"/>
                </a:lnTo>
                <a:lnTo>
                  <a:pt x="41672" y="77391"/>
                </a:lnTo>
                <a:lnTo>
                  <a:pt x="125016" y="77391"/>
                </a:lnTo>
                <a:lnTo>
                  <a:pt x="125016" y="35719"/>
                </a:lnTo>
                <a:lnTo>
                  <a:pt x="119063" y="35719"/>
                </a:lnTo>
                <a:cubicBezTo>
                  <a:pt x="112477" y="35719"/>
                  <a:pt x="107156" y="30398"/>
                  <a:pt x="107156" y="23812"/>
                </a:cubicBezTo>
                <a:cubicBezTo>
                  <a:pt x="107156" y="17227"/>
                  <a:pt x="112477" y="11906"/>
                  <a:pt x="119063" y="11906"/>
                </a:cubicBezTo>
                <a:lnTo>
                  <a:pt x="154781" y="11906"/>
                </a:lnTo>
                <a:cubicBezTo>
                  <a:pt x="161367" y="11906"/>
                  <a:pt x="166688" y="17227"/>
                  <a:pt x="166688" y="23812"/>
                </a:cubicBezTo>
                <a:cubicBezTo>
                  <a:pt x="166688" y="30398"/>
                  <a:pt x="161367" y="35719"/>
                  <a:pt x="154781" y="35719"/>
                </a:cubicBezTo>
                <a:lnTo>
                  <a:pt x="148828" y="35719"/>
                </a:lnTo>
                <a:lnTo>
                  <a:pt x="148828" y="154781"/>
                </a:lnTo>
                <a:lnTo>
                  <a:pt x="154781" y="154781"/>
                </a:lnTo>
                <a:cubicBezTo>
                  <a:pt x="161367" y="154781"/>
                  <a:pt x="166688" y="160102"/>
                  <a:pt x="166688" y="166688"/>
                </a:cubicBezTo>
                <a:cubicBezTo>
                  <a:pt x="166688" y="173273"/>
                  <a:pt x="161367" y="178594"/>
                  <a:pt x="154781" y="178594"/>
                </a:cubicBezTo>
                <a:lnTo>
                  <a:pt x="119063" y="178594"/>
                </a:lnTo>
                <a:cubicBezTo>
                  <a:pt x="112477" y="178594"/>
                  <a:pt x="107156" y="173273"/>
                  <a:pt x="107156" y="166688"/>
                </a:cubicBezTo>
                <a:cubicBezTo>
                  <a:pt x="107156" y="160102"/>
                  <a:pt x="112477" y="154781"/>
                  <a:pt x="119063" y="154781"/>
                </a:cubicBezTo>
                <a:lnTo>
                  <a:pt x="125016" y="154781"/>
                </a:lnTo>
                <a:lnTo>
                  <a:pt x="125016" y="101203"/>
                </a:lnTo>
                <a:lnTo>
                  <a:pt x="41672" y="101203"/>
                </a:lnTo>
                <a:lnTo>
                  <a:pt x="41672" y="154781"/>
                </a:lnTo>
                <a:lnTo>
                  <a:pt x="47625" y="154781"/>
                </a:lnTo>
                <a:cubicBezTo>
                  <a:pt x="54211" y="154781"/>
                  <a:pt x="59531" y="160102"/>
                  <a:pt x="59531" y="166688"/>
                </a:cubicBezTo>
                <a:cubicBezTo>
                  <a:pt x="59531" y="173273"/>
                  <a:pt x="54211" y="178594"/>
                  <a:pt x="4762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cubicBezTo>
                  <a:pt x="0" y="160102"/>
                  <a:pt x="5321" y="154781"/>
                  <a:pt x="11906" y="154781"/>
                </a:cubicBezTo>
                <a:lnTo>
                  <a:pt x="17859" y="154781"/>
                </a:lnTo>
                <a:lnTo>
                  <a:pt x="17859" y="35719"/>
                </a:lnTo>
                <a:lnTo>
                  <a:pt x="11906" y="35719"/>
                </a:lnTo>
                <a:cubicBezTo>
                  <a:pt x="5321" y="35719"/>
                  <a:pt x="0" y="30398"/>
                  <a:pt x="0" y="23812"/>
                </a:cubicBez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962775" y="1533525"/>
            <a:ext cx="1133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req.headers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962775" y="1800225"/>
            <a:ext cx="1104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9E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Request Metadata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96038" y="2109788"/>
            <a:ext cx="5210175" cy="1323975"/>
          </a:xfrm>
          <a:custGeom>
            <a:avLst/>
            <a:gdLst/>
            <a:ahLst/>
            <a:cxnLst/>
            <a:rect l="l" t="t" r="r" b="b"/>
            <a:pathLst>
              <a:path w="5210175" h="1323975">
                <a:moveTo>
                  <a:pt x="76195" y="0"/>
                </a:moveTo>
                <a:lnTo>
                  <a:pt x="5133980" y="0"/>
                </a:lnTo>
                <a:cubicBezTo>
                  <a:pt x="5176061" y="0"/>
                  <a:pt x="5210175" y="34114"/>
                  <a:pt x="5210175" y="76195"/>
                </a:cubicBezTo>
                <a:lnTo>
                  <a:pt x="5210175" y="1247780"/>
                </a:lnTo>
                <a:cubicBezTo>
                  <a:pt x="5210175" y="1289861"/>
                  <a:pt x="5176061" y="1323975"/>
                  <a:pt x="5133980" y="1323975"/>
                </a:cubicBezTo>
                <a:lnTo>
                  <a:pt x="76195" y="1323975"/>
                </a:lnTo>
                <a:cubicBezTo>
                  <a:pt x="34114" y="1323975"/>
                  <a:pt x="0" y="1289861"/>
                  <a:pt x="0" y="1247780"/>
                </a:cubicBezTo>
                <a:lnTo>
                  <a:pt x="0" y="76195"/>
                </a:lnTo>
                <a:cubicBezTo>
                  <a:pt x="0" y="34114"/>
                  <a:pt x="34114" y="0"/>
                  <a:pt x="76195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 w="12700">
            <a:solidFill>
              <a:srgbClr val="4A9EF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515100" y="2228850"/>
            <a:ext cx="5038725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</a:t>
            </a:r>
            <a:r>
              <a:rPr lang="en-US" sz="1050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"host"</a:t>
            </a: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 </a:t>
            </a:r>
            <a:r>
              <a:rPr lang="en-US" sz="1050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"localhost:3000"</a:t>
            </a: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</a:t>
            </a:r>
            <a:r>
              <a:rPr lang="en-US" sz="1050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"content-type"</a:t>
            </a: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 </a:t>
            </a:r>
            <a:r>
              <a:rPr lang="en-US" sz="1050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"application/json"</a:t>
            </a: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</a:t>
            </a:r>
            <a:r>
              <a:rPr lang="en-US" sz="1050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"authorization"</a:t>
            </a: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 </a:t>
            </a:r>
            <a:r>
              <a:rPr lang="en-US" sz="1050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"Bearer token"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96013" y="3793331"/>
            <a:ext cx="5610225" cy="1809750"/>
          </a:xfrm>
          <a:custGeom>
            <a:avLst/>
            <a:gdLst/>
            <a:ahLst/>
            <a:cxnLst/>
            <a:rect l="l" t="t" r="r" b="b"/>
            <a:pathLst>
              <a:path w="5610225" h="1809750">
                <a:moveTo>
                  <a:pt x="114304" y="0"/>
                </a:moveTo>
                <a:lnTo>
                  <a:pt x="5495921" y="0"/>
                </a:lnTo>
                <a:cubicBezTo>
                  <a:pt x="5559049" y="0"/>
                  <a:pt x="5610225" y="51176"/>
                  <a:pt x="5610225" y="114304"/>
                </a:cubicBezTo>
                <a:lnTo>
                  <a:pt x="5610225" y="1695446"/>
                </a:lnTo>
                <a:cubicBezTo>
                  <a:pt x="5610225" y="1758574"/>
                  <a:pt x="5559049" y="1809750"/>
                  <a:pt x="5495921" y="1809750"/>
                </a:cubicBezTo>
                <a:lnTo>
                  <a:pt x="114304" y="1809750"/>
                </a:lnTo>
                <a:cubicBezTo>
                  <a:pt x="51176" y="1809750"/>
                  <a:pt x="0" y="1758574"/>
                  <a:pt x="0" y="1695446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DE80">
                <a:alpha val="20000"/>
              </a:srgbClr>
            </a:solidFill>
            <a:prstDash val="solid"/>
          </a:ln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4" name="Shape 32"/>
          <p:cNvSpPr/>
          <p:nvPr/>
        </p:nvSpPr>
        <p:spPr>
          <a:xfrm>
            <a:off x="6391275" y="398859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536531" y="4121944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-11906"/>
                </a:moveTo>
                <a:cubicBezTo>
                  <a:pt x="54211" y="-11906"/>
                  <a:pt x="59531" y="-6586"/>
                  <a:pt x="59531" y="0"/>
                </a:cubicBezTo>
                <a:lnTo>
                  <a:pt x="59531" y="35719"/>
                </a:lnTo>
                <a:lnTo>
                  <a:pt x="107156" y="35719"/>
                </a:lnTo>
                <a:lnTo>
                  <a:pt x="107156" y="0"/>
                </a:lnTo>
                <a:cubicBezTo>
                  <a:pt x="107156" y="-6586"/>
                  <a:pt x="112477" y="-11906"/>
                  <a:pt x="119063" y="-11906"/>
                </a:cubicBezTo>
                <a:cubicBezTo>
                  <a:pt x="125648" y="-11906"/>
                  <a:pt x="130969" y="-6586"/>
                  <a:pt x="130969" y="0"/>
                </a:cubicBezTo>
                <a:lnTo>
                  <a:pt x="130969" y="35719"/>
                </a:lnTo>
                <a:lnTo>
                  <a:pt x="154781" y="35719"/>
                </a:lnTo>
                <a:cubicBezTo>
                  <a:pt x="161367" y="35719"/>
                  <a:pt x="166688" y="41039"/>
                  <a:pt x="166688" y="47625"/>
                </a:cubicBezTo>
                <a:cubicBezTo>
                  <a:pt x="166688" y="54211"/>
                  <a:pt x="161367" y="59531"/>
                  <a:pt x="154781" y="59531"/>
                </a:cubicBezTo>
                <a:lnTo>
                  <a:pt x="154781" y="83344"/>
                </a:lnTo>
                <a:cubicBezTo>
                  <a:pt x="154781" y="118728"/>
                  <a:pt x="129034" y="148121"/>
                  <a:pt x="95250" y="153777"/>
                </a:cubicBezTo>
                <a:lnTo>
                  <a:pt x="95250" y="178594"/>
                </a:lnTo>
                <a:cubicBezTo>
                  <a:pt x="95250" y="185179"/>
                  <a:pt x="89929" y="190500"/>
                  <a:pt x="83344" y="190500"/>
                </a:cubicBezTo>
                <a:cubicBezTo>
                  <a:pt x="76758" y="190500"/>
                  <a:pt x="71438" y="185179"/>
                  <a:pt x="71438" y="178594"/>
                </a:cubicBezTo>
                <a:lnTo>
                  <a:pt x="71438" y="153777"/>
                </a:lnTo>
                <a:cubicBezTo>
                  <a:pt x="37654" y="148121"/>
                  <a:pt x="11906" y="118728"/>
                  <a:pt x="11906" y="83344"/>
                </a:cubicBezTo>
                <a:lnTo>
                  <a:pt x="11906" y="59531"/>
                </a:lnTo>
                <a:cubicBezTo>
                  <a:pt x="5321" y="59531"/>
                  <a:pt x="0" y="54211"/>
                  <a:pt x="0" y="47625"/>
                </a:cubicBezTo>
                <a:cubicBezTo>
                  <a:pt x="0" y="41039"/>
                  <a:pt x="5321" y="35719"/>
                  <a:pt x="11906" y="35719"/>
                </a:cubicBezTo>
                <a:lnTo>
                  <a:pt x="35719" y="35719"/>
                </a:lnTo>
                <a:lnTo>
                  <a:pt x="35719" y="0"/>
                </a:lnTo>
                <a:cubicBezTo>
                  <a:pt x="35719" y="-6586"/>
                  <a:pt x="41039" y="-11906"/>
                  <a:pt x="47625" y="-11906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962775" y="3988594"/>
            <a:ext cx="1009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req.socket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962775" y="4255294"/>
            <a:ext cx="981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Connection Info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391275" y="4560094"/>
            <a:ext cx="5295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Access to the underlying socket connection for advanced operations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96038" y="4926806"/>
            <a:ext cx="5210175" cy="476250"/>
          </a:xfrm>
          <a:custGeom>
            <a:avLst/>
            <a:gdLst/>
            <a:ahLst/>
            <a:cxnLst/>
            <a:rect l="l" t="t" r="r" b="b"/>
            <a:pathLst>
              <a:path w="5210175" h="476250">
                <a:moveTo>
                  <a:pt x="76200" y="0"/>
                </a:moveTo>
                <a:lnTo>
                  <a:pt x="5133975" y="0"/>
                </a:lnTo>
                <a:cubicBezTo>
                  <a:pt x="5176031" y="0"/>
                  <a:pt x="5210175" y="34144"/>
                  <a:pt x="5210175" y="76200"/>
                </a:cubicBezTo>
                <a:lnTo>
                  <a:pt x="5210175" y="400050"/>
                </a:lnTo>
                <a:cubicBezTo>
                  <a:pt x="5210175" y="442106"/>
                  <a:pt x="5176031" y="476250"/>
                  <a:pt x="5133975" y="476250"/>
                </a:cubicBezTo>
                <a:lnTo>
                  <a:pt x="76200" y="476250"/>
                </a:lnTo>
                <a:cubicBezTo>
                  <a:pt x="34144" y="476250"/>
                  <a:pt x="0" y="442106"/>
                  <a:pt x="0" y="40005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 w="12700">
            <a:solidFill>
              <a:srgbClr val="4A9EF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515100" y="5074444"/>
            <a:ext cx="22782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req.socket.remoteAddress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kern="0" spc="120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REQUEST OBJECT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Request Body Handling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223963"/>
            <a:ext cx="6734175" cy="1200150"/>
          </a:xfrm>
          <a:custGeom>
            <a:avLst/>
            <a:gdLst/>
            <a:ahLst/>
            <a:cxnLst/>
            <a:rect l="l" t="t" r="r" b="b"/>
            <a:pathLst>
              <a:path w="6734175" h="1200150">
                <a:moveTo>
                  <a:pt x="152395" y="0"/>
                </a:moveTo>
                <a:lnTo>
                  <a:pt x="6581780" y="0"/>
                </a:lnTo>
                <a:cubicBezTo>
                  <a:pt x="6665945" y="0"/>
                  <a:pt x="6734175" y="68230"/>
                  <a:pt x="6734175" y="152395"/>
                </a:cubicBezTo>
                <a:lnTo>
                  <a:pt x="6734175" y="1047755"/>
                </a:lnTo>
                <a:cubicBezTo>
                  <a:pt x="6734175" y="1131920"/>
                  <a:pt x="6665945" y="1200150"/>
                  <a:pt x="6581780" y="1200150"/>
                </a:cubicBezTo>
                <a:lnTo>
                  <a:pt x="152395" y="1200150"/>
                </a:lnTo>
                <a:cubicBezTo>
                  <a:pt x="68230" y="1200150"/>
                  <a:pt x="0" y="1131920"/>
                  <a:pt x="0" y="1047755"/>
                </a:cubicBezTo>
                <a:lnTo>
                  <a:pt x="0" y="152395"/>
                </a:lnTo>
                <a:cubicBezTo>
                  <a:pt x="0" y="68230"/>
                  <a:pt x="68230" y="0"/>
                  <a:pt x="152395" y="0"/>
                </a:cubicBezTo>
                <a:close/>
              </a:path>
            </a:pathLst>
          </a:custGeom>
          <a:gradFill flip="none" rotWithShape="1">
            <a:gsLst>
              <a:gs pos="0">
                <a:srgbClr val="EF4444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EF4444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71500" y="14001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42975" y="1381125"/>
            <a:ext cx="3819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Important: Node Does NOT Auto-Parse Body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2925" y="1762125"/>
            <a:ext cx="649605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Unlike Express.js with </a:t>
            </a:r>
            <a:r>
              <a:rPr lang="en-US" sz="1200" b="1" dirty="0">
                <a:solidFill>
                  <a:srgbClr val="EF444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express.json() </a:t>
            </a: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middleware, Node's raw HTTP module requires manual body parsing using streams.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5763" y="2586038"/>
            <a:ext cx="6734175" cy="3886200"/>
          </a:xfrm>
          <a:custGeom>
            <a:avLst/>
            <a:gdLst/>
            <a:ahLst/>
            <a:cxnLst/>
            <a:rect l="l" t="t" r="r" b="b"/>
            <a:pathLst>
              <a:path w="6734175" h="3886200">
                <a:moveTo>
                  <a:pt x="152417" y="0"/>
                </a:moveTo>
                <a:lnTo>
                  <a:pt x="6581758" y="0"/>
                </a:lnTo>
                <a:cubicBezTo>
                  <a:pt x="6665936" y="0"/>
                  <a:pt x="6734175" y="68239"/>
                  <a:pt x="6734175" y="152417"/>
                </a:cubicBezTo>
                <a:lnTo>
                  <a:pt x="6734175" y="3733783"/>
                </a:lnTo>
                <a:cubicBezTo>
                  <a:pt x="6734175" y="3817961"/>
                  <a:pt x="6665936" y="3886200"/>
                  <a:pt x="6581758" y="3886200"/>
                </a:cubicBezTo>
                <a:lnTo>
                  <a:pt x="152417" y="3886200"/>
                </a:lnTo>
                <a:cubicBezTo>
                  <a:pt x="68239" y="3886200"/>
                  <a:pt x="0" y="3817961"/>
                  <a:pt x="0" y="3733783"/>
                </a:cubicBezTo>
                <a:lnTo>
                  <a:pt x="0" y="152417"/>
                </a:lnTo>
                <a:cubicBezTo>
                  <a:pt x="0" y="68296"/>
                  <a:pt x="68296" y="0"/>
                  <a:pt x="152417" y="0"/>
                </a:cubicBezTo>
                <a:close/>
              </a:path>
            </a:pathLst>
          </a:custGeom>
          <a:gradFill flip="none" rotWithShape="1">
            <a:gsLst>
              <a:gs pos="0">
                <a:srgbClr val="4A9EF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9EF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56022" y="279082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20819" y="402"/>
                </a:moveTo>
                <a:cubicBezTo>
                  <a:pt x="115126" y="-1239"/>
                  <a:pt x="109199" y="2076"/>
                  <a:pt x="107558" y="7769"/>
                </a:cubicBezTo>
                <a:lnTo>
                  <a:pt x="64696" y="157788"/>
                </a:lnTo>
                <a:cubicBezTo>
                  <a:pt x="63055" y="163480"/>
                  <a:pt x="66370" y="169407"/>
                  <a:pt x="72063" y="171048"/>
                </a:cubicBezTo>
                <a:cubicBezTo>
                  <a:pt x="77755" y="172689"/>
                  <a:pt x="83682" y="169374"/>
                  <a:pt x="85323" y="163681"/>
                </a:cubicBezTo>
                <a:lnTo>
                  <a:pt x="128186" y="13662"/>
                </a:lnTo>
                <a:cubicBezTo>
                  <a:pt x="129826" y="7970"/>
                  <a:pt x="126511" y="2043"/>
                  <a:pt x="120819" y="402"/>
                </a:cubicBezTo>
                <a:close/>
                <a:moveTo>
                  <a:pt x="142451" y="45977"/>
                </a:moveTo>
                <a:cubicBezTo>
                  <a:pt x="138265" y="50163"/>
                  <a:pt x="138265" y="56960"/>
                  <a:pt x="142451" y="61146"/>
                </a:cubicBezTo>
                <a:lnTo>
                  <a:pt x="167030" y="85725"/>
                </a:lnTo>
                <a:lnTo>
                  <a:pt x="142451" y="110304"/>
                </a:lnTo>
                <a:cubicBezTo>
                  <a:pt x="138265" y="114490"/>
                  <a:pt x="138265" y="121287"/>
                  <a:pt x="142451" y="125473"/>
                </a:cubicBezTo>
                <a:cubicBezTo>
                  <a:pt x="146637" y="129659"/>
                  <a:pt x="153434" y="129659"/>
                  <a:pt x="157620" y="125473"/>
                </a:cubicBezTo>
                <a:lnTo>
                  <a:pt x="189767" y="93326"/>
                </a:lnTo>
                <a:cubicBezTo>
                  <a:pt x="193953" y="89141"/>
                  <a:pt x="193953" y="82343"/>
                  <a:pt x="189767" y="78157"/>
                </a:cubicBezTo>
                <a:lnTo>
                  <a:pt x="157620" y="46010"/>
                </a:lnTo>
                <a:cubicBezTo>
                  <a:pt x="153434" y="41824"/>
                  <a:pt x="146637" y="41824"/>
                  <a:pt x="142451" y="46010"/>
                </a:cubicBezTo>
                <a:close/>
                <a:moveTo>
                  <a:pt x="50464" y="45977"/>
                </a:moveTo>
                <a:cubicBezTo>
                  <a:pt x="46278" y="41791"/>
                  <a:pt x="39480" y="41791"/>
                  <a:pt x="35295" y="45977"/>
                </a:cubicBezTo>
                <a:lnTo>
                  <a:pt x="3148" y="78124"/>
                </a:lnTo>
                <a:cubicBezTo>
                  <a:pt x="-1038" y="82309"/>
                  <a:pt x="-1038" y="89107"/>
                  <a:pt x="3148" y="93293"/>
                </a:cubicBezTo>
                <a:lnTo>
                  <a:pt x="35295" y="125440"/>
                </a:lnTo>
                <a:cubicBezTo>
                  <a:pt x="39480" y="129626"/>
                  <a:pt x="46278" y="129626"/>
                  <a:pt x="50464" y="125440"/>
                </a:cubicBezTo>
                <a:cubicBezTo>
                  <a:pt x="54650" y="121254"/>
                  <a:pt x="54650" y="114456"/>
                  <a:pt x="50464" y="110270"/>
                </a:cubicBezTo>
                <a:lnTo>
                  <a:pt x="25885" y="85725"/>
                </a:lnTo>
                <a:lnTo>
                  <a:pt x="50430" y="61146"/>
                </a:lnTo>
                <a:cubicBezTo>
                  <a:pt x="54616" y="56960"/>
                  <a:pt x="54616" y="50163"/>
                  <a:pt x="50430" y="45977"/>
                </a:cubicBez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62000" y="2743200"/>
            <a:ext cx="6286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Manual Body Parsing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7688" y="3128963"/>
            <a:ext cx="6410325" cy="2914650"/>
          </a:xfrm>
          <a:custGeom>
            <a:avLst/>
            <a:gdLst/>
            <a:ahLst/>
            <a:cxnLst/>
            <a:rect l="l" t="t" r="r" b="b"/>
            <a:pathLst>
              <a:path w="6410325" h="2914650">
                <a:moveTo>
                  <a:pt x="114313" y="0"/>
                </a:moveTo>
                <a:lnTo>
                  <a:pt x="6296012" y="0"/>
                </a:lnTo>
                <a:cubicBezTo>
                  <a:pt x="6359146" y="0"/>
                  <a:pt x="6410325" y="51179"/>
                  <a:pt x="6410325" y="114313"/>
                </a:cubicBezTo>
                <a:lnTo>
                  <a:pt x="6410325" y="2800337"/>
                </a:lnTo>
                <a:cubicBezTo>
                  <a:pt x="6410325" y="2863471"/>
                  <a:pt x="6359146" y="2914650"/>
                  <a:pt x="6296012" y="2914650"/>
                </a:cubicBezTo>
                <a:lnTo>
                  <a:pt x="114313" y="2914650"/>
                </a:lnTo>
                <a:cubicBezTo>
                  <a:pt x="51179" y="2914650"/>
                  <a:pt x="0" y="2863471"/>
                  <a:pt x="0" y="2800337"/>
                </a:cubicBezTo>
                <a:lnTo>
                  <a:pt x="0" y="114313"/>
                </a:lnTo>
                <a:cubicBezTo>
                  <a:pt x="0" y="51179"/>
                  <a:pt x="51179" y="0"/>
                  <a:pt x="114313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 w="12700">
            <a:solidFill>
              <a:srgbClr val="4A9EF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04850" y="3286125"/>
            <a:ext cx="6162675" cy="2600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 Accumulate chunks</a:t>
            </a:r>
            <a:r>
              <a:rPr lang="en-US" sz="1050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let</a:t>
            </a: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body = </a:t>
            </a:r>
            <a:r>
              <a:rPr lang="en-US" sz="1050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""</a:t>
            </a: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req.</a:t>
            </a:r>
            <a:r>
              <a:rPr lang="en-US" sz="1050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on</a:t>
            </a: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1050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"data"</a:t>
            </a: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 chunk =&gt;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body += chunk;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req.</a:t>
            </a:r>
            <a:r>
              <a:rPr lang="en-US" sz="1050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on</a:t>
            </a: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1050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"end"</a:t>
            </a: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 () =&gt;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</a:t>
            </a:r>
            <a:r>
              <a:rPr lang="en-US" sz="1050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 Parse JSON body</a:t>
            </a:r>
            <a:r>
              <a:rPr lang="en-US" sz="1050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const</a:t>
            </a: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data = JSON.</a:t>
            </a:r>
            <a:r>
              <a:rPr lang="en-US" sz="1050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parse</a:t>
            </a: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(body); // </a:t>
            </a:r>
            <a:r>
              <a:rPr lang="en-US" sz="105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or pipe or transformer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console.</a:t>
            </a:r>
            <a:r>
              <a:rPr lang="en-US" sz="1050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log</a:t>
            </a: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(data);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});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24725" y="1228725"/>
            <a:ext cx="4476750" cy="1943100"/>
          </a:xfrm>
          <a:custGeom>
            <a:avLst/>
            <a:gdLst/>
            <a:ahLst/>
            <a:cxnLst/>
            <a:rect l="l" t="t" r="r" b="b"/>
            <a:pathLst>
              <a:path w="4476750" h="1943100">
                <a:moveTo>
                  <a:pt x="152397" y="0"/>
                </a:moveTo>
                <a:lnTo>
                  <a:pt x="4324353" y="0"/>
                </a:lnTo>
                <a:cubicBezTo>
                  <a:pt x="4408519" y="0"/>
                  <a:pt x="4476750" y="68231"/>
                  <a:pt x="4476750" y="152397"/>
                </a:cubicBezTo>
                <a:lnTo>
                  <a:pt x="4476750" y="1790703"/>
                </a:lnTo>
                <a:cubicBezTo>
                  <a:pt x="4476750" y="1874869"/>
                  <a:pt x="4408519" y="1943100"/>
                  <a:pt x="4324353" y="1943100"/>
                </a:cubicBezTo>
                <a:lnTo>
                  <a:pt x="152397" y="1943100"/>
                </a:lnTo>
                <a:cubicBezTo>
                  <a:pt x="68231" y="1943100"/>
                  <a:pt x="0" y="1874869"/>
                  <a:pt x="0" y="1790703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gradFill flip="none" rotWithShape="1">
            <a:gsLst>
              <a:gs pos="0">
                <a:srgbClr val="4ADE8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2540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515225" y="1409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2105" y="15091"/>
                </a:moveTo>
                <a:cubicBezTo>
                  <a:pt x="54114" y="12368"/>
                  <a:pt x="57329" y="10716"/>
                  <a:pt x="60722" y="10716"/>
                </a:cubicBezTo>
                <a:lnTo>
                  <a:pt x="167878" y="10716"/>
                </a:lnTo>
                <a:cubicBezTo>
                  <a:pt x="171271" y="10716"/>
                  <a:pt x="174486" y="12323"/>
                  <a:pt x="176495" y="15091"/>
                </a:cubicBezTo>
                <a:lnTo>
                  <a:pt x="226502" y="82957"/>
                </a:lnTo>
                <a:cubicBezTo>
                  <a:pt x="229538" y="87064"/>
                  <a:pt x="229225" y="92735"/>
                  <a:pt x="225832" y="96530"/>
                </a:cubicBezTo>
                <a:lnTo>
                  <a:pt x="122247" y="210830"/>
                </a:lnTo>
                <a:cubicBezTo>
                  <a:pt x="120238" y="213062"/>
                  <a:pt x="117336" y="214357"/>
                  <a:pt x="114300" y="214357"/>
                </a:cubicBezTo>
                <a:cubicBezTo>
                  <a:pt x="111264" y="214357"/>
                  <a:pt x="108406" y="213062"/>
                  <a:pt x="106353" y="210830"/>
                </a:cubicBezTo>
                <a:lnTo>
                  <a:pt x="2768" y="96530"/>
                </a:lnTo>
                <a:cubicBezTo>
                  <a:pt x="-670" y="92735"/>
                  <a:pt x="-938" y="87064"/>
                  <a:pt x="2098" y="82957"/>
                </a:cubicBezTo>
                <a:lnTo>
                  <a:pt x="52105" y="15091"/>
                </a:lnTo>
                <a:close/>
                <a:moveTo>
                  <a:pt x="69294" y="32861"/>
                </a:moveTo>
                <a:cubicBezTo>
                  <a:pt x="67821" y="33977"/>
                  <a:pt x="67419" y="35987"/>
                  <a:pt x="68357" y="37549"/>
                </a:cubicBezTo>
                <a:lnTo>
                  <a:pt x="93985" y="80278"/>
                </a:lnTo>
                <a:lnTo>
                  <a:pt x="28262" y="85725"/>
                </a:lnTo>
                <a:cubicBezTo>
                  <a:pt x="26432" y="85859"/>
                  <a:pt x="25003" y="87422"/>
                  <a:pt x="25003" y="89297"/>
                </a:cubicBezTo>
                <a:cubicBezTo>
                  <a:pt x="25003" y="91172"/>
                  <a:pt x="26432" y="92690"/>
                  <a:pt x="28262" y="92869"/>
                </a:cubicBezTo>
                <a:lnTo>
                  <a:pt x="113987" y="100013"/>
                </a:lnTo>
                <a:cubicBezTo>
                  <a:pt x="114166" y="100013"/>
                  <a:pt x="114389" y="100013"/>
                  <a:pt x="114568" y="100013"/>
                </a:cubicBezTo>
                <a:lnTo>
                  <a:pt x="200293" y="92869"/>
                </a:lnTo>
                <a:cubicBezTo>
                  <a:pt x="202123" y="92735"/>
                  <a:pt x="203552" y="91172"/>
                  <a:pt x="203552" y="89297"/>
                </a:cubicBezTo>
                <a:cubicBezTo>
                  <a:pt x="203552" y="87422"/>
                  <a:pt x="202123" y="85904"/>
                  <a:pt x="200293" y="85725"/>
                </a:cubicBezTo>
                <a:lnTo>
                  <a:pt x="134570" y="80233"/>
                </a:lnTo>
                <a:lnTo>
                  <a:pt x="160199" y="37549"/>
                </a:lnTo>
                <a:cubicBezTo>
                  <a:pt x="161136" y="35987"/>
                  <a:pt x="160734" y="33933"/>
                  <a:pt x="159261" y="32861"/>
                </a:cubicBezTo>
                <a:cubicBezTo>
                  <a:pt x="157788" y="31790"/>
                  <a:pt x="155734" y="31968"/>
                  <a:pt x="154484" y="33308"/>
                </a:cubicBezTo>
                <a:lnTo>
                  <a:pt x="114300" y="76885"/>
                </a:lnTo>
                <a:lnTo>
                  <a:pt x="74072" y="33308"/>
                </a:lnTo>
                <a:cubicBezTo>
                  <a:pt x="72822" y="31968"/>
                  <a:pt x="70768" y="31790"/>
                  <a:pt x="69294" y="32861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886700" y="1390650"/>
            <a:ext cx="2000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💡 Interview Gold Point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505700" y="1771650"/>
            <a:ext cx="4133850" cy="1238250"/>
          </a:xfrm>
          <a:custGeom>
            <a:avLst/>
            <a:gdLst/>
            <a:ahLst/>
            <a:cxnLst/>
            <a:rect l="l" t="t" r="r" b="b"/>
            <a:pathLst>
              <a:path w="4133850" h="1238250">
                <a:moveTo>
                  <a:pt x="38100" y="0"/>
                </a:moveTo>
                <a:lnTo>
                  <a:pt x="4019547" y="0"/>
                </a:lnTo>
                <a:cubicBezTo>
                  <a:pt x="4082633" y="0"/>
                  <a:pt x="4133850" y="51217"/>
                  <a:pt x="4133850" y="114303"/>
                </a:cubicBezTo>
                <a:lnTo>
                  <a:pt x="4133850" y="1123947"/>
                </a:lnTo>
                <a:cubicBezTo>
                  <a:pt x="4133850" y="1187033"/>
                  <a:pt x="4082633" y="1238250"/>
                  <a:pt x="4019547" y="1238250"/>
                </a:cubicBezTo>
                <a:lnTo>
                  <a:pt x="38100" y="1238250"/>
                </a:lnTo>
                <a:cubicBezTo>
                  <a:pt x="17072" y="1238250"/>
                  <a:pt x="0" y="1221178"/>
                  <a:pt x="0" y="12001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505700" y="1771650"/>
            <a:ext cx="38100" cy="1238250"/>
          </a:xfrm>
          <a:custGeom>
            <a:avLst/>
            <a:gdLst/>
            <a:ahLst/>
            <a:cxnLst/>
            <a:rect l="l" t="t" r="r" b="b"/>
            <a:pathLst>
              <a:path w="38100" h="1238250">
                <a:moveTo>
                  <a:pt x="38100" y="0"/>
                </a:moveTo>
                <a:lnTo>
                  <a:pt x="38100" y="0"/>
                </a:lnTo>
                <a:lnTo>
                  <a:pt x="38100" y="1238250"/>
                </a:lnTo>
                <a:lnTo>
                  <a:pt x="38100" y="1238250"/>
                </a:lnTo>
                <a:cubicBezTo>
                  <a:pt x="17072" y="1238250"/>
                  <a:pt x="0" y="1221178"/>
                  <a:pt x="0" y="12001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639050" y="1885950"/>
            <a:ext cx="3962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Body arrives in </a:t>
            </a:r>
            <a:r>
              <a:rPr lang="en-US" sz="120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chunks </a:t>
            </a: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because of streaming architecture.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39050" y="2457450"/>
            <a:ext cx="39528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allows Node.js to handle large request bodies without loading everything into memory at once - a key performance optimization.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19963" y="3333750"/>
            <a:ext cx="4486275" cy="3143250"/>
          </a:xfrm>
          <a:custGeom>
            <a:avLst/>
            <a:gdLst/>
            <a:ahLst/>
            <a:cxnLst/>
            <a:rect l="l" t="t" r="r" b="b"/>
            <a:pathLst>
              <a:path w="4486275" h="3143250">
                <a:moveTo>
                  <a:pt x="114289" y="0"/>
                </a:moveTo>
                <a:lnTo>
                  <a:pt x="4371986" y="0"/>
                </a:lnTo>
                <a:cubicBezTo>
                  <a:pt x="4435064" y="0"/>
                  <a:pt x="4486275" y="51211"/>
                  <a:pt x="4486275" y="114289"/>
                </a:cubicBezTo>
                <a:lnTo>
                  <a:pt x="4486275" y="3028961"/>
                </a:lnTo>
                <a:cubicBezTo>
                  <a:pt x="4486275" y="3092081"/>
                  <a:pt x="4435106" y="3143250"/>
                  <a:pt x="4371986" y="3143250"/>
                </a:cubicBezTo>
                <a:lnTo>
                  <a:pt x="114289" y="3143250"/>
                </a:lnTo>
                <a:cubicBezTo>
                  <a:pt x="51211" y="3143250"/>
                  <a:pt x="0" y="3092039"/>
                  <a:pt x="0" y="3028961"/>
                </a:cubicBezTo>
                <a:lnTo>
                  <a:pt x="0" y="114289"/>
                </a:lnTo>
                <a:cubicBezTo>
                  <a:pt x="0" y="51169"/>
                  <a:pt x="51169" y="0"/>
                  <a:pt x="114289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9E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477125" y="3490913"/>
            <a:ext cx="4257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Streaming Matters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500938" y="3910013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9611" y="21431"/>
                  <a:pt x="0" y="31042"/>
                  <a:pt x="0" y="42863"/>
                </a:cubicBezTo>
                <a:lnTo>
                  <a:pt x="0" y="45340"/>
                </a:lnTo>
                <a:cubicBezTo>
                  <a:pt x="0" y="47618"/>
                  <a:pt x="1473" y="49560"/>
                  <a:pt x="3382" y="50799"/>
                </a:cubicBezTo>
                <a:cubicBezTo>
                  <a:pt x="7802" y="53679"/>
                  <a:pt x="10716" y="58635"/>
                  <a:pt x="10716" y="64294"/>
                </a:cubicBezTo>
                <a:cubicBezTo>
                  <a:pt x="10716" y="69953"/>
                  <a:pt x="7802" y="74909"/>
                  <a:pt x="3382" y="77789"/>
                </a:cubicBezTo>
                <a:cubicBezTo>
                  <a:pt x="1473" y="79028"/>
                  <a:pt x="0" y="80970"/>
                  <a:pt x="0" y="83247"/>
                </a:cubicBezTo>
                <a:lnTo>
                  <a:pt x="0" y="101798"/>
                </a:lnTo>
                <a:lnTo>
                  <a:pt x="171450" y="101798"/>
                </a:lnTo>
                <a:lnTo>
                  <a:pt x="171450" y="83247"/>
                </a:lnTo>
                <a:cubicBezTo>
                  <a:pt x="171450" y="80970"/>
                  <a:pt x="169977" y="79028"/>
                  <a:pt x="168068" y="77789"/>
                </a:cubicBezTo>
                <a:cubicBezTo>
                  <a:pt x="163648" y="74909"/>
                  <a:pt x="160734" y="69953"/>
                  <a:pt x="160734" y="64294"/>
                </a:cubicBezTo>
                <a:cubicBezTo>
                  <a:pt x="160734" y="58635"/>
                  <a:pt x="163648" y="53679"/>
                  <a:pt x="168068" y="50799"/>
                </a:cubicBezTo>
                <a:cubicBezTo>
                  <a:pt x="169977" y="49560"/>
                  <a:pt x="171450" y="47618"/>
                  <a:pt x="171450" y="45340"/>
                </a:cubicBezTo>
                <a:lnTo>
                  <a:pt x="171450" y="42862"/>
                </a:lnTo>
                <a:cubicBezTo>
                  <a:pt x="171450" y="31042"/>
                  <a:pt x="161839" y="21431"/>
                  <a:pt x="150019" y="21431"/>
                </a:cubicBezTo>
                <a:lnTo>
                  <a:pt x="21431" y="21431"/>
                </a:lnTo>
                <a:close/>
                <a:moveTo>
                  <a:pt x="171450" y="139303"/>
                </a:moveTo>
                <a:lnTo>
                  <a:pt x="171450" y="117872"/>
                </a:lnTo>
                <a:lnTo>
                  <a:pt x="0" y="117872"/>
                </a:lnTo>
                <a:lnTo>
                  <a:pt x="0" y="139303"/>
                </a:lnTo>
                <a:cubicBezTo>
                  <a:pt x="0" y="145230"/>
                  <a:pt x="4789" y="150019"/>
                  <a:pt x="10716" y="150019"/>
                </a:cubicBezTo>
                <a:lnTo>
                  <a:pt x="32147" y="150019"/>
                </a:lnTo>
                <a:lnTo>
                  <a:pt x="32147" y="141982"/>
                </a:lnTo>
                <a:cubicBezTo>
                  <a:pt x="32147" y="137528"/>
                  <a:pt x="35730" y="133945"/>
                  <a:pt x="40184" y="133945"/>
                </a:cubicBezTo>
                <a:cubicBezTo>
                  <a:pt x="44637" y="133945"/>
                  <a:pt x="48220" y="137528"/>
                  <a:pt x="48220" y="141982"/>
                </a:cubicBezTo>
                <a:lnTo>
                  <a:pt x="48220" y="150019"/>
                </a:lnTo>
                <a:lnTo>
                  <a:pt x="77688" y="150019"/>
                </a:lnTo>
                <a:lnTo>
                  <a:pt x="77688" y="141982"/>
                </a:lnTo>
                <a:cubicBezTo>
                  <a:pt x="77688" y="137528"/>
                  <a:pt x="81271" y="133945"/>
                  <a:pt x="85725" y="133945"/>
                </a:cubicBezTo>
                <a:cubicBezTo>
                  <a:pt x="90179" y="133945"/>
                  <a:pt x="93762" y="137528"/>
                  <a:pt x="93762" y="141982"/>
                </a:cubicBezTo>
                <a:lnTo>
                  <a:pt x="93762" y="150019"/>
                </a:lnTo>
                <a:lnTo>
                  <a:pt x="123230" y="150019"/>
                </a:lnTo>
                <a:lnTo>
                  <a:pt x="123230" y="141982"/>
                </a:lnTo>
                <a:cubicBezTo>
                  <a:pt x="123230" y="137528"/>
                  <a:pt x="126813" y="133945"/>
                  <a:pt x="131266" y="133945"/>
                </a:cubicBezTo>
                <a:cubicBezTo>
                  <a:pt x="135720" y="133945"/>
                  <a:pt x="139303" y="137528"/>
                  <a:pt x="139303" y="141982"/>
                </a:cubicBezTo>
                <a:lnTo>
                  <a:pt x="139303" y="150019"/>
                </a:lnTo>
                <a:lnTo>
                  <a:pt x="160734" y="150019"/>
                </a:lnTo>
                <a:cubicBezTo>
                  <a:pt x="166661" y="150019"/>
                  <a:pt x="171450" y="145230"/>
                  <a:pt x="171450" y="139303"/>
                </a:cubicBezTo>
                <a:close/>
                <a:moveTo>
                  <a:pt x="53578" y="53578"/>
                </a:moveTo>
                <a:lnTo>
                  <a:pt x="53578" y="75009"/>
                </a:lnTo>
                <a:cubicBezTo>
                  <a:pt x="53578" y="80936"/>
                  <a:pt x="48790" y="85725"/>
                  <a:pt x="42863" y="85725"/>
                </a:cubicBezTo>
                <a:cubicBezTo>
                  <a:pt x="36935" y="85725"/>
                  <a:pt x="32147" y="80936"/>
                  <a:pt x="32147" y="75009"/>
                </a:cubicBezTo>
                <a:lnTo>
                  <a:pt x="32147" y="53578"/>
                </a:lnTo>
                <a:cubicBezTo>
                  <a:pt x="32147" y="47651"/>
                  <a:pt x="36935" y="42863"/>
                  <a:pt x="42863" y="42863"/>
                </a:cubicBezTo>
                <a:cubicBezTo>
                  <a:pt x="48790" y="42863"/>
                  <a:pt x="53578" y="47651"/>
                  <a:pt x="53578" y="53578"/>
                </a:cubicBezTo>
                <a:close/>
                <a:moveTo>
                  <a:pt x="96441" y="53578"/>
                </a:moveTo>
                <a:lnTo>
                  <a:pt x="96441" y="75009"/>
                </a:lnTo>
                <a:cubicBezTo>
                  <a:pt x="96441" y="80936"/>
                  <a:pt x="91652" y="85725"/>
                  <a:pt x="85725" y="85725"/>
                </a:cubicBezTo>
                <a:cubicBezTo>
                  <a:pt x="79798" y="85725"/>
                  <a:pt x="75009" y="80936"/>
                  <a:pt x="75009" y="75009"/>
                </a:cubicBezTo>
                <a:lnTo>
                  <a:pt x="75009" y="53578"/>
                </a:lnTo>
                <a:cubicBezTo>
                  <a:pt x="75009" y="47651"/>
                  <a:pt x="79798" y="42863"/>
                  <a:pt x="85725" y="42863"/>
                </a:cubicBezTo>
                <a:cubicBezTo>
                  <a:pt x="91652" y="42863"/>
                  <a:pt x="96441" y="47651"/>
                  <a:pt x="96441" y="53578"/>
                </a:cubicBezTo>
                <a:close/>
                <a:moveTo>
                  <a:pt x="139303" y="53578"/>
                </a:moveTo>
                <a:lnTo>
                  <a:pt x="139303" y="75009"/>
                </a:lnTo>
                <a:cubicBezTo>
                  <a:pt x="139303" y="80936"/>
                  <a:pt x="134515" y="85725"/>
                  <a:pt x="128588" y="85725"/>
                </a:cubicBezTo>
                <a:cubicBezTo>
                  <a:pt x="122660" y="85725"/>
                  <a:pt x="117872" y="80936"/>
                  <a:pt x="117872" y="75009"/>
                </a:cubicBezTo>
                <a:lnTo>
                  <a:pt x="117872" y="53578"/>
                </a:lnTo>
                <a:cubicBezTo>
                  <a:pt x="117872" y="47651"/>
                  <a:pt x="122660" y="42863"/>
                  <a:pt x="128588" y="42863"/>
                </a:cubicBezTo>
                <a:cubicBezTo>
                  <a:pt x="134515" y="42863"/>
                  <a:pt x="139303" y="47651"/>
                  <a:pt x="139303" y="53578"/>
                </a:cubicBez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805738" y="3871913"/>
            <a:ext cx="148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Memory Efficient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805738" y="4100513"/>
            <a:ext cx="147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 data as it arrives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511653" y="4405313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13452" y="-3315"/>
                </a:moveTo>
                <a:cubicBezTo>
                  <a:pt x="117437" y="-435"/>
                  <a:pt x="118910" y="4789"/>
                  <a:pt x="117102" y="9343"/>
                </a:cubicBezTo>
                <a:lnTo>
                  <a:pt x="90848" y="75009"/>
                </a:lnTo>
                <a:lnTo>
                  <a:pt x="139303" y="75009"/>
                </a:lnTo>
                <a:cubicBezTo>
                  <a:pt x="143824" y="75009"/>
                  <a:pt x="147842" y="77822"/>
                  <a:pt x="149383" y="82075"/>
                </a:cubicBezTo>
                <a:cubicBezTo>
                  <a:pt x="150923" y="86328"/>
                  <a:pt x="149617" y="91083"/>
                  <a:pt x="146168" y="93963"/>
                </a:cubicBezTo>
                <a:lnTo>
                  <a:pt x="49727" y="174330"/>
                </a:lnTo>
                <a:cubicBezTo>
                  <a:pt x="45943" y="177478"/>
                  <a:pt x="40552" y="177645"/>
                  <a:pt x="36567" y="174765"/>
                </a:cubicBezTo>
                <a:cubicBezTo>
                  <a:pt x="32582" y="171885"/>
                  <a:pt x="31109" y="166661"/>
                  <a:pt x="32917" y="162107"/>
                </a:cubicBezTo>
                <a:lnTo>
                  <a:pt x="59170" y="96441"/>
                </a:lnTo>
                <a:lnTo>
                  <a:pt x="10716" y="96441"/>
                </a:lnTo>
                <a:cubicBezTo>
                  <a:pt x="6195" y="96441"/>
                  <a:pt x="2177" y="93628"/>
                  <a:pt x="636" y="89375"/>
                </a:cubicBezTo>
                <a:cubicBezTo>
                  <a:pt x="-904" y="85122"/>
                  <a:pt x="402" y="80367"/>
                  <a:pt x="3851" y="77487"/>
                </a:cubicBezTo>
                <a:lnTo>
                  <a:pt x="100292" y="-2880"/>
                </a:lnTo>
                <a:cubicBezTo>
                  <a:pt x="104076" y="-6028"/>
                  <a:pt x="109467" y="-6195"/>
                  <a:pt x="113452" y="-3315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805738" y="4367213"/>
            <a:ext cx="1800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 Processing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805738" y="4595813"/>
            <a:ext cx="1790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waiting for complete body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479506" y="4900613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0" y="85725"/>
                </a:moveTo>
                <a:cubicBezTo>
                  <a:pt x="0" y="56123"/>
                  <a:pt x="23976" y="32147"/>
                  <a:pt x="53578" y="32147"/>
                </a:cubicBezTo>
                <a:cubicBezTo>
                  <a:pt x="70455" y="32147"/>
                  <a:pt x="86328" y="40083"/>
                  <a:pt x="96441" y="53578"/>
                </a:cubicBezTo>
                <a:lnTo>
                  <a:pt x="107156" y="67877"/>
                </a:lnTo>
                <a:lnTo>
                  <a:pt x="117872" y="53578"/>
                </a:lnTo>
                <a:cubicBezTo>
                  <a:pt x="127985" y="40083"/>
                  <a:pt x="143857" y="32147"/>
                  <a:pt x="160734" y="32147"/>
                </a:cubicBezTo>
                <a:cubicBezTo>
                  <a:pt x="190336" y="32147"/>
                  <a:pt x="214313" y="56123"/>
                  <a:pt x="214313" y="85725"/>
                </a:cubicBezTo>
                <a:cubicBezTo>
                  <a:pt x="214313" y="115327"/>
                  <a:pt x="190336" y="139303"/>
                  <a:pt x="160734" y="139303"/>
                </a:cubicBezTo>
                <a:cubicBezTo>
                  <a:pt x="143857" y="139303"/>
                  <a:pt x="127985" y="131367"/>
                  <a:pt x="117872" y="117872"/>
                </a:cubicBezTo>
                <a:lnTo>
                  <a:pt x="107156" y="103573"/>
                </a:lnTo>
                <a:lnTo>
                  <a:pt x="96441" y="117872"/>
                </a:lnTo>
                <a:cubicBezTo>
                  <a:pt x="86328" y="131367"/>
                  <a:pt x="70455" y="139303"/>
                  <a:pt x="53578" y="139303"/>
                </a:cubicBezTo>
                <a:cubicBezTo>
                  <a:pt x="23976" y="139303"/>
                  <a:pt x="0" y="115327"/>
                  <a:pt x="0" y="85725"/>
                </a:cubicBezTo>
                <a:close/>
                <a:moveTo>
                  <a:pt x="93762" y="85725"/>
                </a:moveTo>
                <a:lnTo>
                  <a:pt x="79296" y="66437"/>
                </a:lnTo>
                <a:cubicBezTo>
                  <a:pt x="73235" y="58333"/>
                  <a:pt x="63691" y="53578"/>
                  <a:pt x="53578" y="53578"/>
                </a:cubicBezTo>
                <a:cubicBezTo>
                  <a:pt x="35830" y="53578"/>
                  <a:pt x="21431" y="67977"/>
                  <a:pt x="21431" y="85725"/>
                </a:cubicBezTo>
                <a:cubicBezTo>
                  <a:pt x="21431" y="103473"/>
                  <a:pt x="35830" y="117872"/>
                  <a:pt x="53578" y="117872"/>
                </a:cubicBezTo>
                <a:cubicBezTo>
                  <a:pt x="63691" y="117872"/>
                  <a:pt x="73235" y="113117"/>
                  <a:pt x="79296" y="105013"/>
                </a:cubicBezTo>
                <a:lnTo>
                  <a:pt x="93762" y="85725"/>
                </a:lnTo>
                <a:close/>
                <a:moveTo>
                  <a:pt x="120551" y="85725"/>
                </a:moveTo>
                <a:lnTo>
                  <a:pt x="135017" y="105013"/>
                </a:lnTo>
                <a:cubicBezTo>
                  <a:pt x="141078" y="113117"/>
                  <a:pt x="150622" y="117872"/>
                  <a:pt x="160734" y="117872"/>
                </a:cubicBezTo>
                <a:cubicBezTo>
                  <a:pt x="178482" y="117872"/>
                  <a:pt x="192881" y="103473"/>
                  <a:pt x="192881" y="85725"/>
                </a:cubicBezTo>
                <a:cubicBezTo>
                  <a:pt x="192881" y="67977"/>
                  <a:pt x="178482" y="53578"/>
                  <a:pt x="160734" y="53578"/>
                </a:cubicBezTo>
                <a:cubicBezTo>
                  <a:pt x="150622" y="53578"/>
                  <a:pt x="141078" y="58333"/>
                  <a:pt x="135017" y="66437"/>
                </a:cubicBezTo>
                <a:lnTo>
                  <a:pt x="120551" y="85725"/>
                </a:ln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805738" y="4862513"/>
            <a:ext cx="1266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Handle Large Files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805738" y="5091113"/>
            <a:ext cx="1257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size limitations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pic.ibaotu.com/84245c2bbcf3ab93afc5e1999026d67907947823.jpg!hp405"/>
          <p:cNvPicPr>
            <a:picLocks noChangeAspect="1"/>
          </p:cNvPicPr>
          <p:nvPr/>
        </p:nvPicPr>
        <p:blipFill>
          <a:blip r:embed="rId3">
            <a:alphaModFix amt="30000"/>
          </a:blip>
          <a:srcRect t="7639" b="7639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/>
              </a:gs>
              <a:gs pos="50000">
                <a:srgbClr val="1A1D21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385763" y="1733550"/>
            <a:ext cx="1562100" cy="428625"/>
          </a:xfrm>
          <a:custGeom>
            <a:avLst/>
            <a:gdLst/>
            <a:ahLst/>
            <a:cxnLst/>
            <a:rect l="l" t="t" r="r" b="b"/>
            <a:pathLst>
              <a:path w="1562100" h="428625">
                <a:moveTo>
                  <a:pt x="114301" y="0"/>
                </a:moveTo>
                <a:lnTo>
                  <a:pt x="1447799" y="0"/>
                </a:lnTo>
                <a:cubicBezTo>
                  <a:pt x="1510926" y="0"/>
                  <a:pt x="1562100" y="51174"/>
                  <a:pt x="1562100" y="114301"/>
                </a:cubicBezTo>
                <a:lnTo>
                  <a:pt x="1562100" y="314324"/>
                </a:lnTo>
                <a:cubicBezTo>
                  <a:pt x="1562100" y="377451"/>
                  <a:pt x="1510926" y="428625"/>
                  <a:pt x="1447799" y="428625"/>
                </a:cubicBezTo>
                <a:lnTo>
                  <a:pt x="114301" y="428625"/>
                </a:lnTo>
                <a:cubicBezTo>
                  <a:pt x="51174" y="428625"/>
                  <a:pt x="0" y="377451"/>
                  <a:pt x="0" y="3143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 w="12700">
            <a:solidFill>
              <a:srgbClr val="4A9E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81025" y="1809750"/>
            <a:ext cx="1266825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kern="0" spc="75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SECTION 04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395538"/>
            <a:ext cx="5629275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338638"/>
            <a:ext cx="54006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5F6B7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Mastering the res object for sending data to clients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5091113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447800" y="5091113"/>
            <a:ext cx="457200" cy="38100"/>
          </a:xfrm>
          <a:custGeom>
            <a:avLst/>
            <a:gdLst/>
            <a:ahLst/>
            <a:cxnLst/>
            <a:rect l="l" t="t" r="r" b="b"/>
            <a:pathLst>
              <a:path w="457200" h="38100">
                <a:moveTo>
                  <a:pt x="0" y="0"/>
                </a:moveTo>
                <a:lnTo>
                  <a:pt x="457200" y="0"/>
                </a:lnTo>
                <a:lnTo>
                  <a:pt x="457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9EFF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057400" y="5091113"/>
            <a:ext cx="228600" cy="38100"/>
          </a:xfrm>
          <a:custGeom>
            <a:avLst/>
            <a:gdLst/>
            <a:ahLst/>
            <a:cxnLst/>
            <a:rect l="l" t="t" r="r" b="b"/>
            <a:pathLst>
              <a:path w="228600" h="38100">
                <a:moveTo>
                  <a:pt x="0" y="0"/>
                </a:moveTo>
                <a:lnTo>
                  <a:pt x="228600" y="0"/>
                </a:lnTo>
                <a:lnTo>
                  <a:pt x="228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9EFF">
              <a:alpha val="25098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kern="0" spc="120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RESPONSE OBJECT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Response Object (res)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338263"/>
            <a:ext cx="6715125" cy="1790700"/>
          </a:xfrm>
          <a:custGeom>
            <a:avLst/>
            <a:gdLst/>
            <a:ahLst/>
            <a:cxnLst/>
            <a:rect l="l" t="t" r="r" b="b"/>
            <a:pathLst>
              <a:path w="6715125" h="1790700">
                <a:moveTo>
                  <a:pt x="152406" y="0"/>
                </a:moveTo>
                <a:lnTo>
                  <a:pt x="6562719" y="0"/>
                </a:lnTo>
                <a:cubicBezTo>
                  <a:pt x="6646890" y="0"/>
                  <a:pt x="6715125" y="68235"/>
                  <a:pt x="6715125" y="152406"/>
                </a:cubicBezTo>
                <a:lnTo>
                  <a:pt x="6715125" y="1638294"/>
                </a:lnTo>
                <a:cubicBezTo>
                  <a:pt x="6715125" y="1722465"/>
                  <a:pt x="6646890" y="1790700"/>
                  <a:pt x="6562719" y="1790700"/>
                </a:cubicBezTo>
                <a:lnTo>
                  <a:pt x="152406" y="1790700"/>
                </a:lnTo>
                <a:cubicBezTo>
                  <a:pt x="68235" y="1790700"/>
                  <a:pt x="0" y="1722465"/>
                  <a:pt x="0" y="1638294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gradFill flip="none" rotWithShape="1">
            <a:gsLst>
              <a:gs pos="0">
                <a:srgbClr val="4A9EF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9EF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19125" y="15716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01291" y="1733550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142875" y="61001"/>
                </a:moveTo>
                <a:lnTo>
                  <a:pt x="142875" y="178594"/>
                </a:lnTo>
                <a:cubicBezTo>
                  <a:pt x="142875" y="188472"/>
                  <a:pt x="134894" y="196453"/>
                  <a:pt x="125016" y="196453"/>
                </a:cubicBezTo>
                <a:cubicBezTo>
                  <a:pt x="115137" y="196453"/>
                  <a:pt x="107156" y="188472"/>
                  <a:pt x="107156" y="178594"/>
                </a:cubicBezTo>
                <a:lnTo>
                  <a:pt x="107156" y="61001"/>
                </a:lnTo>
                <a:lnTo>
                  <a:pt x="84051" y="84106"/>
                </a:lnTo>
                <a:cubicBezTo>
                  <a:pt x="77074" y="91083"/>
                  <a:pt x="65745" y="91083"/>
                  <a:pt x="58769" y="84106"/>
                </a:cubicBezTo>
                <a:cubicBezTo>
                  <a:pt x="51792" y="77130"/>
                  <a:pt x="51792" y="65801"/>
                  <a:pt x="58769" y="58824"/>
                </a:cubicBezTo>
                <a:lnTo>
                  <a:pt x="112347" y="5246"/>
                </a:lnTo>
                <a:cubicBezTo>
                  <a:pt x="119323" y="-1730"/>
                  <a:pt x="130652" y="-1730"/>
                  <a:pt x="137629" y="5246"/>
                </a:cubicBezTo>
                <a:lnTo>
                  <a:pt x="191207" y="58824"/>
                </a:lnTo>
                <a:cubicBezTo>
                  <a:pt x="198183" y="65801"/>
                  <a:pt x="198183" y="77130"/>
                  <a:pt x="191207" y="84106"/>
                </a:cubicBezTo>
                <a:cubicBezTo>
                  <a:pt x="184231" y="91083"/>
                  <a:pt x="172901" y="91083"/>
                  <a:pt x="165925" y="84106"/>
                </a:cubicBezTo>
                <a:lnTo>
                  <a:pt x="142875" y="61001"/>
                </a:lnTo>
                <a:close/>
                <a:moveTo>
                  <a:pt x="125016" y="223242"/>
                </a:moveTo>
                <a:cubicBezTo>
                  <a:pt x="149684" y="223242"/>
                  <a:pt x="169664" y="203262"/>
                  <a:pt x="169664" y="178594"/>
                </a:cubicBezTo>
                <a:lnTo>
                  <a:pt x="214313" y="178594"/>
                </a:lnTo>
                <a:cubicBezTo>
                  <a:pt x="234014" y="178594"/>
                  <a:pt x="250031" y="194611"/>
                  <a:pt x="250031" y="214313"/>
                </a:cubicBezTo>
                <a:lnTo>
                  <a:pt x="250031" y="232172"/>
                </a:lnTo>
                <a:cubicBezTo>
                  <a:pt x="250031" y="251873"/>
                  <a:pt x="234014" y="267891"/>
                  <a:pt x="214313" y="267891"/>
                </a:cubicBezTo>
                <a:lnTo>
                  <a:pt x="35719" y="267891"/>
                </a:lnTo>
                <a:cubicBezTo>
                  <a:pt x="16018" y="267891"/>
                  <a:pt x="0" y="251873"/>
                  <a:pt x="0" y="232172"/>
                </a:cubicBezTo>
                <a:lnTo>
                  <a:pt x="0" y="214313"/>
                </a:lnTo>
                <a:cubicBezTo>
                  <a:pt x="0" y="194611"/>
                  <a:pt x="16018" y="178594"/>
                  <a:pt x="35719" y="178594"/>
                </a:cubicBezTo>
                <a:lnTo>
                  <a:pt x="80367" y="178594"/>
                </a:lnTo>
                <a:cubicBezTo>
                  <a:pt x="80367" y="203262"/>
                  <a:pt x="100347" y="223242"/>
                  <a:pt x="125016" y="223242"/>
                </a:cubicBezTo>
                <a:close/>
                <a:moveTo>
                  <a:pt x="205383" y="236637"/>
                </a:moveTo>
                <a:cubicBezTo>
                  <a:pt x="212775" y="236637"/>
                  <a:pt x="218777" y="230635"/>
                  <a:pt x="218777" y="223242"/>
                </a:cubicBezTo>
                <a:cubicBezTo>
                  <a:pt x="218777" y="215850"/>
                  <a:pt x="212775" y="209848"/>
                  <a:pt x="205383" y="209848"/>
                </a:cubicBezTo>
                <a:cubicBezTo>
                  <a:pt x="197990" y="209848"/>
                  <a:pt x="191988" y="215850"/>
                  <a:pt x="191988" y="223242"/>
                </a:cubicBezTo>
                <a:cubicBezTo>
                  <a:pt x="191988" y="230635"/>
                  <a:pt x="197990" y="236637"/>
                  <a:pt x="205383" y="236637"/>
                </a:cubicBez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81125" y="1571625"/>
            <a:ext cx="2190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Writable Stream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81125" y="1914525"/>
            <a:ext cx="2133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A9E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ServerResponse Instance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19125" y="2333625"/>
            <a:ext cx="63341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r>
              <a:rPr lang="en-US" sz="1350" b="1" dirty="0">
                <a:solidFill>
                  <a:srgbClr val="4A9EFF"/>
                </a:solidFill>
                <a:highlight>
                  <a:srgbClr val="4A9EFF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res </a:t>
            </a:r>
            <a:r>
              <a:rPr lang="en-US" sz="135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 is a writable stream used to send data back to the client. It controls the HTTP response including status codes, headers, and body content.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5763" y="3328988"/>
            <a:ext cx="3276600" cy="3143250"/>
          </a:xfrm>
          <a:custGeom>
            <a:avLst/>
            <a:gdLst/>
            <a:ahLst/>
            <a:cxnLst/>
            <a:rect l="l" t="t" r="r" b="b"/>
            <a:pathLst>
              <a:path w="3276600" h="3143250">
                <a:moveTo>
                  <a:pt x="114289" y="0"/>
                </a:moveTo>
                <a:lnTo>
                  <a:pt x="3162311" y="0"/>
                </a:lnTo>
                <a:cubicBezTo>
                  <a:pt x="3225389" y="0"/>
                  <a:pt x="3276600" y="51211"/>
                  <a:pt x="3276600" y="114289"/>
                </a:cubicBezTo>
                <a:lnTo>
                  <a:pt x="3276600" y="3028961"/>
                </a:lnTo>
                <a:cubicBezTo>
                  <a:pt x="3276600" y="3092081"/>
                  <a:pt x="3225431" y="3143250"/>
                  <a:pt x="3162311" y="3143250"/>
                </a:cubicBezTo>
                <a:lnTo>
                  <a:pt x="114289" y="3143250"/>
                </a:lnTo>
                <a:cubicBezTo>
                  <a:pt x="51211" y="3143250"/>
                  <a:pt x="0" y="3092039"/>
                  <a:pt x="0" y="3028961"/>
                </a:cubicBezTo>
                <a:lnTo>
                  <a:pt x="0" y="114289"/>
                </a:lnTo>
                <a:cubicBezTo>
                  <a:pt x="0" y="51169"/>
                  <a:pt x="51169" y="0"/>
                  <a:pt x="114289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9E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95313" y="35433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39494" y="-11743"/>
                </a:moveTo>
                <a:cubicBezTo>
                  <a:pt x="243870" y="-13305"/>
                  <a:pt x="248692" y="-12189"/>
                  <a:pt x="251996" y="-8930"/>
                </a:cubicBezTo>
                <a:cubicBezTo>
                  <a:pt x="255300" y="-5670"/>
                  <a:pt x="256371" y="-804"/>
                  <a:pt x="254809" y="3572"/>
                </a:cubicBezTo>
                <a:lnTo>
                  <a:pt x="175334" y="225430"/>
                </a:lnTo>
                <a:cubicBezTo>
                  <a:pt x="173102" y="231636"/>
                  <a:pt x="167253" y="235744"/>
                  <a:pt x="160690" y="235744"/>
                </a:cubicBezTo>
                <a:cubicBezTo>
                  <a:pt x="154350" y="235744"/>
                  <a:pt x="148635" y="231904"/>
                  <a:pt x="146268" y="226055"/>
                </a:cubicBezTo>
                <a:lnTo>
                  <a:pt x="117604" y="155511"/>
                </a:lnTo>
                <a:cubicBezTo>
                  <a:pt x="115595" y="150599"/>
                  <a:pt x="116488" y="144973"/>
                  <a:pt x="119926" y="140955"/>
                </a:cubicBezTo>
                <a:lnTo>
                  <a:pt x="162118" y="90770"/>
                </a:lnTo>
                <a:cubicBezTo>
                  <a:pt x="164396" y="88047"/>
                  <a:pt x="164217" y="84073"/>
                  <a:pt x="161717" y="81573"/>
                </a:cubicBezTo>
                <a:cubicBezTo>
                  <a:pt x="159216" y="79072"/>
                  <a:pt x="155198" y="78894"/>
                  <a:pt x="152519" y="81171"/>
                </a:cubicBezTo>
                <a:lnTo>
                  <a:pt x="102334" y="123274"/>
                </a:lnTo>
                <a:cubicBezTo>
                  <a:pt x="98271" y="126668"/>
                  <a:pt x="92690" y="127561"/>
                  <a:pt x="87779" y="125596"/>
                </a:cubicBezTo>
                <a:lnTo>
                  <a:pt x="17011" y="96798"/>
                </a:lnTo>
                <a:cubicBezTo>
                  <a:pt x="11162" y="94431"/>
                  <a:pt x="7322" y="88716"/>
                  <a:pt x="7322" y="82376"/>
                </a:cubicBezTo>
                <a:cubicBezTo>
                  <a:pt x="7322" y="75813"/>
                  <a:pt x="11430" y="69964"/>
                  <a:pt x="17636" y="67732"/>
                </a:cubicBezTo>
                <a:lnTo>
                  <a:pt x="239494" y="-11743"/>
                </a:ln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81075" y="3524250"/>
            <a:ext cx="1790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Sends Data to Client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81025" y="3905250"/>
            <a:ext cx="2962275" cy="2371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Write response body content, JSON data, HTML, or file streams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22353" y="3328988"/>
            <a:ext cx="3276600" cy="3143250"/>
          </a:xfrm>
          <a:custGeom>
            <a:avLst/>
            <a:gdLst/>
            <a:ahLst/>
            <a:cxnLst/>
            <a:rect l="l" t="t" r="r" b="b"/>
            <a:pathLst>
              <a:path w="3276600" h="3143250">
                <a:moveTo>
                  <a:pt x="114289" y="0"/>
                </a:moveTo>
                <a:lnTo>
                  <a:pt x="3162311" y="0"/>
                </a:lnTo>
                <a:cubicBezTo>
                  <a:pt x="3225389" y="0"/>
                  <a:pt x="3276600" y="51211"/>
                  <a:pt x="3276600" y="114289"/>
                </a:cubicBezTo>
                <a:lnTo>
                  <a:pt x="3276600" y="3028961"/>
                </a:lnTo>
                <a:cubicBezTo>
                  <a:pt x="3276600" y="3092081"/>
                  <a:pt x="3225431" y="3143250"/>
                  <a:pt x="3162311" y="3143250"/>
                </a:cubicBezTo>
                <a:lnTo>
                  <a:pt x="114289" y="3143250"/>
                </a:lnTo>
                <a:cubicBezTo>
                  <a:pt x="51211" y="3143250"/>
                  <a:pt x="0" y="3092039"/>
                  <a:pt x="0" y="3028961"/>
                </a:cubicBezTo>
                <a:lnTo>
                  <a:pt x="0" y="114289"/>
                </a:lnTo>
                <a:cubicBezTo>
                  <a:pt x="0" y="51169"/>
                  <a:pt x="51169" y="0"/>
                  <a:pt x="114289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DE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046190" y="3543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288" y="28575"/>
                </a:moveTo>
                <a:cubicBezTo>
                  <a:pt x="6385" y="28575"/>
                  <a:pt x="0" y="34960"/>
                  <a:pt x="0" y="42863"/>
                </a:cubicBezTo>
                <a:cubicBezTo>
                  <a:pt x="0" y="50765"/>
                  <a:pt x="6385" y="57150"/>
                  <a:pt x="14288" y="57150"/>
                </a:cubicBezTo>
                <a:lnTo>
                  <a:pt x="52998" y="57150"/>
                </a:lnTo>
                <a:cubicBezTo>
                  <a:pt x="58489" y="69786"/>
                  <a:pt x="71080" y="78581"/>
                  <a:pt x="85725" y="78581"/>
                </a:cubicBezTo>
                <a:cubicBezTo>
                  <a:pt x="100370" y="78581"/>
                  <a:pt x="112961" y="69786"/>
                  <a:pt x="118452" y="57150"/>
                </a:cubicBezTo>
                <a:lnTo>
                  <a:pt x="214313" y="57150"/>
                </a:lnTo>
                <a:cubicBezTo>
                  <a:pt x="222215" y="57150"/>
                  <a:pt x="228600" y="50765"/>
                  <a:pt x="228600" y="42863"/>
                </a:cubicBezTo>
                <a:cubicBezTo>
                  <a:pt x="228600" y="34960"/>
                  <a:pt x="222215" y="28575"/>
                  <a:pt x="214313" y="28575"/>
                </a:cubicBezTo>
                <a:lnTo>
                  <a:pt x="118452" y="28575"/>
                </a:lnTo>
                <a:cubicBezTo>
                  <a:pt x="112961" y="15939"/>
                  <a:pt x="100370" y="7144"/>
                  <a:pt x="85725" y="7144"/>
                </a:cubicBezTo>
                <a:cubicBezTo>
                  <a:pt x="71080" y="7144"/>
                  <a:pt x="58489" y="15939"/>
                  <a:pt x="52998" y="28575"/>
                </a:cubicBezTo>
                <a:lnTo>
                  <a:pt x="14288" y="28575"/>
                </a:lnTo>
                <a:close/>
                <a:moveTo>
                  <a:pt x="14288" y="100013"/>
                </a:move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24435" y="128588"/>
                </a:lnTo>
                <a:cubicBezTo>
                  <a:pt x="129927" y="141223"/>
                  <a:pt x="142518" y="150019"/>
                  <a:pt x="157163" y="150019"/>
                </a:cubicBezTo>
                <a:cubicBezTo>
                  <a:pt x="171807" y="150019"/>
                  <a:pt x="184398" y="141223"/>
                  <a:pt x="189890" y="128588"/>
                </a:cubicBezTo>
                <a:lnTo>
                  <a:pt x="214313" y="128588"/>
                </a:lnTo>
                <a:cubicBezTo>
                  <a:pt x="222215" y="128588"/>
                  <a:pt x="228600" y="122203"/>
                  <a:pt x="228600" y="114300"/>
                </a:cubicBezTo>
                <a:cubicBezTo>
                  <a:pt x="228600" y="106397"/>
                  <a:pt x="222215" y="100013"/>
                  <a:pt x="214313" y="100013"/>
                </a:cubicBezTo>
                <a:lnTo>
                  <a:pt x="189890" y="100013"/>
                </a:lnTo>
                <a:cubicBezTo>
                  <a:pt x="184398" y="87377"/>
                  <a:pt x="171807" y="78581"/>
                  <a:pt x="157163" y="78581"/>
                </a:cubicBezTo>
                <a:cubicBezTo>
                  <a:pt x="142518" y="78581"/>
                  <a:pt x="129927" y="87377"/>
                  <a:pt x="124435" y="100013"/>
                </a:cubicBezTo>
                <a:lnTo>
                  <a:pt x="14288" y="100013"/>
                </a:lnTo>
                <a:close/>
                <a:moveTo>
                  <a:pt x="14288" y="171450"/>
                </a:moveTo>
                <a:cubicBezTo>
                  <a:pt x="6385" y="171450"/>
                  <a:pt x="0" y="177835"/>
                  <a:pt x="0" y="185738"/>
                </a:cubicBezTo>
                <a:cubicBezTo>
                  <a:pt x="0" y="193640"/>
                  <a:pt x="6385" y="200025"/>
                  <a:pt x="14288" y="200025"/>
                </a:cubicBezTo>
                <a:lnTo>
                  <a:pt x="38710" y="200025"/>
                </a:lnTo>
                <a:cubicBezTo>
                  <a:pt x="44202" y="212661"/>
                  <a:pt x="56793" y="221456"/>
                  <a:pt x="71438" y="221456"/>
                </a:cubicBezTo>
                <a:cubicBezTo>
                  <a:pt x="86082" y="221456"/>
                  <a:pt x="98673" y="212661"/>
                  <a:pt x="104165" y="200025"/>
                </a:cubicBezTo>
                <a:lnTo>
                  <a:pt x="214313" y="200025"/>
                </a:lnTo>
                <a:cubicBezTo>
                  <a:pt x="222215" y="200025"/>
                  <a:pt x="228600" y="193640"/>
                  <a:pt x="228600" y="185738"/>
                </a:cubicBezTo>
                <a:cubicBezTo>
                  <a:pt x="228600" y="177835"/>
                  <a:pt x="222215" y="171450"/>
                  <a:pt x="214313" y="171450"/>
                </a:cubicBezTo>
                <a:lnTo>
                  <a:pt x="104165" y="171450"/>
                </a:lnTo>
                <a:cubicBezTo>
                  <a:pt x="98673" y="158814"/>
                  <a:pt x="86082" y="150019"/>
                  <a:pt x="71438" y="150019"/>
                </a:cubicBezTo>
                <a:cubicBezTo>
                  <a:pt x="56793" y="150019"/>
                  <a:pt x="44202" y="158814"/>
                  <a:pt x="38710" y="171450"/>
                </a:cubicBezTo>
                <a:lnTo>
                  <a:pt x="14288" y="171450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417665" y="3524250"/>
            <a:ext cx="2314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Controls Status &amp; Headers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017615" y="3905250"/>
            <a:ext cx="2962275" cy="2371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 HTTP status codes (200, 404, 500) and response headers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39980" y="1343025"/>
            <a:ext cx="4457700" cy="2686050"/>
          </a:xfrm>
          <a:custGeom>
            <a:avLst/>
            <a:gdLst/>
            <a:ahLst/>
            <a:cxnLst/>
            <a:rect l="l" t="t" r="r" b="b"/>
            <a:pathLst>
              <a:path w="4457700" h="2686050">
                <a:moveTo>
                  <a:pt x="152406" y="0"/>
                </a:moveTo>
                <a:lnTo>
                  <a:pt x="4305294" y="0"/>
                </a:lnTo>
                <a:cubicBezTo>
                  <a:pt x="4389465" y="0"/>
                  <a:pt x="4457700" y="68235"/>
                  <a:pt x="4457700" y="152406"/>
                </a:cubicBezTo>
                <a:lnTo>
                  <a:pt x="4457700" y="2533644"/>
                </a:lnTo>
                <a:cubicBezTo>
                  <a:pt x="4457700" y="2617815"/>
                  <a:pt x="4389465" y="2686050"/>
                  <a:pt x="4305294" y="2686050"/>
                </a:cubicBezTo>
                <a:lnTo>
                  <a:pt x="152406" y="2686050"/>
                </a:lnTo>
                <a:cubicBezTo>
                  <a:pt x="68235" y="2686050"/>
                  <a:pt x="0" y="2617815"/>
                  <a:pt x="0" y="2533644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gradFill flip="none" rotWithShape="1">
            <a:gsLst>
              <a:gs pos="0">
                <a:srgbClr val="4ADE8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2540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587630" y="15811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8130" y="1543050"/>
            <a:ext cx="3914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Response Lifecycle </a:t>
            </a:r>
            <a:r>
              <a:rPr lang="en-US" sz="1500" b="1" dirty="0">
                <a:solidFill>
                  <a:srgbClr val="FF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****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540005" y="19621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501905" y="1962150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4A9E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035305" y="2038350"/>
            <a:ext cx="1076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 status code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540005" y="24574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501905" y="2457450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4A9E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035305" y="2533650"/>
            <a:ext cx="847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 headers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540005" y="29527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501905" y="2952750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035305" y="302895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Write body content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540005" y="34480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501905" y="3448050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035305" y="3524250"/>
            <a:ext cx="1209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 the response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335217" y="4233863"/>
            <a:ext cx="4467225" cy="2238375"/>
          </a:xfrm>
          <a:custGeom>
            <a:avLst/>
            <a:gdLst/>
            <a:ahLst/>
            <a:cxnLst/>
            <a:rect l="l" t="t" r="r" b="b"/>
            <a:pathLst>
              <a:path w="4467225" h="2238375">
                <a:moveTo>
                  <a:pt x="114291" y="0"/>
                </a:moveTo>
                <a:lnTo>
                  <a:pt x="4352934" y="0"/>
                </a:lnTo>
                <a:cubicBezTo>
                  <a:pt x="4416055" y="0"/>
                  <a:pt x="4467225" y="51170"/>
                  <a:pt x="4467225" y="114291"/>
                </a:cubicBezTo>
                <a:lnTo>
                  <a:pt x="4467225" y="2124084"/>
                </a:lnTo>
                <a:cubicBezTo>
                  <a:pt x="4467225" y="2187205"/>
                  <a:pt x="4416055" y="2238375"/>
                  <a:pt x="4352934" y="2238375"/>
                </a:cubicBezTo>
                <a:lnTo>
                  <a:pt x="114291" y="2238375"/>
                </a:lnTo>
                <a:cubicBezTo>
                  <a:pt x="51170" y="2238375"/>
                  <a:pt x="0" y="2187205"/>
                  <a:pt x="0" y="2124084"/>
                </a:cubicBezTo>
                <a:lnTo>
                  <a:pt x="0" y="114291"/>
                </a:lnTo>
                <a:cubicBezTo>
                  <a:pt x="0" y="51212"/>
                  <a:pt x="51212" y="0"/>
                  <a:pt x="114291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9E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530480" y="4429125"/>
            <a:ext cx="4162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Response Object Inheritance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530480" y="48672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644780" y="49815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57150" y="19050"/>
                </a:moveTo>
                <a:cubicBezTo>
                  <a:pt x="57150" y="13781"/>
                  <a:pt x="61406" y="9525"/>
                  <a:pt x="66675" y="9525"/>
                </a:cubicBezTo>
                <a:lnTo>
                  <a:pt x="85725" y="9525"/>
                </a:lnTo>
                <a:cubicBezTo>
                  <a:pt x="90994" y="9525"/>
                  <a:pt x="95250" y="13781"/>
                  <a:pt x="95250" y="19050"/>
                </a:cubicBezTo>
                <a:lnTo>
                  <a:pt x="95250" y="38100"/>
                </a:lnTo>
                <a:cubicBezTo>
                  <a:pt x="95250" y="43369"/>
                  <a:pt x="90994" y="47625"/>
                  <a:pt x="85725" y="47625"/>
                </a:cubicBezTo>
                <a:lnTo>
                  <a:pt x="83344" y="47625"/>
                </a:lnTo>
                <a:lnTo>
                  <a:pt x="83344" y="66675"/>
                </a:lnTo>
                <a:lnTo>
                  <a:pt x="119062" y="66675"/>
                </a:lnTo>
                <a:cubicBezTo>
                  <a:pt x="130909" y="66675"/>
                  <a:pt x="140494" y="76260"/>
                  <a:pt x="140494" y="88106"/>
                </a:cubicBezTo>
                <a:lnTo>
                  <a:pt x="140494" y="104775"/>
                </a:lnTo>
                <a:lnTo>
                  <a:pt x="142875" y="104775"/>
                </a:lnTo>
                <a:cubicBezTo>
                  <a:pt x="148144" y="104775"/>
                  <a:pt x="152400" y="109031"/>
                  <a:pt x="152400" y="114300"/>
                </a:cubicBezTo>
                <a:lnTo>
                  <a:pt x="152400" y="133350"/>
                </a:lnTo>
                <a:cubicBezTo>
                  <a:pt x="152400" y="138619"/>
                  <a:pt x="148144" y="142875"/>
                  <a:pt x="142875" y="142875"/>
                </a:cubicBezTo>
                <a:lnTo>
                  <a:pt x="123825" y="142875"/>
                </a:lnTo>
                <a:cubicBezTo>
                  <a:pt x="118556" y="142875"/>
                  <a:pt x="114300" y="138619"/>
                  <a:pt x="114300" y="133350"/>
                </a:cubicBezTo>
                <a:lnTo>
                  <a:pt x="114300" y="114300"/>
                </a:lnTo>
                <a:cubicBezTo>
                  <a:pt x="114300" y="109031"/>
                  <a:pt x="118556" y="104775"/>
                  <a:pt x="123825" y="104775"/>
                </a:cubicBezTo>
                <a:lnTo>
                  <a:pt x="126206" y="104775"/>
                </a:lnTo>
                <a:lnTo>
                  <a:pt x="126206" y="88106"/>
                </a:lnTo>
                <a:cubicBezTo>
                  <a:pt x="126206" y="84147"/>
                  <a:pt x="123021" y="80962"/>
                  <a:pt x="119062" y="80962"/>
                </a:cubicBezTo>
                <a:lnTo>
                  <a:pt x="83344" y="80962"/>
                </a:lnTo>
                <a:lnTo>
                  <a:pt x="83344" y="104775"/>
                </a:lnTo>
                <a:lnTo>
                  <a:pt x="85725" y="104775"/>
                </a:lnTo>
                <a:cubicBezTo>
                  <a:pt x="90994" y="104775"/>
                  <a:pt x="95250" y="109031"/>
                  <a:pt x="95250" y="114300"/>
                </a:cubicBezTo>
                <a:lnTo>
                  <a:pt x="95250" y="133350"/>
                </a:lnTo>
                <a:cubicBezTo>
                  <a:pt x="95250" y="138619"/>
                  <a:pt x="90994" y="142875"/>
                  <a:pt x="85725" y="142875"/>
                </a:cubicBezTo>
                <a:lnTo>
                  <a:pt x="66675" y="142875"/>
                </a:lnTo>
                <a:cubicBezTo>
                  <a:pt x="61406" y="142875"/>
                  <a:pt x="57150" y="138619"/>
                  <a:pt x="57150" y="133350"/>
                </a:cubicBezTo>
                <a:lnTo>
                  <a:pt x="57150" y="114300"/>
                </a:lnTo>
                <a:cubicBezTo>
                  <a:pt x="57150" y="109031"/>
                  <a:pt x="61406" y="104775"/>
                  <a:pt x="66675" y="104775"/>
                </a:cubicBezTo>
                <a:lnTo>
                  <a:pt x="69056" y="104775"/>
                </a:lnTo>
                <a:lnTo>
                  <a:pt x="69056" y="80962"/>
                </a:lnTo>
                <a:lnTo>
                  <a:pt x="33338" y="80962"/>
                </a:lnTo>
                <a:cubicBezTo>
                  <a:pt x="29379" y="80962"/>
                  <a:pt x="26194" y="84147"/>
                  <a:pt x="26194" y="88106"/>
                </a:cubicBezTo>
                <a:lnTo>
                  <a:pt x="26194" y="104775"/>
                </a:lnTo>
                <a:lnTo>
                  <a:pt x="28575" y="104775"/>
                </a:lnTo>
                <a:cubicBezTo>
                  <a:pt x="33844" y="104775"/>
                  <a:pt x="38100" y="109031"/>
                  <a:pt x="38100" y="114300"/>
                </a:cubicBezTo>
                <a:lnTo>
                  <a:pt x="38100" y="133350"/>
                </a:lnTo>
                <a:cubicBezTo>
                  <a:pt x="38100" y="138619"/>
                  <a:pt x="33844" y="142875"/>
                  <a:pt x="28575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114300"/>
                </a:lnTo>
                <a:cubicBezTo>
                  <a:pt x="0" y="109031"/>
                  <a:pt x="4256" y="104775"/>
                  <a:pt x="9525" y="104775"/>
                </a:cubicBezTo>
                <a:lnTo>
                  <a:pt x="11906" y="104775"/>
                </a:lnTo>
                <a:lnTo>
                  <a:pt x="11906" y="88106"/>
                </a:lnTo>
                <a:cubicBezTo>
                  <a:pt x="11906" y="76260"/>
                  <a:pt x="21491" y="66675"/>
                  <a:pt x="33338" y="66675"/>
                </a:cubicBezTo>
                <a:lnTo>
                  <a:pt x="69056" y="66675"/>
                </a:lnTo>
                <a:lnTo>
                  <a:pt x="69056" y="47625"/>
                </a:lnTo>
                <a:lnTo>
                  <a:pt x="66675" y="47625"/>
                </a:lnTo>
                <a:cubicBezTo>
                  <a:pt x="61406" y="47625"/>
                  <a:pt x="57150" y="43369"/>
                  <a:pt x="57150" y="38100"/>
                </a:cubicBezTo>
                <a:lnTo>
                  <a:pt x="57150" y="19050"/>
                </a:ln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025780" y="4848225"/>
            <a:ext cx="1162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Stream.Writable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025780" y="5076825"/>
            <a:ext cx="115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 class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530480" y="54006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7663830" y="5514975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63877" y="5179"/>
                </a:moveTo>
                <a:cubicBezTo>
                  <a:pt x="60156" y="1459"/>
                  <a:pt x="54114" y="1459"/>
                  <a:pt x="50393" y="5179"/>
                </a:cubicBezTo>
                <a:lnTo>
                  <a:pt x="2768" y="52804"/>
                </a:lnTo>
                <a:cubicBezTo>
                  <a:pt x="-952" y="56525"/>
                  <a:pt x="-952" y="62567"/>
                  <a:pt x="2768" y="66288"/>
                </a:cubicBezTo>
                <a:cubicBezTo>
                  <a:pt x="6489" y="70009"/>
                  <a:pt x="12531" y="70009"/>
                  <a:pt x="16252" y="66288"/>
                </a:cubicBezTo>
                <a:lnTo>
                  <a:pt x="47625" y="34915"/>
                </a:lnTo>
                <a:lnTo>
                  <a:pt x="47625" y="145256"/>
                </a:lnTo>
                <a:cubicBezTo>
                  <a:pt x="47625" y="150525"/>
                  <a:pt x="51881" y="154781"/>
                  <a:pt x="57150" y="154781"/>
                </a:cubicBezTo>
                <a:cubicBezTo>
                  <a:pt x="62419" y="154781"/>
                  <a:pt x="66675" y="150525"/>
                  <a:pt x="66675" y="145256"/>
                </a:cubicBezTo>
                <a:lnTo>
                  <a:pt x="66675" y="34915"/>
                </a:lnTo>
                <a:lnTo>
                  <a:pt x="98048" y="66288"/>
                </a:lnTo>
                <a:cubicBezTo>
                  <a:pt x="101769" y="70009"/>
                  <a:pt x="107811" y="70009"/>
                  <a:pt x="111532" y="66288"/>
                </a:cubicBezTo>
                <a:cubicBezTo>
                  <a:pt x="115253" y="62567"/>
                  <a:pt x="115253" y="56525"/>
                  <a:pt x="111532" y="52804"/>
                </a:cubicBezTo>
                <a:lnTo>
                  <a:pt x="63907" y="5179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025780" y="5381625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http.ServerResponse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025780" y="5610225"/>
            <a:ext cx="1438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HTTP-specific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kern="0" spc="120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RESPONSE OBJECT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Important res Methods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338263"/>
            <a:ext cx="5610225" cy="1771650"/>
          </a:xfrm>
          <a:custGeom>
            <a:avLst/>
            <a:gdLst/>
            <a:ahLst/>
            <a:cxnLst/>
            <a:rect l="l" t="t" r="r" b="b"/>
            <a:pathLst>
              <a:path w="5610225" h="1771650">
                <a:moveTo>
                  <a:pt x="152397" y="0"/>
                </a:moveTo>
                <a:lnTo>
                  <a:pt x="5457828" y="0"/>
                </a:lnTo>
                <a:cubicBezTo>
                  <a:pt x="5541994" y="0"/>
                  <a:pt x="5610225" y="68231"/>
                  <a:pt x="5610225" y="152397"/>
                </a:cubicBezTo>
                <a:lnTo>
                  <a:pt x="5610225" y="1619253"/>
                </a:lnTo>
                <a:cubicBezTo>
                  <a:pt x="5610225" y="1703419"/>
                  <a:pt x="5541994" y="1771650"/>
                  <a:pt x="5457828" y="1771650"/>
                </a:cubicBezTo>
                <a:lnTo>
                  <a:pt x="152397" y="1771650"/>
                </a:lnTo>
                <a:cubicBezTo>
                  <a:pt x="68231" y="1771650"/>
                  <a:pt x="0" y="1703419"/>
                  <a:pt x="0" y="1619253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gradFill flip="none" rotWithShape="1">
            <a:gsLst>
              <a:gs pos="0">
                <a:srgbClr val="4A9EF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9EF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81025" y="15335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14375" y="16668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31304" y="7888"/>
                </a:moveTo>
                <a:lnTo>
                  <a:pt x="114598" y="24594"/>
                </a:lnTo>
                <a:lnTo>
                  <a:pt x="165906" y="75902"/>
                </a:lnTo>
                <a:lnTo>
                  <a:pt x="182612" y="59196"/>
                </a:lnTo>
                <a:cubicBezTo>
                  <a:pt x="187672" y="54173"/>
                  <a:pt x="190500" y="47327"/>
                  <a:pt x="190500" y="40184"/>
                </a:cubicBezTo>
                <a:cubicBezTo>
                  <a:pt x="190500" y="33040"/>
                  <a:pt x="187672" y="26194"/>
                  <a:pt x="182612" y="21171"/>
                </a:cubicBezTo>
                <a:lnTo>
                  <a:pt x="169329" y="7888"/>
                </a:lnTo>
                <a:cubicBezTo>
                  <a:pt x="164306" y="2828"/>
                  <a:pt x="157460" y="0"/>
                  <a:pt x="150316" y="0"/>
                </a:cubicBezTo>
                <a:cubicBezTo>
                  <a:pt x="143173" y="0"/>
                  <a:pt x="136327" y="2828"/>
                  <a:pt x="131304" y="7888"/>
                </a:cubicBezTo>
                <a:close/>
                <a:moveTo>
                  <a:pt x="101984" y="37207"/>
                </a:moveTo>
                <a:lnTo>
                  <a:pt x="21915" y="117239"/>
                </a:lnTo>
                <a:cubicBezTo>
                  <a:pt x="17934" y="121221"/>
                  <a:pt x="15032" y="126206"/>
                  <a:pt x="13506" y="131638"/>
                </a:cubicBezTo>
                <a:lnTo>
                  <a:pt x="335" y="179189"/>
                </a:lnTo>
                <a:cubicBezTo>
                  <a:pt x="-521" y="182277"/>
                  <a:pt x="335" y="185626"/>
                  <a:pt x="2642" y="187896"/>
                </a:cubicBezTo>
                <a:cubicBezTo>
                  <a:pt x="4949" y="190165"/>
                  <a:pt x="8260" y="191058"/>
                  <a:pt x="11348" y="190202"/>
                </a:cubicBezTo>
                <a:lnTo>
                  <a:pt x="58899" y="176994"/>
                </a:lnTo>
                <a:cubicBezTo>
                  <a:pt x="64331" y="175468"/>
                  <a:pt x="69279" y="172603"/>
                  <a:pt x="73298" y="168585"/>
                </a:cubicBezTo>
                <a:lnTo>
                  <a:pt x="153293" y="88516"/>
                </a:lnTo>
                <a:lnTo>
                  <a:pt x="101984" y="37207"/>
                </a:ln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52525" y="1533525"/>
            <a:ext cx="114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res.write()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52525" y="1800225"/>
            <a:ext cx="1114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9E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Send Data Chunks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5788" y="2109788"/>
            <a:ext cx="5210175" cy="476250"/>
          </a:xfrm>
          <a:custGeom>
            <a:avLst/>
            <a:gdLst/>
            <a:ahLst/>
            <a:cxnLst/>
            <a:rect l="l" t="t" r="r" b="b"/>
            <a:pathLst>
              <a:path w="5210175" h="476250">
                <a:moveTo>
                  <a:pt x="76200" y="0"/>
                </a:moveTo>
                <a:lnTo>
                  <a:pt x="5133975" y="0"/>
                </a:lnTo>
                <a:cubicBezTo>
                  <a:pt x="5176031" y="0"/>
                  <a:pt x="5210175" y="34144"/>
                  <a:pt x="5210175" y="76200"/>
                </a:cubicBezTo>
                <a:lnTo>
                  <a:pt x="5210175" y="400050"/>
                </a:lnTo>
                <a:cubicBezTo>
                  <a:pt x="5210175" y="442106"/>
                  <a:pt x="5176031" y="476250"/>
                  <a:pt x="5133975" y="476250"/>
                </a:cubicBezTo>
                <a:lnTo>
                  <a:pt x="76200" y="476250"/>
                </a:lnTo>
                <a:cubicBezTo>
                  <a:pt x="34144" y="476250"/>
                  <a:pt x="0" y="442106"/>
                  <a:pt x="0" y="40005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 w="12700">
            <a:solidFill>
              <a:srgbClr val="4A9EF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04850" y="2257425"/>
            <a:ext cx="374630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res.write(</a:t>
            </a:r>
            <a:r>
              <a:rPr lang="en-US" sz="1200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"Hello "</a:t>
            </a:r>
            <a:r>
              <a:rPr lang="en-US" sz="1200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 res.write(</a:t>
            </a:r>
            <a:r>
              <a:rPr lang="en-US" sz="1200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"World"</a:t>
            </a:r>
            <a:r>
              <a:rPr lang="en-US" sz="1200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81025" y="2700338"/>
            <a:ext cx="52863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Writes data to the response body. Can be called multiple times for streaming.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5763" y="3274219"/>
            <a:ext cx="5610225" cy="1771650"/>
          </a:xfrm>
          <a:custGeom>
            <a:avLst/>
            <a:gdLst/>
            <a:ahLst/>
            <a:cxnLst/>
            <a:rect l="l" t="t" r="r" b="b"/>
            <a:pathLst>
              <a:path w="5610225" h="1771650">
                <a:moveTo>
                  <a:pt x="152397" y="0"/>
                </a:moveTo>
                <a:lnTo>
                  <a:pt x="5457828" y="0"/>
                </a:lnTo>
                <a:cubicBezTo>
                  <a:pt x="5541994" y="0"/>
                  <a:pt x="5610225" y="68231"/>
                  <a:pt x="5610225" y="152397"/>
                </a:cubicBezTo>
                <a:lnTo>
                  <a:pt x="5610225" y="1619253"/>
                </a:lnTo>
                <a:cubicBezTo>
                  <a:pt x="5610225" y="1703419"/>
                  <a:pt x="5541994" y="1771650"/>
                  <a:pt x="5457828" y="1771650"/>
                </a:cubicBezTo>
                <a:lnTo>
                  <a:pt x="152397" y="1771650"/>
                </a:lnTo>
                <a:cubicBezTo>
                  <a:pt x="68231" y="1771650"/>
                  <a:pt x="0" y="1703419"/>
                  <a:pt x="0" y="1619253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gradFill flip="none" rotWithShape="1">
            <a:gsLst>
              <a:gs pos="0">
                <a:srgbClr val="4ADE8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81025" y="346948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14375" y="360283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52525" y="3469481"/>
            <a:ext cx="904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res.end()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52525" y="3736181"/>
            <a:ext cx="87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 Response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85788" y="4045744"/>
            <a:ext cx="5210175" cy="476250"/>
          </a:xfrm>
          <a:custGeom>
            <a:avLst/>
            <a:gdLst/>
            <a:ahLst/>
            <a:cxnLst/>
            <a:rect l="l" t="t" r="r" b="b"/>
            <a:pathLst>
              <a:path w="5210175" h="476250">
                <a:moveTo>
                  <a:pt x="76200" y="0"/>
                </a:moveTo>
                <a:lnTo>
                  <a:pt x="5133975" y="0"/>
                </a:lnTo>
                <a:cubicBezTo>
                  <a:pt x="5176031" y="0"/>
                  <a:pt x="5210175" y="34144"/>
                  <a:pt x="5210175" y="76200"/>
                </a:cubicBezTo>
                <a:lnTo>
                  <a:pt x="5210175" y="400050"/>
                </a:lnTo>
                <a:cubicBezTo>
                  <a:pt x="5210175" y="442106"/>
                  <a:pt x="5176031" y="476250"/>
                  <a:pt x="5133975" y="476250"/>
                </a:cubicBezTo>
                <a:lnTo>
                  <a:pt x="76200" y="476250"/>
                </a:lnTo>
                <a:cubicBezTo>
                  <a:pt x="34144" y="476250"/>
                  <a:pt x="0" y="442106"/>
                  <a:pt x="0" y="40005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 w="12700">
            <a:solidFill>
              <a:srgbClr val="4A9EF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04850" y="4193381"/>
            <a:ext cx="16359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res.end(</a:t>
            </a:r>
            <a:r>
              <a:rPr lang="en-US" sz="1200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"Done!"</a:t>
            </a:r>
            <a:r>
              <a:rPr lang="en-US" sz="1200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81025" y="4636294"/>
            <a:ext cx="52863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Signals that the response is complete. Must be called to finish the request.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96013" y="1338263"/>
            <a:ext cx="5610225" cy="1771650"/>
          </a:xfrm>
          <a:custGeom>
            <a:avLst/>
            <a:gdLst/>
            <a:ahLst/>
            <a:cxnLst/>
            <a:rect l="l" t="t" r="r" b="b"/>
            <a:pathLst>
              <a:path w="5610225" h="1771650">
                <a:moveTo>
                  <a:pt x="114307" y="0"/>
                </a:moveTo>
                <a:lnTo>
                  <a:pt x="5495918" y="0"/>
                </a:lnTo>
                <a:cubicBezTo>
                  <a:pt x="5559006" y="0"/>
                  <a:pt x="5610225" y="51219"/>
                  <a:pt x="5610225" y="114307"/>
                </a:cubicBezTo>
                <a:lnTo>
                  <a:pt x="5610225" y="1657343"/>
                </a:lnTo>
                <a:cubicBezTo>
                  <a:pt x="5610225" y="1720431"/>
                  <a:pt x="5559006" y="1771650"/>
                  <a:pt x="5495918" y="1771650"/>
                </a:cubicBezTo>
                <a:lnTo>
                  <a:pt x="114307" y="1771650"/>
                </a:lnTo>
                <a:cubicBezTo>
                  <a:pt x="51219" y="1771650"/>
                  <a:pt x="0" y="1720431"/>
                  <a:pt x="0" y="1657343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9E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391275" y="15335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536531" y="166687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0" y="23812"/>
                </a:moveTo>
                <a:cubicBezTo>
                  <a:pt x="0" y="17227"/>
                  <a:pt x="5321" y="11906"/>
                  <a:pt x="11906" y="11906"/>
                </a:cubicBezTo>
                <a:lnTo>
                  <a:pt x="47625" y="11906"/>
                </a:lnTo>
                <a:cubicBezTo>
                  <a:pt x="54211" y="11906"/>
                  <a:pt x="59531" y="17227"/>
                  <a:pt x="59531" y="23812"/>
                </a:cubicBezTo>
                <a:cubicBezTo>
                  <a:pt x="59531" y="30398"/>
                  <a:pt x="54211" y="35719"/>
                  <a:pt x="47625" y="35719"/>
                </a:cubicBezTo>
                <a:lnTo>
                  <a:pt x="41672" y="35719"/>
                </a:lnTo>
                <a:lnTo>
                  <a:pt x="41672" y="77391"/>
                </a:lnTo>
                <a:lnTo>
                  <a:pt x="125016" y="77391"/>
                </a:lnTo>
                <a:lnTo>
                  <a:pt x="125016" y="35719"/>
                </a:lnTo>
                <a:lnTo>
                  <a:pt x="119063" y="35719"/>
                </a:lnTo>
                <a:cubicBezTo>
                  <a:pt x="112477" y="35719"/>
                  <a:pt x="107156" y="30398"/>
                  <a:pt x="107156" y="23812"/>
                </a:cubicBezTo>
                <a:cubicBezTo>
                  <a:pt x="107156" y="17227"/>
                  <a:pt x="112477" y="11906"/>
                  <a:pt x="119063" y="11906"/>
                </a:cubicBezTo>
                <a:lnTo>
                  <a:pt x="154781" y="11906"/>
                </a:lnTo>
                <a:cubicBezTo>
                  <a:pt x="161367" y="11906"/>
                  <a:pt x="166688" y="17227"/>
                  <a:pt x="166688" y="23812"/>
                </a:cubicBezTo>
                <a:cubicBezTo>
                  <a:pt x="166688" y="30398"/>
                  <a:pt x="161367" y="35719"/>
                  <a:pt x="154781" y="35719"/>
                </a:cubicBezTo>
                <a:lnTo>
                  <a:pt x="148828" y="35719"/>
                </a:lnTo>
                <a:lnTo>
                  <a:pt x="148828" y="154781"/>
                </a:lnTo>
                <a:lnTo>
                  <a:pt x="154781" y="154781"/>
                </a:lnTo>
                <a:cubicBezTo>
                  <a:pt x="161367" y="154781"/>
                  <a:pt x="166688" y="160102"/>
                  <a:pt x="166688" y="166688"/>
                </a:cubicBezTo>
                <a:cubicBezTo>
                  <a:pt x="166688" y="173273"/>
                  <a:pt x="161367" y="178594"/>
                  <a:pt x="154781" y="178594"/>
                </a:cubicBezTo>
                <a:lnTo>
                  <a:pt x="119063" y="178594"/>
                </a:lnTo>
                <a:cubicBezTo>
                  <a:pt x="112477" y="178594"/>
                  <a:pt x="107156" y="173273"/>
                  <a:pt x="107156" y="166688"/>
                </a:cubicBezTo>
                <a:cubicBezTo>
                  <a:pt x="107156" y="160102"/>
                  <a:pt x="112477" y="154781"/>
                  <a:pt x="119063" y="154781"/>
                </a:cubicBezTo>
                <a:lnTo>
                  <a:pt x="125016" y="154781"/>
                </a:lnTo>
                <a:lnTo>
                  <a:pt x="125016" y="101203"/>
                </a:lnTo>
                <a:lnTo>
                  <a:pt x="41672" y="101203"/>
                </a:lnTo>
                <a:lnTo>
                  <a:pt x="41672" y="154781"/>
                </a:lnTo>
                <a:lnTo>
                  <a:pt x="47625" y="154781"/>
                </a:lnTo>
                <a:cubicBezTo>
                  <a:pt x="54211" y="154781"/>
                  <a:pt x="59531" y="160102"/>
                  <a:pt x="59531" y="166688"/>
                </a:cubicBezTo>
                <a:cubicBezTo>
                  <a:pt x="59531" y="173273"/>
                  <a:pt x="54211" y="178594"/>
                  <a:pt x="4762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cubicBezTo>
                  <a:pt x="0" y="160102"/>
                  <a:pt x="5321" y="154781"/>
                  <a:pt x="11906" y="154781"/>
                </a:cubicBezTo>
                <a:lnTo>
                  <a:pt x="17859" y="154781"/>
                </a:lnTo>
                <a:lnTo>
                  <a:pt x="17859" y="35719"/>
                </a:lnTo>
                <a:lnTo>
                  <a:pt x="11906" y="35719"/>
                </a:lnTo>
                <a:cubicBezTo>
                  <a:pt x="5321" y="35719"/>
                  <a:pt x="0" y="30398"/>
                  <a:pt x="0" y="23812"/>
                </a:cubicBez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962775" y="1533525"/>
            <a:ext cx="1419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res.setHeader()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62775" y="1800225"/>
            <a:ext cx="1390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9E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 Headers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96038" y="2109788"/>
            <a:ext cx="5210175" cy="476250"/>
          </a:xfrm>
          <a:custGeom>
            <a:avLst/>
            <a:gdLst/>
            <a:ahLst/>
            <a:cxnLst/>
            <a:rect l="l" t="t" r="r" b="b"/>
            <a:pathLst>
              <a:path w="5210175" h="476250">
                <a:moveTo>
                  <a:pt x="76200" y="0"/>
                </a:moveTo>
                <a:lnTo>
                  <a:pt x="5133975" y="0"/>
                </a:lnTo>
                <a:cubicBezTo>
                  <a:pt x="5176031" y="0"/>
                  <a:pt x="5210175" y="34144"/>
                  <a:pt x="5210175" y="76200"/>
                </a:cubicBezTo>
                <a:lnTo>
                  <a:pt x="5210175" y="400050"/>
                </a:lnTo>
                <a:cubicBezTo>
                  <a:pt x="5210175" y="442106"/>
                  <a:pt x="5176031" y="476250"/>
                  <a:pt x="5133975" y="476250"/>
                </a:cubicBezTo>
                <a:lnTo>
                  <a:pt x="76200" y="476250"/>
                </a:lnTo>
                <a:cubicBezTo>
                  <a:pt x="34144" y="476250"/>
                  <a:pt x="0" y="442106"/>
                  <a:pt x="0" y="40005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 w="12700">
            <a:solidFill>
              <a:srgbClr val="4A9EF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515100" y="2257425"/>
            <a:ext cx="466382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res.setHeader(</a:t>
            </a:r>
            <a:r>
              <a:rPr lang="en-US" sz="1200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"Content-Type"</a:t>
            </a:r>
            <a:r>
              <a:rPr lang="en-US" sz="1200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r>
              <a:rPr lang="en-US" sz="1200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"application/json"</a:t>
            </a:r>
            <a:r>
              <a:rPr lang="en-US" sz="1200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91275" y="2700338"/>
            <a:ext cx="52863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Sets HTTP response headers before sending body content.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96013" y="3274219"/>
            <a:ext cx="5610225" cy="1771650"/>
          </a:xfrm>
          <a:custGeom>
            <a:avLst/>
            <a:gdLst/>
            <a:ahLst/>
            <a:cxnLst/>
            <a:rect l="l" t="t" r="r" b="b"/>
            <a:pathLst>
              <a:path w="5610225" h="1771650">
                <a:moveTo>
                  <a:pt x="114307" y="0"/>
                </a:moveTo>
                <a:lnTo>
                  <a:pt x="5495918" y="0"/>
                </a:lnTo>
                <a:cubicBezTo>
                  <a:pt x="5559006" y="0"/>
                  <a:pt x="5610225" y="51219"/>
                  <a:pt x="5610225" y="114307"/>
                </a:cubicBezTo>
                <a:lnTo>
                  <a:pt x="5610225" y="1657343"/>
                </a:lnTo>
                <a:cubicBezTo>
                  <a:pt x="5610225" y="1720431"/>
                  <a:pt x="5559006" y="1771650"/>
                  <a:pt x="5495918" y="1771650"/>
                </a:cubicBezTo>
                <a:lnTo>
                  <a:pt x="114307" y="1771650"/>
                </a:lnTo>
                <a:cubicBezTo>
                  <a:pt x="51219" y="1771650"/>
                  <a:pt x="0" y="1720431"/>
                  <a:pt x="0" y="1657343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DE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391275" y="346948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512719" y="3602831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962775" y="3469481"/>
            <a:ext cx="137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res.statusCode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962775" y="3736181"/>
            <a:ext cx="134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Status Code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96038" y="4045744"/>
            <a:ext cx="5210175" cy="476250"/>
          </a:xfrm>
          <a:custGeom>
            <a:avLst/>
            <a:gdLst/>
            <a:ahLst/>
            <a:cxnLst/>
            <a:rect l="l" t="t" r="r" b="b"/>
            <a:pathLst>
              <a:path w="5210175" h="476250">
                <a:moveTo>
                  <a:pt x="76200" y="0"/>
                </a:moveTo>
                <a:lnTo>
                  <a:pt x="5133975" y="0"/>
                </a:lnTo>
                <a:cubicBezTo>
                  <a:pt x="5176031" y="0"/>
                  <a:pt x="5210175" y="34144"/>
                  <a:pt x="5210175" y="76200"/>
                </a:cubicBezTo>
                <a:lnTo>
                  <a:pt x="5210175" y="400050"/>
                </a:lnTo>
                <a:cubicBezTo>
                  <a:pt x="5210175" y="442106"/>
                  <a:pt x="5176031" y="476250"/>
                  <a:pt x="5133975" y="476250"/>
                </a:cubicBezTo>
                <a:lnTo>
                  <a:pt x="76200" y="476250"/>
                </a:lnTo>
                <a:cubicBezTo>
                  <a:pt x="34144" y="476250"/>
                  <a:pt x="0" y="442106"/>
                  <a:pt x="0" y="40005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 w="12700">
            <a:solidFill>
              <a:srgbClr val="4A9EF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515100" y="4193381"/>
            <a:ext cx="383805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res.statusCode = </a:t>
            </a:r>
            <a:r>
              <a:rPr lang="en-US" sz="1200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200</a:t>
            </a:r>
            <a:r>
              <a:rPr lang="en-US" sz="1200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; res.end(</a:t>
            </a:r>
            <a:r>
              <a:rPr lang="en-US" sz="1200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"Success"</a:t>
            </a:r>
            <a:r>
              <a:rPr lang="en-US" sz="1200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391275" y="4636294"/>
            <a:ext cx="52863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Sets the HTTP status code (200, 404, 500, etc.)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kern="0" spc="120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RESPONSE OBJECT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Streaming Response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223963"/>
            <a:ext cx="6734175" cy="2876550"/>
          </a:xfrm>
          <a:custGeom>
            <a:avLst/>
            <a:gdLst/>
            <a:ahLst/>
            <a:cxnLst/>
            <a:rect l="l" t="t" r="r" b="b"/>
            <a:pathLst>
              <a:path w="6734175" h="2876550">
                <a:moveTo>
                  <a:pt x="152400" y="0"/>
                </a:moveTo>
                <a:lnTo>
                  <a:pt x="6581775" y="0"/>
                </a:lnTo>
                <a:cubicBezTo>
                  <a:pt x="6665943" y="0"/>
                  <a:pt x="6734175" y="68232"/>
                  <a:pt x="6734175" y="152400"/>
                </a:cubicBezTo>
                <a:lnTo>
                  <a:pt x="6734175" y="2724150"/>
                </a:lnTo>
                <a:cubicBezTo>
                  <a:pt x="6734175" y="2808318"/>
                  <a:pt x="6665943" y="2876550"/>
                  <a:pt x="6581775" y="2876550"/>
                </a:cubicBezTo>
                <a:lnTo>
                  <a:pt x="152400" y="2876550"/>
                </a:lnTo>
                <a:cubicBezTo>
                  <a:pt x="68232" y="2876550"/>
                  <a:pt x="0" y="2808318"/>
                  <a:pt x="0" y="272415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A9EF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9EF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28650" y="145732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23812"/>
                </a:moveTo>
                <a:cubicBezTo>
                  <a:pt x="0" y="10678"/>
                  <a:pt x="10678" y="0"/>
                  <a:pt x="23812" y="0"/>
                </a:cubicBezTo>
                <a:lnTo>
                  <a:pt x="79437" y="0"/>
                </a:lnTo>
                <a:cubicBezTo>
                  <a:pt x="85762" y="0"/>
                  <a:pt x="91827" y="2493"/>
                  <a:pt x="96292" y="6958"/>
                </a:cubicBezTo>
                <a:lnTo>
                  <a:pt x="135917" y="46620"/>
                </a:lnTo>
                <a:cubicBezTo>
                  <a:pt x="140382" y="51085"/>
                  <a:pt x="142875" y="57150"/>
                  <a:pt x="142875" y="63475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23812"/>
                </a:lnTo>
                <a:close/>
                <a:moveTo>
                  <a:pt x="77391" y="21766"/>
                </a:moveTo>
                <a:lnTo>
                  <a:pt x="77391" y="56555"/>
                </a:lnTo>
                <a:cubicBezTo>
                  <a:pt x="77391" y="61503"/>
                  <a:pt x="81372" y="65484"/>
                  <a:pt x="86320" y="65484"/>
                </a:cubicBezTo>
                <a:lnTo>
                  <a:pt x="121109" y="65484"/>
                </a:lnTo>
                <a:lnTo>
                  <a:pt x="77391" y="21766"/>
                </a:lnTo>
                <a:close/>
                <a:moveTo>
                  <a:pt x="29766" y="113109"/>
                </a:moveTo>
                <a:lnTo>
                  <a:pt x="29766" y="148828"/>
                </a:lnTo>
                <a:cubicBezTo>
                  <a:pt x="29766" y="155414"/>
                  <a:pt x="35086" y="160734"/>
                  <a:pt x="41672" y="160734"/>
                </a:cubicBezTo>
                <a:lnTo>
                  <a:pt x="77391" y="160734"/>
                </a:lnTo>
                <a:cubicBezTo>
                  <a:pt x="83976" y="160734"/>
                  <a:pt x="89297" y="155414"/>
                  <a:pt x="89297" y="148828"/>
                </a:cubicBezTo>
                <a:lnTo>
                  <a:pt x="89297" y="139898"/>
                </a:lnTo>
                <a:lnTo>
                  <a:pt x="102319" y="152921"/>
                </a:lnTo>
                <a:cubicBezTo>
                  <a:pt x="103510" y="154112"/>
                  <a:pt x="105110" y="154781"/>
                  <a:pt x="106784" y="154781"/>
                </a:cubicBezTo>
                <a:cubicBezTo>
                  <a:pt x="110282" y="154781"/>
                  <a:pt x="113109" y="151954"/>
                  <a:pt x="113109" y="148456"/>
                </a:cubicBezTo>
                <a:lnTo>
                  <a:pt x="113109" y="113444"/>
                </a:lnTo>
                <a:cubicBezTo>
                  <a:pt x="113109" y="109947"/>
                  <a:pt x="110282" y="107119"/>
                  <a:pt x="106784" y="107119"/>
                </a:cubicBezTo>
                <a:cubicBezTo>
                  <a:pt x="105110" y="107119"/>
                  <a:pt x="103510" y="107789"/>
                  <a:pt x="102319" y="108979"/>
                </a:cubicBezTo>
                <a:lnTo>
                  <a:pt x="89297" y="122002"/>
                </a:lnTo>
                <a:lnTo>
                  <a:pt x="89297" y="113072"/>
                </a:lnTo>
                <a:cubicBezTo>
                  <a:pt x="89297" y="106487"/>
                  <a:pt x="83976" y="101166"/>
                  <a:pt x="77391" y="101166"/>
                </a:cubicBezTo>
                <a:lnTo>
                  <a:pt x="41672" y="101166"/>
                </a:lnTo>
                <a:cubicBezTo>
                  <a:pt x="35086" y="101166"/>
                  <a:pt x="29766" y="106487"/>
                  <a:pt x="29766" y="113072"/>
                </a:cubicBez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19150" y="1419225"/>
            <a:ext cx="6200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Stream Files Efficiently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85788" y="1843088"/>
            <a:ext cx="6334125" cy="1400175"/>
          </a:xfrm>
          <a:custGeom>
            <a:avLst/>
            <a:gdLst/>
            <a:ahLst/>
            <a:cxnLst/>
            <a:rect l="l" t="t" r="r" b="b"/>
            <a:pathLst>
              <a:path w="6334125" h="1400175">
                <a:moveTo>
                  <a:pt x="114296" y="0"/>
                </a:moveTo>
                <a:lnTo>
                  <a:pt x="6219829" y="0"/>
                </a:lnTo>
                <a:cubicBezTo>
                  <a:pt x="6282911" y="0"/>
                  <a:pt x="6334125" y="51214"/>
                  <a:pt x="6334125" y="114296"/>
                </a:cubicBezTo>
                <a:lnTo>
                  <a:pt x="6334125" y="1285879"/>
                </a:lnTo>
                <a:cubicBezTo>
                  <a:pt x="6334125" y="1348961"/>
                  <a:pt x="6282911" y="1400175"/>
                  <a:pt x="6219829" y="1400175"/>
                </a:cubicBezTo>
                <a:lnTo>
                  <a:pt x="114296" y="1400175"/>
                </a:lnTo>
                <a:cubicBezTo>
                  <a:pt x="51214" y="1400175"/>
                  <a:pt x="0" y="1348961"/>
                  <a:pt x="0" y="1285879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 w="12700">
            <a:solidFill>
              <a:srgbClr val="4A9EF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2950" y="2000250"/>
            <a:ext cx="6086475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const</a:t>
            </a: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fs = </a:t>
            </a:r>
            <a:r>
              <a:rPr lang="en-US" sz="1050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require</a:t>
            </a: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1050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"fs"</a:t>
            </a: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 Stream video file to client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fs.</a:t>
            </a:r>
            <a:r>
              <a:rPr lang="en-US" sz="1050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createReadStream</a:t>
            </a: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1050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"video.mp4"</a:t>
            </a: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.</a:t>
            </a:r>
            <a:r>
              <a:rPr lang="en-US" sz="1050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pipe</a:t>
            </a: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(res);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1025" y="3398044"/>
            <a:ext cx="641985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</a:t>
            </a:r>
            <a:r>
              <a:rPr lang="en-US" sz="1200" b="1" dirty="0">
                <a:solidFill>
                  <a:srgbClr val="4A9EFF"/>
                </a:solidFill>
                <a:highlight>
                  <a:srgbClr val="4A9EFF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.pipe() </a:t>
            </a: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stream data from a file directly to the response, avoiding memory bottlenecks.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5763" y="4260056"/>
            <a:ext cx="2133600" cy="2209800"/>
          </a:xfrm>
          <a:custGeom>
            <a:avLst/>
            <a:gdLst/>
            <a:ahLst/>
            <a:cxnLst/>
            <a:rect l="l" t="t" r="r" b="b"/>
            <a:pathLst>
              <a:path w="2133600" h="2209800">
                <a:moveTo>
                  <a:pt x="114297" y="0"/>
                </a:moveTo>
                <a:lnTo>
                  <a:pt x="2019303" y="0"/>
                </a:lnTo>
                <a:cubicBezTo>
                  <a:pt x="2082428" y="0"/>
                  <a:pt x="2133600" y="51172"/>
                  <a:pt x="2133600" y="114297"/>
                </a:cubicBezTo>
                <a:lnTo>
                  <a:pt x="2133600" y="2095503"/>
                </a:lnTo>
                <a:cubicBezTo>
                  <a:pt x="2133600" y="2158628"/>
                  <a:pt x="2082428" y="2209800"/>
                  <a:pt x="2019303" y="2209800"/>
                </a:cubicBezTo>
                <a:lnTo>
                  <a:pt x="114297" y="2209800"/>
                </a:lnTo>
                <a:cubicBezTo>
                  <a:pt x="51172" y="2209800"/>
                  <a:pt x="0" y="2158628"/>
                  <a:pt x="0" y="20955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9E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81025" y="4777978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5719" y="35719"/>
                </a:moveTo>
                <a:cubicBezTo>
                  <a:pt x="16018" y="35719"/>
                  <a:pt x="0" y="51736"/>
                  <a:pt x="0" y="71438"/>
                </a:cubicBezTo>
                <a:lnTo>
                  <a:pt x="0" y="75567"/>
                </a:lnTo>
                <a:cubicBezTo>
                  <a:pt x="0" y="79363"/>
                  <a:pt x="2456" y="82600"/>
                  <a:pt x="5637" y="84665"/>
                </a:cubicBezTo>
                <a:cubicBezTo>
                  <a:pt x="13004" y="89464"/>
                  <a:pt x="17859" y="97724"/>
                  <a:pt x="17859" y="107156"/>
                </a:cubicBezTo>
                <a:cubicBezTo>
                  <a:pt x="17859" y="116588"/>
                  <a:pt x="13004" y="124848"/>
                  <a:pt x="5637" y="129648"/>
                </a:cubicBezTo>
                <a:cubicBezTo>
                  <a:pt x="2456" y="131713"/>
                  <a:pt x="0" y="134950"/>
                  <a:pt x="0" y="138745"/>
                </a:cubicBezTo>
                <a:lnTo>
                  <a:pt x="0" y="169664"/>
                </a:lnTo>
                <a:lnTo>
                  <a:pt x="285750" y="169664"/>
                </a:lnTo>
                <a:lnTo>
                  <a:pt x="285750" y="138745"/>
                </a:lnTo>
                <a:cubicBezTo>
                  <a:pt x="285750" y="134950"/>
                  <a:pt x="283294" y="131713"/>
                  <a:pt x="280113" y="129648"/>
                </a:cubicBezTo>
                <a:cubicBezTo>
                  <a:pt x="272746" y="124848"/>
                  <a:pt x="267891" y="116588"/>
                  <a:pt x="267891" y="107156"/>
                </a:cubicBezTo>
                <a:cubicBezTo>
                  <a:pt x="267891" y="97724"/>
                  <a:pt x="272746" y="89464"/>
                  <a:pt x="280113" y="84665"/>
                </a:cubicBezTo>
                <a:cubicBezTo>
                  <a:pt x="283294" y="82600"/>
                  <a:pt x="285750" y="79363"/>
                  <a:pt x="285750" y="75567"/>
                </a:cubicBezTo>
                <a:lnTo>
                  <a:pt x="285750" y="71437"/>
                </a:lnTo>
                <a:cubicBezTo>
                  <a:pt x="285750" y="51736"/>
                  <a:pt x="269732" y="35719"/>
                  <a:pt x="250031" y="35719"/>
                </a:cubicBezTo>
                <a:lnTo>
                  <a:pt x="35719" y="35719"/>
                </a:lnTo>
                <a:close/>
                <a:moveTo>
                  <a:pt x="285750" y="232172"/>
                </a:moveTo>
                <a:lnTo>
                  <a:pt x="285750" y="196453"/>
                </a:lnTo>
                <a:lnTo>
                  <a:pt x="0" y="196453"/>
                </a:lnTo>
                <a:lnTo>
                  <a:pt x="0" y="232172"/>
                </a:lnTo>
                <a:cubicBezTo>
                  <a:pt x="0" y="242050"/>
                  <a:pt x="7981" y="250031"/>
                  <a:pt x="17859" y="250031"/>
                </a:cubicBezTo>
                <a:lnTo>
                  <a:pt x="53578" y="250031"/>
                </a:lnTo>
                <a:lnTo>
                  <a:pt x="53578" y="236637"/>
                </a:lnTo>
                <a:cubicBezTo>
                  <a:pt x="53578" y="229214"/>
                  <a:pt x="59550" y="223242"/>
                  <a:pt x="66973" y="223242"/>
                </a:cubicBezTo>
                <a:cubicBezTo>
                  <a:pt x="74395" y="223242"/>
                  <a:pt x="80367" y="229214"/>
                  <a:pt x="80367" y="236637"/>
                </a:cubicBezTo>
                <a:lnTo>
                  <a:pt x="80367" y="250031"/>
                </a:lnTo>
                <a:lnTo>
                  <a:pt x="129480" y="250031"/>
                </a:lnTo>
                <a:lnTo>
                  <a:pt x="129480" y="236637"/>
                </a:lnTo>
                <a:cubicBezTo>
                  <a:pt x="129480" y="229214"/>
                  <a:pt x="135452" y="223242"/>
                  <a:pt x="142875" y="223242"/>
                </a:cubicBezTo>
                <a:cubicBezTo>
                  <a:pt x="150298" y="223242"/>
                  <a:pt x="156270" y="229214"/>
                  <a:pt x="156270" y="236637"/>
                </a:cubicBezTo>
                <a:lnTo>
                  <a:pt x="156270" y="250031"/>
                </a:lnTo>
                <a:lnTo>
                  <a:pt x="205383" y="250031"/>
                </a:lnTo>
                <a:lnTo>
                  <a:pt x="205383" y="236637"/>
                </a:lnTo>
                <a:cubicBezTo>
                  <a:pt x="205383" y="229214"/>
                  <a:pt x="211355" y="223242"/>
                  <a:pt x="218777" y="223242"/>
                </a:cubicBezTo>
                <a:cubicBezTo>
                  <a:pt x="226200" y="223242"/>
                  <a:pt x="232172" y="229214"/>
                  <a:pt x="232172" y="236637"/>
                </a:cubicBezTo>
                <a:lnTo>
                  <a:pt x="232172" y="250031"/>
                </a:lnTo>
                <a:lnTo>
                  <a:pt x="267891" y="250031"/>
                </a:lnTo>
                <a:cubicBezTo>
                  <a:pt x="277769" y="250031"/>
                  <a:pt x="285750" y="242050"/>
                  <a:pt x="285750" y="232172"/>
                </a:cubicBezTo>
                <a:close/>
                <a:moveTo>
                  <a:pt x="89297" y="89297"/>
                </a:moveTo>
                <a:lnTo>
                  <a:pt x="89297" y="125016"/>
                </a:lnTo>
                <a:cubicBezTo>
                  <a:pt x="89297" y="134894"/>
                  <a:pt x="81316" y="142875"/>
                  <a:pt x="71438" y="142875"/>
                </a:cubicBezTo>
                <a:cubicBezTo>
                  <a:pt x="61559" y="142875"/>
                  <a:pt x="53578" y="134894"/>
                  <a:pt x="53578" y="125016"/>
                </a:cubicBezTo>
                <a:lnTo>
                  <a:pt x="53578" y="89297"/>
                </a:lnTo>
                <a:cubicBezTo>
                  <a:pt x="53578" y="79418"/>
                  <a:pt x="61559" y="71438"/>
                  <a:pt x="71438" y="71438"/>
                </a:cubicBezTo>
                <a:cubicBezTo>
                  <a:pt x="81316" y="71438"/>
                  <a:pt x="89297" y="79418"/>
                  <a:pt x="89297" y="89297"/>
                </a:cubicBezTo>
                <a:close/>
                <a:moveTo>
                  <a:pt x="160734" y="89297"/>
                </a:moveTo>
                <a:lnTo>
                  <a:pt x="160734" y="125016"/>
                </a:lnTo>
                <a:cubicBezTo>
                  <a:pt x="160734" y="134894"/>
                  <a:pt x="152753" y="142875"/>
                  <a:pt x="142875" y="142875"/>
                </a:cubicBezTo>
                <a:cubicBezTo>
                  <a:pt x="132997" y="142875"/>
                  <a:pt x="125016" y="134894"/>
                  <a:pt x="125016" y="125016"/>
                </a:cubicBezTo>
                <a:lnTo>
                  <a:pt x="125016" y="89297"/>
                </a:lnTo>
                <a:cubicBezTo>
                  <a:pt x="125016" y="79418"/>
                  <a:pt x="132997" y="71438"/>
                  <a:pt x="142875" y="71438"/>
                </a:cubicBezTo>
                <a:cubicBezTo>
                  <a:pt x="152753" y="71438"/>
                  <a:pt x="160734" y="79418"/>
                  <a:pt x="160734" y="89297"/>
                </a:cubicBezTo>
                <a:close/>
                <a:moveTo>
                  <a:pt x="232172" y="89297"/>
                </a:moveTo>
                <a:lnTo>
                  <a:pt x="232172" y="125016"/>
                </a:lnTo>
                <a:cubicBezTo>
                  <a:pt x="232172" y="134894"/>
                  <a:pt x="224191" y="142875"/>
                  <a:pt x="214313" y="142875"/>
                </a:cubicBezTo>
                <a:cubicBezTo>
                  <a:pt x="204434" y="142875"/>
                  <a:pt x="196453" y="134894"/>
                  <a:pt x="196453" y="125016"/>
                </a:cubicBezTo>
                <a:lnTo>
                  <a:pt x="196453" y="89297"/>
                </a:lnTo>
                <a:cubicBezTo>
                  <a:pt x="196453" y="79418"/>
                  <a:pt x="204434" y="71438"/>
                  <a:pt x="214313" y="71438"/>
                </a:cubicBezTo>
                <a:cubicBezTo>
                  <a:pt x="224191" y="71438"/>
                  <a:pt x="232172" y="79418"/>
                  <a:pt x="232172" y="89297"/>
                </a:cubicBez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0063" y="5178028"/>
            <a:ext cx="190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Memory Efficient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9587" y="5520928"/>
            <a:ext cx="18859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Processes data in chunks without loading entire file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684413" y="4260056"/>
            <a:ext cx="2133600" cy="2209800"/>
          </a:xfrm>
          <a:custGeom>
            <a:avLst/>
            <a:gdLst/>
            <a:ahLst/>
            <a:cxnLst/>
            <a:rect l="l" t="t" r="r" b="b"/>
            <a:pathLst>
              <a:path w="2133600" h="2209800">
                <a:moveTo>
                  <a:pt x="114297" y="0"/>
                </a:moveTo>
                <a:lnTo>
                  <a:pt x="2019303" y="0"/>
                </a:lnTo>
                <a:cubicBezTo>
                  <a:pt x="2082428" y="0"/>
                  <a:pt x="2133600" y="51172"/>
                  <a:pt x="2133600" y="114297"/>
                </a:cubicBezTo>
                <a:lnTo>
                  <a:pt x="2133600" y="2095503"/>
                </a:lnTo>
                <a:cubicBezTo>
                  <a:pt x="2133600" y="2158628"/>
                  <a:pt x="2082428" y="2209800"/>
                  <a:pt x="2019303" y="2209800"/>
                </a:cubicBezTo>
                <a:lnTo>
                  <a:pt x="114297" y="2209800"/>
                </a:lnTo>
                <a:cubicBezTo>
                  <a:pt x="51172" y="2209800"/>
                  <a:pt x="0" y="2158628"/>
                  <a:pt x="0" y="20955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DE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897535" y="4777978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189086" y="-5525"/>
                </a:moveTo>
                <a:cubicBezTo>
                  <a:pt x="195728" y="-726"/>
                  <a:pt x="198183" y="7981"/>
                  <a:pt x="195169" y="15571"/>
                </a:cubicBezTo>
                <a:lnTo>
                  <a:pt x="151414" y="125016"/>
                </a:lnTo>
                <a:lnTo>
                  <a:pt x="232172" y="125016"/>
                </a:lnTo>
                <a:cubicBezTo>
                  <a:pt x="239706" y="125016"/>
                  <a:pt x="246404" y="129704"/>
                  <a:pt x="248971" y="136792"/>
                </a:cubicBezTo>
                <a:cubicBezTo>
                  <a:pt x="251538" y="143880"/>
                  <a:pt x="249362" y="151805"/>
                  <a:pt x="243613" y="156604"/>
                </a:cubicBezTo>
                <a:lnTo>
                  <a:pt x="82879" y="290550"/>
                </a:lnTo>
                <a:cubicBezTo>
                  <a:pt x="76572" y="295796"/>
                  <a:pt x="67587" y="296075"/>
                  <a:pt x="60945" y="291275"/>
                </a:cubicBezTo>
                <a:cubicBezTo>
                  <a:pt x="54304" y="286476"/>
                  <a:pt x="51848" y="277769"/>
                  <a:pt x="54862" y="270179"/>
                </a:cubicBezTo>
                <a:lnTo>
                  <a:pt x="98617" y="160734"/>
                </a:lnTo>
                <a:lnTo>
                  <a:pt x="17859" y="160734"/>
                </a:lnTo>
                <a:cubicBezTo>
                  <a:pt x="10325" y="160734"/>
                  <a:pt x="3628" y="156046"/>
                  <a:pt x="1060" y="148958"/>
                </a:cubicBezTo>
                <a:cubicBezTo>
                  <a:pt x="-1507" y="141870"/>
                  <a:pt x="670" y="133945"/>
                  <a:pt x="6418" y="129146"/>
                </a:cubicBezTo>
                <a:lnTo>
                  <a:pt x="167153" y="-4800"/>
                </a:lnTo>
                <a:cubicBezTo>
                  <a:pt x="173459" y="-10046"/>
                  <a:pt x="182445" y="-10325"/>
                  <a:pt x="189086" y="-5525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98713" y="5178028"/>
            <a:ext cx="190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808238" y="5520928"/>
            <a:ext cx="18859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Starts sending data immediately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983138" y="4260056"/>
            <a:ext cx="2133600" cy="2209800"/>
          </a:xfrm>
          <a:custGeom>
            <a:avLst/>
            <a:gdLst/>
            <a:ahLst/>
            <a:cxnLst/>
            <a:rect l="l" t="t" r="r" b="b"/>
            <a:pathLst>
              <a:path w="2133600" h="2209800">
                <a:moveTo>
                  <a:pt x="114297" y="0"/>
                </a:moveTo>
                <a:lnTo>
                  <a:pt x="2019303" y="0"/>
                </a:lnTo>
                <a:cubicBezTo>
                  <a:pt x="2082428" y="0"/>
                  <a:pt x="2133600" y="51172"/>
                  <a:pt x="2133600" y="114297"/>
                </a:cubicBezTo>
                <a:lnTo>
                  <a:pt x="2133600" y="2095503"/>
                </a:lnTo>
                <a:cubicBezTo>
                  <a:pt x="2133600" y="2158628"/>
                  <a:pt x="2082428" y="2209800"/>
                  <a:pt x="2019303" y="2209800"/>
                </a:cubicBezTo>
                <a:lnTo>
                  <a:pt x="114297" y="2209800"/>
                </a:lnTo>
                <a:cubicBezTo>
                  <a:pt x="51172" y="2209800"/>
                  <a:pt x="0" y="2158628"/>
                  <a:pt x="0" y="20955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9E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196260" y="4777978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35719" y="17859"/>
                </a:moveTo>
                <a:cubicBezTo>
                  <a:pt x="16018" y="17859"/>
                  <a:pt x="0" y="33877"/>
                  <a:pt x="0" y="53578"/>
                </a:cubicBezTo>
                <a:lnTo>
                  <a:pt x="0" y="89297"/>
                </a:lnTo>
                <a:cubicBezTo>
                  <a:pt x="0" y="108998"/>
                  <a:pt x="16018" y="125016"/>
                  <a:pt x="35719" y="125016"/>
                </a:cubicBezTo>
                <a:lnTo>
                  <a:pt x="214313" y="125016"/>
                </a:lnTo>
                <a:cubicBezTo>
                  <a:pt x="234014" y="125016"/>
                  <a:pt x="250031" y="108998"/>
                  <a:pt x="250031" y="89297"/>
                </a:cubicBezTo>
                <a:lnTo>
                  <a:pt x="250031" y="53578"/>
                </a:lnTo>
                <a:cubicBezTo>
                  <a:pt x="250031" y="33877"/>
                  <a:pt x="234014" y="17859"/>
                  <a:pt x="214313" y="17859"/>
                </a:cubicBezTo>
                <a:lnTo>
                  <a:pt x="35719" y="17859"/>
                </a:lnTo>
                <a:close/>
                <a:moveTo>
                  <a:pt x="156270" y="58043"/>
                </a:moveTo>
                <a:cubicBezTo>
                  <a:pt x="163662" y="58043"/>
                  <a:pt x="169664" y="64045"/>
                  <a:pt x="169664" y="71438"/>
                </a:cubicBezTo>
                <a:cubicBezTo>
                  <a:pt x="169664" y="78830"/>
                  <a:pt x="163662" y="84832"/>
                  <a:pt x="156270" y="84832"/>
                </a:cubicBezTo>
                <a:cubicBezTo>
                  <a:pt x="148877" y="84832"/>
                  <a:pt x="142875" y="78830"/>
                  <a:pt x="142875" y="71438"/>
                </a:cubicBezTo>
                <a:cubicBezTo>
                  <a:pt x="142875" y="64045"/>
                  <a:pt x="148877" y="58043"/>
                  <a:pt x="156270" y="58043"/>
                </a:cubicBezTo>
                <a:close/>
                <a:moveTo>
                  <a:pt x="187523" y="71438"/>
                </a:moveTo>
                <a:cubicBezTo>
                  <a:pt x="187523" y="64045"/>
                  <a:pt x="193525" y="58043"/>
                  <a:pt x="200918" y="58043"/>
                </a:cubicBezTo>
                <a:cubicBezTo>
                  <a:pt x="208311" y="58043"/>
                  <a:pt x="214313" y="64045"/>
                  <a:pt x="214313" y="71438"/>
                </a:cubicBezTo>
                <a:cubicBezTo>
                  <a:pt x="214313" y="78830"/>
                  <a:pt x="208311" y="84832"/>
                  <a:pt x="200918" y="84832"/>
                </a:cubicBezTo>
                <a:cubicBezTo>
                  <a:pt x="193525" y="84832"/>
                  <a:pt x="187523" y="78830"/>
                  <a:pt x="187523" y="71438"/>
                </a:cubicBezTo>
                <a:close/>
                <a:moveTo>
                  <a:pt x="35719" y="160734"/>
                </a:moveTo>
                <a:cubicBezTo>
                  <a:pt x="16018" y="160734"/>
                  <a:pt x="0" y="176752"/>
                  <a:pt x="0" y="196453"/>
                </a:cubicBezTo>
                <a:lnTo>
                  <a:pt x="0" y="232172"/>
                </a:lnTo>
                <a:cubicBezTo>
                  <a:pt x="0" y="251873"/>
                  <a:pt x="16018" y="267891"/>
                  <a:pt x="35719" y="267891"/>
                </a:cubicBezTo>
                <a:lnTo>
                  <a:pt x="214313" y="267891"/>
                </a:lnTo>
                <a:cubicBezTo>
                  <a:pt x="234014" y="267891"/>
                  <a:pt x="250031" y="251873"/>
                  <a:pt x="250031" y="232172"/>
                </a:cubicBezTo>
                <a:lnTo>
                  <a:pt x="250031" y="196453"/>
                </a:lnTo>
                <a:cubicBezTo>
                  <a:pt x="250031" y="176752"/>
                  <a:pt x="234014" y="160734"/>
                  <a:pt x="214313" y="160734"/>
                </a:cubicBezTo>
                <a:lnTo>
                  <a:pt x="35719" y="160734"/>
                </a:lnTo>
                <a:close/>
                <a:moveTo>
                  <a:pt x="156270" y="200918"/>
                </a:moveTo>
                <a:cubicBezTo>
                  <a:pt x="163662" y="200918"/>
                  <a:pt x="169664" y="206920"/>
                  <a:pt x="169664" y="214313"/>
                </a:cubicBezTo>
                <a:cubicBezTo>
                  <a:pt x="169664" y="221705"/>
                  <a:pt x="163662" y="227707"/>
                  <a:pt x="156270" y="227707"/>
                </a:cubicBezTo>
                <a:cubicBezTo>
                  <a:pt x="148877" y="227707"/>
                  <a:pt x="142875" y="221705"/>
                  <a:pt x="142875" y="214313"/>
                </a:cubicBezTo>
                <a:cubicBezTo>
                  <a:pt x="142875" y="206920"/>
                  <a:pt x="148877" y="200918"/>
                  <a:pt x="156270" y="200918"/>
                </a:cubicBezTo>
                <a:close/>
                <a:moveTo>
                  <a:pt x="187523" y="214313"/>
                </a:moveTo>
                <a:cubicBezTo>
                  <a:pt x="187523" y="206920"/>
                  <a:pt x="193525" y="200918"/>
                  <a:pt x="200918" y="200918"/>
                </a:cubicBezTo>
                <a:cubicBezTo>
                  <a:pt x="208311" y="200918"/>
                  <a:pt x="214313" y="206920"/>
                  <a:pt x="214313" y="214313"/>
                </a:cubicBezTo>
                <a:cubicBezTo>
                  <a:pt x="214313" y="221705"/>
                  <a:pt x="208311" y="227707"/>
                  <a:pt x="200918" y="227707"/>
                </a:cubicBezTo>
                <a:cubicBezTo>
                  <a:pt x="193525" y="227707"/>
                  <a:pt x="187523" y="221705"/>
                  <a:pt x="187523" y="214313"/>
                </a:cubicBez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97438" y="5178028"/>
            <a:ext cx="190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Video/File Servers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106963" y="5520928"/>
            <a:ext cx="18859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Ideal for streaming media content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324725" y="1228725"/>
            <a:ext cx="4476750" cy="2114550"/>
          </a:xfrm>
          <a:custGeom>
            <a:avLst/>
            <a:gdLst/>
            <a:ahLst/>
            <a:cxnLst/>
            <a:rect l="l" t="t" r="r" b="b"/>
            <a:pathLst>
              <a:path w="4476750" h="2114550">
                <a:moveTo>
                  <a:pt x="152396" y="0"/>
                </a:moveTo>
                <a:lnTo>
                  <a:pt x="4324354" y="0"/>
                </a:lnTo>
                <a:cubicBezTo>
                  <a:pt x="4408520" y="0"/>
                  <a:pt x="4476750" y="68230"/>
                  <a:pt x="4476750" y="152396"/>
                </a:cubicBezTo>
                <a:lnTo>
                  <a:pt x="4476750" y="1962154"/>
                </a:lnTo>
                <a:cubicBezTo>
                  <a:pt x="4476750" y="2046320"/>
                  <a:pt x="4408520" y="2114550"/>
                  <a:pt x="4324354" y="2114550"/>
                </a:cubicBezTo>
                <a:lnTo>
                  <a:pt x="152396" y="2114550"/>
                </a:lnTo>
                <a:cubicBezTo>
                  <a:pt x="68230" y="2114550"/>
                  <a:pt x="0" y="2046320"/>
                  <a:pt x="0" y="1962154"/>
                </a:cubicBezTo>
                <a:lnTo>
                  <a:pt x="0" y="152396"/>
                </a:lnTo>
                <a:cubicBezTo>
                  <a:pt x="0" y="68286"/>
                  <a:pt x="68286" y="0"/>
                  <a:pt x="152396" y="0"/>
                </a:cubicBezTo>
                <a:close/>
              </a:path>
            </a:pathLst>
          </a:custGeom>
          <a:gradFill flip="none" rotWithShape="1">
            <a:gsLst>
              <a:gs pos="0">
                <a:srgbClr val="4ADE8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2540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539037" y="14478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39750" y="38933"/>
                </a:moveTo>
                <a:cubicBezTo>
                  <a:pt x="143857" y="35674"/>
                  <a:pt x="146447" y="30629"/>
                  <a:pt x="146447" y="25003"/>
                </a:cubicBezTo>
                <a:cubicBezTo>
                  <a:pt x="146447" y="15136"/>
                  <a:pt x="138455" y="7144"/>
                  <a:pt x="128588" y="7144"/>
                </a:cubicBezTo>
                <a:cubicBezTo>
                  <a:pt x="118720" y="7144"/>
                  <a:pt x="110728" y="15136"/>
                  <a:pt x="110728" y="25003"/>
                </a:cubicBezTo>
                <a:cubicBezTo>
                  <a:pt x="110728" y="30629"/>
                  <a:pt x="113362" y="35674"/>
                  <a:pt x="117425" y="38933"/>
                </a:cubicBezTo>
                <a:lnTo>
                  <a:pt x="86886" y="86975"/>
                </a:lnTo>
                <a:cubicBezTo>
                  <a:pt x="82421" y="93985"/>
                  <a:pt x="72911" y="95726"/>
                  <a:pt x="66258" y="90726"/>
                </a:cubicBezTo>
                <a:lnTo>
                  <a:pt x="39692" y="70857"/>
                </a:lnTo>
                <a:cubicBezTo>
                  <a:pt x="41702" y="68000"/>
                  <a:pt x="42863" y="64472"/>
                  <a:pt x="42863" y="60722"/>
                </a:cubicBezTo>
                <a:cubicBezTo>
                  <a:pt x="42863" y="50855"/>
                  <a:pt x="34870" y="42863"/>
                  <a:pt x="25003" y="42863"/>
                </a:cubicBezTo>
                <a:cubicBezTo>
                  <a:pt x="15136" y="42863"/>
                  <a:pt x="7144" y="50855"/>
                  <a:pt x="7144" y="60722"/>
                </a:cubicBezTo>
                <a:cubicBezTo>
                  <a:pt x="7144" y="70455"/>
                  <a:pt x="14957" y="78403"/>
                  <a:pt x="24646" y="78581"/>
                </a:cubicBezTo>
                <a:lnTo>
                  <a:pt x="39201" y="175692"/>
                </a:lnTo>
                <a:cubicBezTo>
                  <a:pt x="41300" y="189667"/>
                  <a:pt x="53310" y="200025"/>
                  <a:pt x="67464" y="200025"/>
                </a:cubicBezTo>
                <a:lnTo>
                  <a:pt x="189711" y="200025"/>
                </a:lnTo>
                <a:cubicBezTo>
                  <a:pt x="203865" y="200025"/>
                  <a:pt x="215875" y="189667"/>
                  <a:pt x="217974" y="175692"/>
                </a:cubicBezTo>
                <a:lnTo>
                  <a:pt x="232529" y="78581"/>
                </a:lnTo>
                <a:cubicBezTo>
                  <a:pt x="242218" y="78403"/>
                  <a:pt x="250031" y="70455"/>
                  <a:pt x="250031" y="60722"/>
                </a:cubicBezTo>
                <a:cubicBezTo>
                  <a:pt x="250031" y="50855"/>
                  <a:pt x="242039" y="42863"/>
                  <a:pt x="232172" y="42863"/>
                </a:cubicBezTo>
                <a:cubicBezTo>
                  <a:pt x="222305" y="42863"/>
                  <a:pt x="214313" y="50855"/>
                  <a:pt x="214313" y="60722"/>
                </a:cubicBezTo>
                <a:cubicBezTo>
                  <a:pt x="214313" y="64472"/>
                  <a:pt x="215473" y="68000"/>
                  <a:pt x="217483" y="70857"/>
                </a:cubicBezTo>
                <a:lnTo>
                  <a:pt x="190961" y="90770"/>
                </a:lnTo>
                <a:cubicBezTo>
                  <a:pt x="184309" y="95771"/>
                  <a:pt x="174799" y="94030"/>
                  <a:pt x="170334" y="87020"/>
                </a:cubicBezTo>
                <a:lnTo>
                  <a:pt x="139750" y="38933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924800" y="1428750"/>
            <a:ext cx="1438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👉 Senior Topic!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543800" y="1847850"/>
            <a:ext cx="4057650" cy="1295400"/>
          </a:xfrm>
          <a:custGeom>
            <a:avLst/>
            <a:gdLst/>
            <a:ahLst/>
            <a:cxnLst/>
            <a:rect l="l" t="t" r="r" b="b"/>
            <a:pathLst>
              <a:path w="4057650" h="1295400">
                <a:moveTo>
                  <a:pt x="38100" y="0"/>
                </a:moveTo>
                <a:lnTo>
                  <a:pt x="3943344" y="0"/>
                </a:lnTo>
                <a:cubicBezTo>
                  <a:pt x="4006473" y="0"/>
                  <a:pt x="4057650" y="51177"/>
                  <a:pt x="4057650" y="114306"/>
                </a:cubicBezTo>
                <a:lnTo>
                  <a:pt x="4057650" y="1181094"/>
                </a:lnTo>
                <a:cubicBezTo>
                  <a:pt x="4057650" y="1244223"/>
                  <a:pt x="4006473" y="1295400"/>
                  <a:pt x="3943344" y="1295400"/>
                </a:cubicBez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543800" y="1847850"/>
            <a:ext cx="38100" cy="1295400"/>
          </a:xfrm>
          <a:custGeom>
            <a:avLst/>
            <a:gdLst/>
            <a:ahLst/>
            <a:cxnLst/>
            <a:rect l="l" t="t" r="r" b="b"/>
            <a:pathLst>
              <a:path w="38100" h="1295400">
                <a:moveTo>
                  <a:pt x="38100" y="0"/>
                </a:moveTo>
                <a:lnTo>
                  <a:pt x="38100" y="0"/>
                </a:lnTo>
                <a:lnTo>
                  <a:pt x="38100" y="1295400"/>
                </a:ln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715250" y="2000250"/>
            <a:ext cx="3810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streams and piping is essential for senior Node.js developers. It's the key to building high-performance applications that can handle large files and high traffic.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319963" y="3509963"/>
            <a:ext cx="4486275" cy="2962275"/>
          </a:xfrm>
          <a:custGeom>
            <a:avLst/>
            <a:gdLst/>
            <a:ahLst/>
            <a:cxnLst/>
            <a:rect l="l" t="t" r="r" b="b"/>
            <a:pathLst>
              <a:path w="4486275" h="2962275">
                <a:moveTo>
                  <a:pt x="114314" y="0"/>
                </a:moveTo>
                <a:lnTo>
                  <a:pt x="4371961" y="0"/>
                </a:lnTo>
                <a:cubicBezTo>
                  <a:pt x="4435095" y="0"/>
                  <a:pt x="4486275" y="51180"/>
                  <a:pt x="4486275" y="114314"/>
                </a:cubicBezTo>
                <a:lnTo>
                  <a:pt x="4486275" y="2847961"/>
                </a:lnTo>
                <a:cubicBezTo>
                  <a:pt x="4486275" y="2911095"/>
                  <a:pt x="4435095" y="2962275"/>
                  <a:pt x="4371961" y="2962275"/>
                </a:cubicBezTo>
                <a:lnTo>
                  <a:pt x="114314" y="2962275"/>
                </a:lnTo>
                <a:cubicBezTo>
                  <a:pt x="51180" y="2962275"/>
                  <a:pt x="0" y="2911095"/>
                  <a:pt x="0" y="2847961"/>
                </a:cubicBezTo>
                <a:lnTo>
                  <a:pt x="0" y="114314"/>
                </a:lnTo>
                <a:cubicBezTo>
                  <a:pt x="0" y="51180"/>
                  <a:pt x="51180" y="0"/>
                  <a:pt x="114314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9E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515225" y="3705225"/>
            <a:ext cx="4181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Use Cases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528322" y="416242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32147" y="21431"/>
                </a:moveTo>
                <a:cubicBezTo>
                  <a:pt x="20326" y="21431"/>
                  <a:pt x="10716" y="31042"/>
                  <a:pt x="10716" y="42863"/>
                </a:cubicBezTo>
                <a:lnTo>
                  <a:pt x="10716" y="128588"/>
                </a:lnTo>
                <a:cubicBezTo>
                  <a:pt x="10716" y="140408"/>
                  <a:pt x="20326" y="150019"/>
                  <a:pt x="32147" y="150019"/>
                </a:cubicBezTo>
                <a:lnTo>
                  <a:pt x="117872" y="150019"/>
                </a:lnTo>
                <a:cubicBezTo>
                  <a:pt x="129693" y="150019"/>
                  <a:pt x="139303" y="140408"/>
                  <a:pt x="139303" y="128588"/>
                </a:cubicBezTo>
                <a:lnTo>
                  <a:pt x="139303" y="42863"/>
                </a:lnTo>
                <a:cubicBezTo>
                  <a:pt x="139303" y="31042"/>
                  <a:pt x="129693" y="21431"/>
                  <a:pt x="117872" y="21431"/>
                </a:cubicBezTo>
                <a:lnTo>
                  <a:pt x="32147" y="21431"/>
                </a:lnTo>
                <a:close/>
                <a:moveTo>
                  <a:pt x="155377" y="112514"/>
                </a:moveTo>
                <a:lnTo>
                  <a:pt x="179989" y="132204"/>
                </a:lnTo>
                <a:cubicBezTo>
                  <a:pt x="181395" y="133343"/>
                  <a:pt x="183137" y="133945"/>
                  <a:pt x="184945" y="133945"/>
                </a:cubicBezTo>
                <a:cubicBezTo>
                  <a:pt x="189332" y="133945"/>
                  <a:pt x="192881" y="130396"/>
                  <a:pt x="192881" y="126009"/>
                </a:cubicBezTo>
                <a:lnTo>
                  <a:pt x="192881" y="45441"/>
                </a:lnTo>
                <a:cubicBezTo>
                  <a:pt x="192881" y="41054"/>
                  <a:pt x="189332" y="37505"/>
                  <a:pt x="184945" y="37505"/>
                </a:cubicBezTo>
                <a:cubicBezTo>
                  <a:pt x="183137" y="37505"/>
                  <a:pt x="181395" y="38107"/>
                  <a:pt x="179989" y="39246"/>
                </a:cubicBezTo>
                <a:lnTo>
                  <a:pt x="155377" y="58936"/>
                </a:lnTo>
                <a:lnTo>
                  <a:pt x="155377" y="112514"/>
                </a:ln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843838" y="4124325"/>
            <a:ext cx="1866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Video Streaming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843838" y="4352925"/>
            <a:ext cx="1857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Netflix, YouTube-style services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560469" y="469582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0" y="21431"/>
                </a:moveTo>
                <a:cubicBezTo>
                  <a:pt x="0" y="9611"/>
                  <a:pt x="9611" y="0"/>
                  <a:pt x="21431" y="0"/>
                </a:cubicBezTo>
                <a:lnTo>
                  <a:pt x="71493" y="0"/>
                </a:lnTo>
                <a:cubicBezTo>
                  <a:pt x="77186" y="0"/>
                  <a:pt x="82644" y="2244"/>
                  <a:pt x="86663" y="6262"/>
                </a:cubicBezTo>
                <a:lnTo>
                  <a:pt x="122326" y="41958"/>
                </a:lnTo>
                <a:cubicBezTo>
                  <a:pt x="126344" y="45977"/>
                  <a:pt x="128588" y="51435"/>
                  <a:pt x="128588" y="57128"/>
                </a:cubicBezTo>
                <a:lnTo>
                  <a:pt x="128588" y="150019"/>
                </a:lnTo>
                <a:cubicBezTo>
                  <a:pt x="128588" y="161839"/>
                  <a:pt x="118977" y="171450"/>
                  <a:pt x="107156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21431"/>
                </a:lnTo>
                <a:close/>
                <a:moveTo>
                  <a:pt x="69652" y="19590"/>
                </a:moveTo>
                <a:lnTo>
                  <a:pt x="69652" y="50899"/>
                </a:lnTo>
                <a:cubicBezTo>
                  <a:pt x="69652" y="55353"/>
                  <a:pt x="73235" y="58936"/>
                  <a:pt x="77688" y="58936"/>
                </a:cubicBezTo>
                <a:lnTo>
                  <a:pt x="108998" y="58936"/>
                </a:lnTo>
                <a:lnTo>
                  <a:pt x="69652" y="19590"/>
                </a:lnTo>
                <a:close/>
                <a:moveTo>
                  <a:pt x="58601" y="147675"/>
                </a:moveTo>
                <a:cubicBezTo>
                  <a:pt x="61749" y="150822"/>
                  <a:pt x="66839" y="150822"/>
                  <a:pt x="69953" y="147675"/>
                </a:cubicBezTo>
                <a:lnTo>
                  <a:pt x="91384" y="126243"/>
                </a:lnTo>
                <a:cubicBezTo>
                  <a:pt x="94532" y="123096"/>
                  <a:pt x="94532" y="118006"/>
                  <a:pt x="91384" y="114892"/>
                </a:cubicBezTo>
                <a:cubicBezTo>
                  <a:pt x="88236" y="111777"/>
                  <a:pt x="83147" y="111744"/>
                  <a:pt x="80032" y="114892"/>
                </a:cubicBezTo>
                <a:lnTo>
                  <a:pt x="72330" y="122593"/>
                </a:lnTo>
                <a:lnTo>
                  <a:pt x="72330" y="93762"/>
                </a:lnTo>
                <a:cubicBezTo>
                  <a:pt x="72330" y="89308"/>
                  <a:pt x="68747" y="85725"/>
                  <a:pt x="64294" y="85725"/>
                </a:cubicBezTo>
                <a:cubicBezTo>
                  <a:pt x="59840" y="85725"/>
                  <a:pt x="56257" y="89308"/>
                  <a:pt x="56257" y="93762"/>
                </a:cubicBezTo>
                <a:lnTo>
                  <a:pt x="56257" y="122593"/>
                </a:lnTo>
                <a:lnTo>
                  <a:pt x="48555" y="114892"/>
                </a:lnTo>
                <a:cubicBezTo>
                  <a:pt x="45407" y="111744"/>
                  <a:pt x="40318" y="111744"/>
                  <a:pt x="37203" y="114892"/>
                </a:cubicBezTo>
                <a:cubicBezTo>
                  <a:pt x="34089" y="118039"/>
                  <a:pt x="34056" y="123129"/>
                  <a:pt x="37203" y="126243"/>
                </a:cubicBezTo>
                <a:lnTo>
                  <a:pt x="58635" y="147675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843838" y="4657725"/>
            <a:ext cx="1285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File Downloads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843838" y="4886325"/>
            <a:ext cx="1276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Large file distribution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528322" y="522922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32147" y="0"/>
                </a:moveTo>
                <a:cubicBezTo>
                  <a:pt x="20326" y="0"/>
                  <a:pt x="10716" y="9611"/>
                  <a:pt x="10716" y="21431"/>
                </a:cubicBezTo>
                <a:lnTo>
                  <a:pt x="10716" y="150019"/>
                </a:lnTo>
                <a:cubicBezTo>
                  <a:pt x="10716" y="161839"/>
                  <a:pt x="20326" y="171450"/>
                  <a:pt x="32147" y="171450"/>
                </a:cubicBezTo>
                <a:lnTo>
                  <a:pt x="58936" y="171450"/>
                </a:lnTo>
                <a:lnTo>
                  <a:pt x="58936" y="133945"/>
                </a:lnTo>
                <a:cubicBezTo>
                  <a:pt x="58936" y="122125"/>
                  <a:pt x="68547" y="112514"/>
                  <a:pt x="80367" y="112514"/>
                </a:cubicBezTo>
                <a:lnTo>
                  <a:pt x="139303" y="112514"/>
                </a:lnTo>
                <a:lnTo>
                  <a:pt x="139303" y="57094"/>
                </a:lnTo>
                <a:cubicBezTo>
                  <a:pt x="139303" y="51402"/>
                  <a:pt x="137060" y="45943"/>
                  <a:pt x="133041" y="41925"/>
                </a:cubicBezTo>
                <a:lnTo>
                  <a:pt x="97345" y="6262"/>
                </a:lnTo>
                <a:cubicBezTo>
                  <a:pt x="93326" y="2244"/>
                  <a:pt x="87902" y="0"/>
                  <a:pt x="82209" y="0"/>
                </a:cubicBezTo>
                <a:lnTo>
                  <a:pt x="32147" y="0"/>
                </a:lnTo>
                <a:close/>
                <a:moveTo>
                  <a:pt x="119714" y="58936"/>
                </a:moveTo>
                <a:lnTo>
                  <a:pt x="88404" y="58936"/>
                </a:lnTo>
                <a:cubicBezTo>
                  <a:pt x="83950" y="58936"/>
                  <a:pt x="80367" y="55353"/>
                  <a:pt x="80367" y="50899"/>
                </a:cubicBezTo>
                <a:lnTo>
                  <a:pt x="80367" y="19590"/>
                </a:lnTo>
                <a:lnTo>
                  <a:pt x="119714" y="58936"/>
                </a:lnTo>
                <a:close/>
                <a:moveTo>
                  <a:pt x="88404" y="127248"/>
                </a:moveTo>
                <a:cubicBezTo>
                  <a:pt x="80267" y="127248"/>
                  <a:pt x="73670" y="133845"/>
                  <a:pt x="73670" y="141982"/>
                </a:cubicBezTo>
                <a:lnTo>
                  <a:pt x="73670" y="168771"/>
                </a:lnTo>
                <a:cubicBezTo>
                  <a:pt x="73670" y="176908"/>
                  <a:pt x="80267" y="183505"/>
                  <a:pt x="88404" y="183505"/>
                </a:cubicBezTo>
                <a:lnTo>
                  <a:pt x="93762" y="183505"/>
                </a:lnTo>
                <a:cubicBezTo>
                  <a:pt x="101899" y="183505"/>
                  <a:pt x="108496" y="176908"/>
                  <a:pt x="108496" y="168771"/>
                </a:cubicBezTo>
                <a:lnTo>
                  <a:pt x="108496" y="166092"/>
                </a:lnTo>
                <a:cubicBezTo>
                  <a:pt x="108496" y="162409"/>
                  <a:pt x="105482" y="159395"/>
                  <a:pt x="101798" y="159395"/>
                </a:cubicBezTo>
                <a:cubicBezTo>
                  <a:pt x="98115" y="159395"/>
                  <a:pt x="95101" y="162409"/>
                  <a:pt x="95101" y="166092"/>
                </a:cubicBezTo>
                <a:lnTo>
                  <a:pt x="95101" y="168771"/>
                </a:lnTo>
                <a:cubicBezTo>
                  <a:pt x="95101" y="169508"/>
                  <a:pt x="94498" y="170111"/>
                  <a:pt x="93762" y="170111"/>
                </a:cubicBezTo>
                <a:lnTo>
                  <a:pt x="88404" y="170111"/>
                </a:lnTo>
                <a:cubicBezTo>
                  <a:pt x="87667" y="170111"/>
                  <a:pt x="87064" y="169508"/>
                  <a:pt x="87064" y="168771"/>
                </a:cubicBezTo>
                <a:lnTo>
                  <a:pt x="87064" y="141982"/>
                </a:lnTo>
                <a:cubicBezTo>
                  <a:pt x="87064" y="141245"/>
                  <a:pt x="87667" y="140643"/>
                  <a:pt x="88404" y="140643"/>
                </a:cubicBezTo>
                <a:lnTo>
                  <a:pt x="93762" y="140643"/>
                </a:lnTo>
                <a:cubicBezTo>
                  <a:pt x="94498" y="140643"/>
                  <a:pt x="95101" y="141245"/>
                  <a:pt x="95101" y="141982"/>
                </a:cubicBezTo>
                <a:lnTo>
                  <a:pt x="95101" y="144661"/>
                </a:lnTo>
                <a:cubicBezTo>
                  <a:pt x="95101" y="148344"/>
                  <a:pt x="98115" y="151358"/>
                  <a:pt x="101798" y="151358"/>
                </a:cubicBezTo>
                <a:cubicBezTo>
                  <a:pt x="105482" y="151358"/>
                  <a:pt x="108496" y="148344"/>
                  <a:pt x="108496" y="144661"/>
                </a:cubicBezTo>
                <a:lnTo>
                  <a:pt x="108496" y="141982"/>
                </a:lnTo>
                <a:cubicBezTo>
                  <a:pt x="108496" y="133845"/>
                  <a:pt x="101899" y="127248"/>
                  <a:pt x="93762" y="127248"/>
                </a:cubicBezTo>
                <a:lnTo>
                  <a:pt x="88404" y="127248"/>
                </a:lnTo>
                <a:close/>
                <a:moveTo>
                  <a:pt x="133945" y="127248"/>
                </a:moveTo>
                <a:cubicBezTo>
                  <a:pt x="124335" y="127248"/>
                  <a:pt x="116532" y="135050"/>
                  <a:pt x="116532" y="144661"/>
                </a:cubicBezTo>
                <a:cubicBezTo>
                  <a:pt x="116532" y="154272"/>
                  <a:pt x="124335" y="162074"/>
                  <a:pt x="133945" y="162074"/>
                </a:cubicBezTo>
                <a:cubicBezTo>
                  <a:pt x="136155" y="162074"/>
                  <a:pt x="137964" y="163882"/>
                  <a:pt x="137964" y="166092"/>
                </a:cubicBezTo>
                <a:cubicBezTo>
                  <a:pt x="137964" y="168302"/>
                  <a:pt x="136155" y="170111"/>
                  <a:pt x="133945" y="170111"/>
                </a:cubicBezTo>
                <a:lnTo>
                  <a:pt x="123230" y="170111"/>
                </a:lnTo>
                <a:cubicBezTo>
                  <a:pt x="119546" y="170111"/>
                  <a:pt x="116532" y="173124"/>
                  <a:pt x="116532" y="176808"/>
                </a:cubicBezTo>
                <a:cubicBezTo>
                  <a:pt x="116532" y="180491"/>
                  <a:pt x="119546" y="183505"/>
                  <a:pt x="123230" y="183505"/>
                </a:cubicBezTo>
                <a:lnTo>
                  <a:pt x="133945" y="183505"/>
                </a:lnTo>
                <a:cubicBezTo>
                  <a:pt x="143556" y="183505"/>
                  <a:pt x="151358" y="175703"/>
                  <a:pt x="151358" y="166092"/>
                </a:cubicBezTo>
                <a:cubicBezTo>
                  <a:pt x="151358" y="156482"/>
                  <a:pt x="143556" y="148679"/>
                  <a:pt x="133945" y="148679"/>
                </a:cubicBezTo>
                <a:cubicBezTo>
                  <a:pt x="131735" y="148679"/>
                  <a:pt x="129927" y="146871"/>
                  <a:pt x="129927" y="144661"/>
                </a:cubicBezTo>
                <a:cubicBezTo>
                  <a:pt x="129927" y="142451"/>
                  <a:pt x="131735" y="140643"/>
                  <a:pt x="133945" y="140643"/>
                </a:cubicBezTo>
                <a:lnTo>
                  <a:pt x="141982" y="140643"/>
                </a:lnTo>
                <a:cubicBezTo>
                  <a:pt x="145666" y="140643"/>
                  <a:pt x="148679" y="137629"/>
                  <a:pt x="148679" y="133945"/>
                </a:cubicBezTo>
                <a:cubicBezTo>
                  <a:pt x="148679" y="130262"/>
                  <a:pt x="145666" y="127248"/>
                  <a:pt x="141982" y="127248"/>
                </a:cubicBezTo>
                <a:lnTo>
                  <a:pt x="133945" y="127248"/>
                </a:lnTo>
                <a:close/>
                <a:moveTo>
                  <a:pt x="166092" y="127248"/>
                </a:moveTo>
                <a:cubicBezTo>
                  <a:pt x="162409" y="127248"/>
                  <a:pt x="159395" y="130262"/>
                  <a:pt x="159395" y="133945"/>
                </a:cubicBezTo>
                <a:lnTo>
                  <a:pt x="159395" y="144527"/>
                </a:lnTo>
                <a:cubicBezTo>
                  <a:pt x="159395" y="156415"/>
                  <a:pt x="162911" y="168068"/>
                  <a:pt x="169508" y="177946"/>
                </a:cubicBezTo>
                <a:lnTo>
                  <a:pt x="171216" y="180525"/>
                </a:lnTo>
                <a:cubicBezTo>
                  <a:pt x="172455" y="182400"/>
                  <a:pt x="174564" y="183505"/>
                  <a:pt x="176774" y="183505"/>
                </a:cubicBezTo>
                <a:cubicBezTo>
                  <a:pt x="178984" y="183505"/>
                  <a:pt x="181094" y="182400"/>
                  <a:pt x="182333" y="180525"/>
                </a:cubicBezTo>
                <a:lnTo>
                  <a:pt x="184041" y="177946"/>
                </a:lnTo>
                <a:cubicBezTo>
                  <a:pt x="190638" y="168034"/>
                  <a:pt x="194154" y="156415"/>
                  <a:pt x="194154" y="144527"/>
                </a:cubicBezTo>
                <a:lnTo>
                  <a:pt x="194154" y="133945"/>
                </a:lnTo>
                <a:cubicBezTo>
                  <a:pt x="194154" y="130262"/>
                  <a:pt x="191140" y="127248"/>
                  <a:pt x="187456" y="127248"/>
                </a:cubicBezTo>
                <a:cubicBezTo>
                  <a:pt x="183773" y="127248"/>
                  <a:pt x="180759" y="130262"/>
                  <a:pt x="180759" y="133945"/>
                </a:cubicBezTo>
                <a:lnTo>
                  <a:pt x="180759" y="144527"/>
                </a:lnTo>
                <a:cubicBezTo>
                  <a:pt x="180759" y="151090"/>
                  <a:pt x="179386" y="157553"/>
                  <a:pt x="176741" y="163514"/>
                </a:cubicBezTo>
                <a:cubicBezTo>
                  <a:pt x="174095" y="157553"/>
                  <a:pt x="172722" y="151090"/>
                  <a:pt x="172722" y="144527"/>
                </a:cubicBezTo>
                <a:lnTo>
                  <a:pt x="172722" y="133945"/>
                </a:lnTo>
                <a:cubicBezTo>
                  <a:pt x="172722" y="130262"/>
                  <a:pt x="169709" y="127248"/>
                  <a:pt x="166025" y="127248"/>
                </a:cubicBez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843838" y="5191125"/>
            <a:ext cx="140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Export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843838" y="5419725"/>
            <a:ext cx="1400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CSV, JSON data dumps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b33084923d26b2c23e246db4d6a6a8929e66cdcf.jpg"/>
          <p:cNvPicPr>
            <a:picLocks noChangeAspect="1"/>
          </p:cNvPicPr>
          <p:nvPr/>
        </p:nvPicPr>
        <p:blipFill>
          <a:blip r:embed="rId3">
            <a:alphaModFix amt="30000"/>
          </a:blip>
          <a:srcRect l="160" r="16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/>
              </a:gs>
              <a:gs pos="50000">
                <a:srgbClr val="1A1D21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385763" y="1733550"/>
            <a:ext cx="1562100" cy="428625"/>
          </a:xfrm>
          <a:custGeom>
            <a:avLst/>
            <a:gdLst/>
            <a:ahLst/>
            <a:cxnLst/>
            <a:rect l="l" t="t" r="r" b="b"/>
            <a:pathLst>
              <a:path w="1562100" h="428625">
                <a:moveTo>
                  <a:pt x="114301" y="0"/>
                </a:moveTo>
                <a:lnTo>
                  <a:pt x="1447799" y="0"/>
                </a:lnTo>
                <a:cubicBezTo>
                  <a:pt x="1510926" y="0"/>
                  <a:pt x="1562100" y="51174"/>
                  <a:pt x="1562100" y="114301"/>
                </a:cubicBezTo>
                <a:lnTo>
                  <a:pt x="1562100" y="314324"/>
                </a:lnTo>
                <a:cubicBezTo>
                  <a:pt x="1562100" y="377451"/>
                  <a:pt x="1510926" y="428625"/>
                  <a:pt x="1447799" y="428625"/>
                </a:cubicBezTo>
                <a:lnTo>
                  <a:pt x="114301" y="428625"/>
                </a:lnTo>
                <a:cubicBezTo>
                  <a:pt x="51174" y="428625"/>
                  <a:pt x="0" y="377451"/>
                  <a:pt x="0" y="3143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 w="12700">
            <a:solidFill>
              <a:srgbClr val="4A9E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81025" y="1809750"/>
            <a:ext cx="1264369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kern="0" spc="75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SECTION 05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395538"/>
            <a:ext cx="5457825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 Loop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&amp; HTTP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338638"/>
            <a:ext cx="522922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5F6B7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Understanding Node's non-blocking architecture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5091113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447800" y="5091113"/>
            <a:ext cx="457200" cy="38100"/>
          </a:xfrm>
          <a:custGeom>
            <a:avLst/>
            <a:gdLst/>
            <a:ahLst/>
            <a:cxnLst/>
            <a:rect l="l" t="t" r="r" b="b"/>
            <a:pathLst>
              <a:path w="457200" h="38100">
                <a:moveTo>
                  <a:pt x="0" y="0"/>
                </a:moveTo>
                <a:lnTo>
                  <a:pt x="457200" y="0"/>
                </a:lnTo>
                <a:lnTo>
                  <a:pt x="457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9EFF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057400" y="5091113"/>
            <a:ext cx="228600" cy="38100"/>
          </a:xfrm>
          <a:custGeom>
            <a:avLst/>
            <a:gdLst/>
            <a:ahLst/>
            <a:cxnLst/>
            <a:rect l="l" t="t" r="r" b="b"/>
            <a:pathLst>
              <a:path w="228600" h="38100">
                <a:moveTo>
                  <a:pt x="0" y="0"/>
                </a:moveTo>
                <a:lnTo>
                  <a:pt x="228600" y="0"/>
                </a:lnTo>
                <a:lnTo>
                  <a:pt x="228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9EFF">
              <a:alpha val="25098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kern="0" spc="120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 LOOP &amp; HTTP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 Loop Basics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338263"/>
            <a:ext cx="6153150" cy="4619625"/>
          </a:xfrm>
          <a:custGeom>
            <a:avLst/>
            <a:gdLst/>
            <a:ahLst/>
            <a:cxnLst/>
            <a:rect l="l" t="t" r="r" b="b"/>
            <a:pathLst>
              <a:path w="6153150" h="4619625">
                <a:moveTo>
                  <a:pt x="152401" y="0"/>
                </a:moveTo>
                <a:lnTo>
                  <a:pt x="6000749" y="0"/>
                </a:lnTo>
                <a:cubicBezTo>
                  <a:pt x="6084861" y="0"/>
                  <a:pt x="6153150" y="68289"/>
                  <a:pt x="6153150" y="152401"/>
                </a:cubicBezTo>
                <a:lnTo>
                  <a:pt x="6153150" y="4467224"/>
                </a:lnTo>
                <a:cubicBezTo>
                  <a:pt x="6153150" y="4551336"/>
                  <a:pt x="6084861" y="4619625"/>
                  <a:pt x="6000749" y="4619625"/>
                </a:cubicBezTo>
                <a:lnTo>
                  <a:pt x="152401" y="4619625"/>
                </a:lnTo>
                <a:cubicBezTo>
                  <a:pt x="68289" y="4619625"/>
                  <a:pt x="0" y="4551336"/>
                  <a:pt x="0" y="4467224"/>
                </a:cubicBezTo>
                <a:lnTo>
                  <a:pt x="0" y="152401"/>
                </a:lnTo>
                <a:cubicBezTo>
                  <a:pt x="0" y="68289"/>
                  <a:pt x="68289" y="0"/>
                  <a:pt x="152401" y="0"/>
                </a:cubicBezTo>
                <a:close/>
              </a:path>
            </a:pathLst>
          </a:custGeom>
          <a:gradFill flip="none" rotWithShape="1">
            <a:gsLst>
              <a:gs pos="0">
                <a:srgbClr val="4A9EF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9EF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7700" y="16097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14357" y="85725"/>
                </a:moveTo>
                <a:lnTo>
                  <a:pt x="217884" y="85725"/>
                </a:lnTo>
                <a:cubicBezTo>
                  <a:pt x="223823" y="85725"/>
                  <a:pt x="228600" y="80948"/>
                  <a:pt x="228600" y="75009"/>
                </a:cubicBezTo>
                <a:lnTo>
                  <a:pt x="228600" y="10716"/>
                </a:lnTo>
                <a:cubicBezTo>
                  <a:pt x="228600" y="6385"/>
                  <a:pt x="226010" y="2456"/>
                  <a:pt x="221992" y="804"/>
                </a:cubicBezTo>
                <a:cubicBezTo>
                  <a:pt x="217974" y="-848"/>
                  <a:pt x="213375" y="89"/>
                  <a:pt x="210294" y="3125"/>
                </a:cubicBezTo>
                <a:lnTo>
                  <a:pt x="187211" y="26253"/>
                </a:lnTo>
                <a:cubicBezTo>
                  <a:pt x="167432" y="9867"/>
                  <a:pt x="141982" y="0"/>
                  <a:pt x="114300" y="0"/>
                </a:cubicBezTo>
                <a:cubicBezTo>
                  <a:pt x="56704" y="0"/>
                  <a:pt x="9064" y="42595"/>
                  <a:pt x="1161" y="98003"/>
                </a:cubicBezTo>
                <a:cubicBezTo>
                  <a:pt x="45" y="105817"/>
                  <a:pt x="5447" y="113050"/>
                  <a:pt x="13261" y="114166"/>
                </a:cubicBezTo>
                <a:cubicBezTo>
                  <a:pt x="21074" y="115282"/>
                  <a:pt x="28307" y="109835"/>
                  <a:pt x="29423" y="102066"/>
                </a:cubicBezTo>
                <a:cubicBezTo>
                  <a:pt x="35362" y="60499"/>
                  <a:pt x="71125" y="28575"/>
                  <a:pt x="114300" y="28575"/>
                </a:cubicBezTo>
                <a:cubicBezTo>
                  <a:pt x="134124" y="28575"/>
                  <a:pt x="152340" y="35272"/>
                  <a:pt x="166851" y="46568"/>
                </a:cubicBezTo>
                <a:lnTo>
                  <a:pt x="146000" y="67419"/>
                </a:lnTo>
                <a:cubicBezTo>
                  <a:pt x="142920" y="70500"/>
                  <a:pt x="142027" y="75099"/>
                  <a:pt x="143679" y="79117"/>
                </a:cubicBezTo>
                <a:cubicBezTo>
                  <a:pt x="145331" y="83135"/>
                  <a:pt x="149260" y="85725"/>
                  <a:pt x="153591" y="85725"/>
                </a:cubicBezTo>
                <a:lnTo>
                  <a:pt x="214357" y="85725"/>
                </a:lnTo>
                <a:close/>
                <a:moveTo>
                  <a:pt x="227484" y="130597"/>
                </a:moveTo>
                <a:cubicBezTo>
                  <a:pt x="228600" y="122783"/>
                  <a:pt x="223153" y="115550"/>
                  <a:pt x="215384" y="114434"/>
                </a:cubicBezTo>
                <a:cubicBezTo>
                  <a:pt x="207615" y="113318"/>
                  <a:pt x="200338" y="118765"/>
                  <a:pt x="199221" y="126534"/>
                </a:cubicBezTo>
                <a:cubicBezTo>
                  <a:pt x="193283" y="168057"/>
                  <a:pt x="157520" y="199980"/>
                  <a:pt x="114345" y="199980"/>
                </a:cubicBezTo>
                <a:cubicBezTo>
                  <a:pt x="94521" y="199980"/>
                  <a:pt x="76304" y="193283"/>
                  <a:pt x="61793" y="181987"/>
                </a:cubicBezTo>
                <a:lnTo>
                  <a:pt x="82600" y="161181"/>
                </a:lnTo>
                <a:cubicBezTo>
                  <a:pt x="85680" y="158100"/>
                  <a:pt x="86573" y="153501"/>
                  <a:pt x="84921" y="149483"/>
                </a:cubicBezTo>
                <a:cubicBezTo>
                  <a:pt x="83269" y="145465"/>
                  <a:pt x="79340" y="142875"/>
                  <a:pt x="75009" y="142875"/>
                </a:cubicBezTo>
                <a:lnTo>
                  <a:pt x="10716" y="142875"/>
                </a:lnTo>
                <a:cubicBezTo>
                  <a:pt x="4777" y="142875"/>
                  <a:pt x="0" y="147652"/>
                  <a:pt x="0" y="153591"/>
                </a:cubicBezTo>
                <a:lnTo>
                  <a:pt x="0" y="217884"/>
                </a:lnTo>
                <a:cubicBezTo>
                  <a:pt x="0" y="222215"/>
                  <a:pt x="2590" y="226144"/>
                  <a:pt x="6608" y="227796"/>
                </a:cubicBezTo>
                <a:cubicBezTo>
                  <a:pt x="10626" y="229448"/>
                  <a:pt x="15225" y="228511"/>
                  <a:pt x="18306" y="225475"/>
                </a:cubicBezTo>
                <a:lnTo>
                  <a:pt x="41434" y="202347"/>
                </a:lnTo>
                <a:cubicBezTo>
                  <a:pt x="61168" y="218733"/>
                  <a:pt x="86618" y="228600"/>
                  <a:pt x="114300" y="228600"/>
                </a:cubicBezTo>
                <a:cubicBezTo>
                  <a:pt x="171896" y="228600"/>
                  <a:pt x="219536" y="186005"/>
                  <a:pt x="227439" y="130597"/>
                </a:cubicBez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04875" y="1571625"/>
            <a:ext cx="55149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Request Processing Flow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9125" y="22002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71500" y="2200275"/>
            <a:ext cx="6286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4A9E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323975" y="2066925"/>
            <a:ext cx="4981575" cy="800100"/>
          </a:xfrm>
          <a:custGeom>
            <a:avLst/>
            <a:gdLst/>
            <a:ahLst/>
            <a:cxnLst/>
            <a:rect l="l" t="t" r="r" b="b"/>
            <a:pathLst>
              <a:path w="4981575" h="800100">
                <a:moveTo>
                  <a:pt x="38100" y="0"/>
                </a:moveTo>
                <a:lnTo>
                  <a:pt x="4867273" y="0"/>
                </a:lnTo>
                <a:cubicBezTo>
                  <a:pt x="4930358" y="0"/>
                  <a:pt x="4981575" y="51217"/>
                  <a:pt x="4981575" y="114302"/>
                </a:cubicBezTo>
                <a:lnTo>
                  <a:pt x="4981575" y="685798"/>
                </a:lnTo>
                <a:cubicBezTo>
                  <a:pt x="4981575" y="748883"/>
                  <a:pt x="4930358" y="800100"/>
                  <a:pt x="4867273" y="800100"/>
                </a:cubicBez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323975" y="2066925"/>
            <a:ext cx="38100" cy="800100"/>
          </a:xfrm>
          <a:custGeom>
            <a:avLst/>
            <a:gdLst/>
            <a:ahLst/>
            <a:cxnLst/>
            <a:rect l="l" t="t" r="r" b="b"/>
            <a:pathLst>
              <a:path w="38100" h="800100">
                <a:moveTo>
                  <a:pt x="38100" y="0"/>
                </a:moveTo>
                <a:lnTo>
                  <a:pt x="38100" y="0"/>
                </a:lnTo>
                <a:lnTo>
                  <a:pt x="38100" y="800100"/>
                </a:ln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495425" y="2219325"/>
            <a:ext cx="4743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Request Arrives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95425" y="2486025"/>
            <a:ext cx="4733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 request from client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9125" y="31527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71500" y="3152775"/>
            <a:ext cx="6286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4A9E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323975" y="3019425"/>
            <a:ext cx="4981575" cy="800100"/>
          </a:xfrm>
          <a:custGeom>
            <a:avLst/>
            <a:gdLst/>
            <a:ahLst/>
            <a:cxnLst/>
            <a:rect l="l" t="t" r="r" b="b"/>
            <a:pathLst>
              <a:path w="4981575" h="800100">
                <a:moveTo>
                  <a:pt x="38100" y="0"/>
                </a:moveTo>
                <a:lnTo>
                  <a:pt x="4867273" y="0"/>
                </a:lnTo>
                <a:cubicBezTo>
                  <a:pt x="4930358" y="0"/>
                  <a:pt x="4981575" y="51217"/>
                  <a:pt x="4981575" y="114302"/>
                </a:cubicBezTo>
                <a:lnTo>
                  <a:pt x="4981575" y="685798"/>
                </a:lnTo>
                <a:cubicBezTo>
                  <a:pt x="4981575" y="748883"/>
                  <a:pt x="4930358" y="800100"/>
                  <a:pt x="4867273" y="800100"/>
                </a:cubicBez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323975" y="3019425"/>
            <a:ext cx="38100" cy="800100"/>
          </a:xfrm>
          <a:custGeom>
            <a:avLst/>
            <a:gdLst/>
            <a:ahLst/>
            <a:cxnLst/>
            <a:rect l="l" t="t" r="r" b="b"/>
            <a:pathLst>
              <a:path w="38100" h="800100">
                <a:moveTo>
                  <a:pt x="38100" y="0"/>
                </a:moveTo>
                <a:lnTo>
                  <a:pt x="38100" y="0"/>
                </a:lnTo>
                <a:lnTo>
                  <a:pt x="38100" y="800100"/>
                </a:ln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495425" y="3171825"/>
            <a:ext cx="4743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Event Queue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95425" y="3438525"/>
            <a:ext cx="4733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Request added to queue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9125" y="41052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71500" y="4105275"/>
            <a:ext cx="6286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323975" y="3971925"/>
            <a:ext cx="4981575" cy="800100"/>
          </a:xfrm>
          <a:custGeom>
            <a:avLst/>
            <a:gdLst/>
            <a:ahLst/>
            <a:cxnLst/>
            <a:rect l="l" t="t" r="r" b="b"/>
            <a:pathLst>
              <a:path w="4981575" h="800100">
                <a:moveTo>
                  <a:pt x="38100" y="0"/>
                </a:moveTo>
                <a:lnTo>
                  <a:pt x="4867273" y="0"/>
                </a:lnTo>
                <a:cubicBezTo>
                  <a:pt x="4930358" y="0"/>
                  <a:pt x="4981575" y="51217"/>
                  <a:pt x="4981575" y="114302"/>
                </a:cubicBezTo>
                <a:lnTo>
                  <a:pt x="4981575" y="685798"/>
                </a:lnTo>
                <a:cubicBezTo>
                  <a:pt x="4981575" y="748883"/>
                  <a:pt x="4930358" y="800100"/>
                  <a:pt x="4867273" y="800100"/>
                </a:cubicBez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323975" y="3971925"/>
            <a:ext cx="38100" cy="800100"/>
          </a:xfrm>
          <a:custGeom>
            <a:avLst/>
            <a:gdLst/>
            <a:ahLst/>
            <a:cxnLst/>
            <a:rect l="l" t="t" r="r" b="b"/>
            <a:pathLst>
              <a:path w="38100" h="800100">
                <a:moveTo>
                  <a:pt x="38100" y="0"/>
                </a:moveTo>
                <a:lnTo>
                  <a:pt x="38100" y="0"/>
                </a:lnTo>
                <a:lnTo>
                  <a:pt x="38100" y="800100"/>
                </a:ln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495425" y="4124325"/>
            <a:ext cx="4743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Event Loop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95425" y="4391025"/>
            <a:ext cx="4733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Loop picks up request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9125" y="50577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71500" y="5057775"/>
            <a:ext cx="6286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323975" y="4924425"/>
            <a:ext cx="4981575" cy="800100"/>
          </a:xfrm>
          <a:custGeom>
            <a:avLst/>
            <a:gdLst/>
            <a:ahLst/>
            <a:cxnLst/>
            <a:rect l="l" t="t" r="r" b="b"/>
            <a:pathLst>
              <a:path w="4981575" h="800100">
                <a:moveTo>
                  <a:pt x="38100" y="0"/>
                </a:moveTo>
                <a:lnTo>
                  <a:pt x="4867273" y="0"/>
                </a:lnTo>
                <a:cubicBezTo>
                  <a:pt x="4930358" y="0"/>
                  <a:pt x="4981575" y="51217"/>
                  <a:pt x="4981575" y="114302"/>
                </a:cubicBezTo>
                <a:lnTo>
                  <a:pt x="4981575" y="685798"/>
                </a:lnTo>
                <a:cubicBezTo>
                  <a:pt x="4981575" y="748883"/>
                  <a:pt x="4930358" y="800100"/>
                  <a:pt x="4867273" y="800100"/>
                </a:cubicBez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323975" y="4924425"/>
            <a:ext cx="38100" cy="800100"/>
          </a:xfrm>
          <a:custGeom>
            <a:avLst/>
            <a:gdLst/>
            <a:ahLst/>
            <a:cxnLst/>
            <a:rect l="l" t="t" r="r" b="b"/>
            <a:pathLst>
              <a:path w="38100" h="800100">
                <a:moveTo>
                  <a:pt x="38100" y="0"/>
                </a:moveTo>
                <a:lnTo>
                  <a:pt x="38100" y="0"/>
                </a:lnTo>
                <a:lnTo>
                  <a:pt x="38100" y="800100"/>
                </a:ln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495425" y="5076825"/>
            <a:ext cx="4743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Callback Executes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495425" y="5343525"/>
            <a:ext cx="4733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Request handler runs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775103" y="1338263"/>
            <a:ext cx="5029200" cy="2324100"/>
          </a:xfrm>
          <a:custGeom>
            <a:avLst/>
            <a:gdLst/>
            <a:ahLst/>
            <a:cxnLst/>
            <a:rect l="l" t="t" r="r" b="b"/>
            <a:pathLst>
              <a:path w="5029200" h="2324100">
                <a:moveTo>
                  <a:pt x="152391" y="0"/>
                </a:moveTo>
                <a:lnTo>
                  <a:pt x="4876809" y="0"/>
                </a:lnTo>
                <a:cubicBezTo>
                  <a:pt x="4960972" y="0"/>
                  <a:pt x="5029200" y="68228"/>
                  <a:pt x="5029200" y="152391"/>
                </a:cubicBezTo>
                <a:lnTo>
                  <a:pt x="5029200" y="2171709"/>
                </a:lnTo>
                <a:cubicBezTo>
                  <a:pt x="5029200" y="2255872"/>
                  <a:pt x="4960972" y="2324100"/>
                  <a:pt x="4876809" y="2324100"/>
                </a:cubicBezTo>
                <a:lnTo>
                  <a:pt x="152391" y="2324100"/>
                </a:lnTo>
                <a:cubicBezTo>
                  <a:pt x="68228" y="2324100"/>
                  <a:pt x="0" y="2255872"/>
                  <a:pt x="0" y="2171709"/>
                </a:cubicBezTo>
                <a:lnTo>
                  <a:pt x="0" y="152391"/>
                </a:lnTo>
                <a:cubicBezTo>
                  <a:pt x="0" y="68284"/>
                  <a:pt x="68284" y="0"/>
                  <a:pt x="152391" y="0"/>
                </a:cubicBezTo>
                <a:close/>
              </a:path>
            </a:pathLst>
          </a:custGeom>
          <a:gradFill flip="none" rotWithShape="1">
            <a:gsLst>
              <a:gs pos="0">
                <a:srgbClr val="4ADE8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051328" y="159067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51269" y="-4420"/>
                </a:moveTo>
                <a:cubicBezTo>
                  <a:pt x="156582" y="-580"/>
                  <a:pt x="158547" y="6385"/>
                  <a:pt x="156136" y="12457"/>
                </a:cubicBezTo>
                <a:lnTo>
                  <a:pt x="121131" y="100013"/>
                </a:lnTo>
                <a:lnTo>
                  <a:pt x="185738" y="100013"/>
                </a:lnTo>
                <a:cubicBezTo>
                  <a:pt x="191765" y="100013"/>
                  <a:pt x="197123" y="103763"/>
                  <a:pt x="199177" y="109433"/>
                </a:cubicBezTo>
                <a:cubicBezTo>
                  <a:pt x="201231" y="115104"/>
                  <a:pt x="199489" y="121444"/>
                  <a:pt x="194890" y="125284"/>
                </a:cubicBezTo>
                <a:lnTo>
                  <a:pt x="66303" y="232440"/>
                </a:lnTo>
                <a:cubicBezTo>
                  <a:pt x="61258" y="236637"/>
                  <a:pt x="54069" y="236860"/>
                  <a:pt x="48756" y="233020"/>
                </a:cubicBezTo>
                <a:cubicBezTo>
                  <a:pt x="43443" y="229180"/>
                  <a:pt x="41478" y="222215"/>
                  <a:pt x="43889" y="216143"/>
                </a:cubicBezTo>
                <a:lnTo>
                  <a:pt x="78894" y="128588"/>
                </a:lnTo>
                <a:lnTo>
                  <a:pt x="14288" y="128588"/>
                </a:lnTo>
                <a:cubicBezTo>
                  <a:pt x="8260" y="128588"/>
                  <a:pt x="2902" y="124837"/>
                  <a:pt x="848" y="119167"/>
                </a:cubicBezTo>
                <a:cubicBezTo>
                  <a:pt x="-1206" y="113496"/>
                  <a:pt x="536" y="107156"/>
                  <a:pt x="5135" y="103316"/>
                </a:cubicBezTo>
                <a:lnTo>
                  <a:pt x="133722" y="-3840"/>
                </a:lnTo>
                <a:cubicBezTo>
                  <a:pt x="138767" y="-8037"/>
                  <a:pt x="145956" y="-8260"/>
                  <a:pt x="151269" y="-4420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408515" y="1571625"/>
            <a:ext cx="1543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Non-Blocking I/O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008465" y="1990725"/>
            <a:ext cx="464820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Node.js can handle </a:t>
            </a:r>
            <a:r>
              <a:rPr lang="en-US" sz="1350" b="1" dirty="0">
                <a:solidFill>
                  <a:srgbClr val="4ADE80"/>
                </a:solidFill>
                <a:highlight>
                  <a:srgbClr val="4ADE80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thousands of concurrent requests </a:t>
            </a:r>
            <a:r>
              <a:rPr lang="en-US" sz="135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without creating a thread for each one.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008465" y="2700338"/>
            <a:ext cx="2228850" cy="723900"/>
          </a:xfrm>
          <a:custGeom>
            <a:avLst/>
            <a:gdLst/>
            <a:ahLst/>
            <a:cxnLst/>
            <a:rect l="l" t="t" r="r" b="b"/>
            <a:pathLst>
              <a:path w="2228850" h="723900">
                <a:moveTo>
                  <a:pt x="76198" y="0"/>
                </a:moveTo>
                <a:lnTo>
                  <a:pt x="2152652" y="0"/>
                </a:lnTo>
                <a:cubicBezTo>
                  <a:pt x="2194707" y="0"/>
                  <a:pt x="2228850" y="34143"/>
                  <a:pt x="2228850" y="76198"/>
                </a:cubicBezTo>
                <a:lnTo>
                  <a:pt x="2228850" y="647702"/>
                </a:lnTo>
                <a:cubicBezTo>
                  <a:pt x="2228850" y="689757"/>
                  <a:pt x="2194707" y="723900"/>
                  <a:pt x="215265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065615" y="2814638"/>
            <a:ext cx="2114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4A9E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10K+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089428" y="3119438"/>
            <a:ext cx="2066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Concurrent connections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347820" y="2700338"/>
            <a:ext cx="2228850" cy="723900"/>
          </a:xfrm>
          <a:custGeom>
            <a:avLst/>
            <a:gdLst/>
            <a:ahLst/>
            <a:cxnLst/>
            <a:rect l="l" t="t" r="r" b="b"/>
            <a:pathLst>
              <a:path w="2228850" h="723900">
                <a:moveTo>
                  <a:pt x="76198" y="0"/>
                </a:moveTo>
                <a:lnTo>
                  <a:pt x="2152652" y="0"/>
                </a:lnTo>
                <a:cubicBezTo>
                  <a:pt x="2194707" y="0"/>
                  <a:pt x="2228850" y="34143"/>
                  <a:pt x="2228850" y="76198"/>
                </a:cubicBezTo>
                <a:lnTo>
                  <a:pt x="2228850" y="647702"/>
                </a:lnTo>
                <a:cubicBezTo>
                  <a:pt x="2228850" y="689757"/>
                  <a:pt x="2194707" y="723900"/>
                  <a:pt x="215265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9404970" y="2814638"/>
            <a:ext cx="2114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Single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428783" y="3119438"/>
            <a:ext cx="2066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Event loop thread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775103" y="3857625"/>
            <a:ext cx="5029200" cy="2619375"/>
          </a:xfrm>
          <a:custGeom>
            <a:avLst/>
            <a:gdLst/>
            <a:ahLst/>
            <a:cxnLst/>
            <a:rect l="l" t="t" r="r" b="b"/>
            <a:pathLst>
              <a:path w="5029200" h="2619375">
                <a:moveTo>
                  <a:pt x="114310" y="0"/>
                </a:moveTo>
                <a:lnTo>
                  <a:pt x="4914890" y="0"/>
                </a:lnTo>
                <a:cubicBezTo>
                  <a:pt x="4978022" y="0"/>
                  <a:pt x="5029200" y="51178"/>
                  <a:pt x="5029200" y="114310"/>
                </a:cubicBezTo>
                <a:lnTo>
                  <a:pt x="5029200" y="2505065"/>
                </a:lnTo>
                <a:cubicBezTo>
                  <a:pt x="5029200" y="2568197"/>
                  <a:pt x="4978022" y="2619375"/>
                  <a:pt x="4914890" y="2619375"/>
                </a:cubicBezTo>
                <a:lnTo>
                  <a:pt x="114310" y="2619375"/>
                </a:lnTo>
                <a:cubicBezTo>
                  <a:pt x="51178" y="2619375"/>
                  <a:pt x="0" y="2568197"/>
                  <a:pt x="0" y="2505065"/>
                </a:cubicBezTo>
                <a:lnTo>
                  <a:pt x="0" y="114310"/>
                </a:lnTo>
                <a:cubicBezTo>
                  <a:pt x="0" y="51220"/>
                  <a:pt x="51220" y="0"/>
                  <a:pt x="114310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9E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970365" y="4052888"/>
            <a:ext cx="472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994178" y="451008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298978" y="4471988"/>
            <a:ext cx="1971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thread creation overhead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994178" y="485298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298978" y="4814888"/>
            <a:ext cx="1190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Memory efficient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994178" y="519588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298978" y="515778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Handles I/O-bound tasks well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kern="0" spc="120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 LOOP &amp; HTTP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Non-Blocking Matters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338263"/>
            <a:ext cx="3276600" cy="1857375"/>
          </a:xfrm>
          <a:custGeom>
            <a:avLst/>
            <a:gdLst/>
            <a:ahLst/>
            <a:cxnLst/>
            <a:rect l="l" t="t" r="r" b="b"/>
            <a:pathLst>
              <a:path w="3276600" h="1857375">
                <a:moveTo>
                  <a:pt x="152398" y="0"/>
                </a:moveTo>
                <a:lnTo>
                  <a:pt x="3124202" y="0"/>
                </a:lnTo>
                <a:cubicBezTo>
                  <a:pt x="3208369" y="0"/>
                  <a:pt x="3276600" y="68231"/>
                  <a:pt x="3276600" y="152398"/>
                </a:cubicBezTo>
                <a:lnTo>
                  <a:pt x="3276600" y="1704977"/>
                </a:lnTo>
                <a:cubicBezTo>
                  <a:pt x="3276600" y="1789144"/>
                  <a:pt x="3208369" y="1857375"/>
                  <a:pt x="3124202" y="1857375"/>
                </a:cubicBezTo>
                <a:lnTo>
                  <a:pt x="152398" y="1857375"/>
                </a:lnTo>
                <a:cubicBezTo>
                  <a:pt x="68231" y="1857375"/>
                  <a:pt x="0" y="1789144"/>
                  <a:pt x="0" y="1704977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gradFill flip="none" rotWithShape="1">
            <a:gsLst>
              <a:gs pos="0">
                <a:srgbClr val="4A9EF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9EF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09600" y="15525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74563" y="74563"/>
                </a:moveTo>
                <a:cubicBezTo>
                  <a:pt x="78760" y="70366"/>
                  <a:pt x="85546" y="70366"/>
                  <a:pt x="89699" y="74563"/>
                </a:cubicBezTo>
                <a:lnTo>
                  <a:pt x="114255" y="99120"/>
                </a:lnTo>
                <a:lnTo>
                  <a:pt x="138812" y="74563"/>
                </a:lnTo>
                <a:cubicBezTo>
                  <a:pt x="143009" y="70366"/>
                  <a:pt x="149796" y="70366"/>
                  <a:pt x="153948" y="74563"/>
                </a:cubicBezTo>
                <a:cubicBezTo>
                  <a:pt x="158100" y="78760"/>
                  <a:pt x="158145" y="85546"/>
                  <a:pt x="153948" y="89699"/>
                </a:cubicBezTo>
                <a:lnTo>
                  <a:pt x="129391" y="114255"/>
                </a:lnTo>
                <a:lnTo>
                  <a:pt x="153948" y="138812"/>
                </a:lnTo>
                <a:cubicBezTo>
                  <a:pt x="158145" y="143009"/>
                  <a:pt x="158145" y="149796"/>
                  <a:pt x="153948" y="153948"/>
                </a:cubicBezTo>
                <a:cubicBezTo>
                  <a:pt x="149751" y="158100"/>
                  <a:pt x="142964" y="158145"/>
                  <a:pt x="138812" y="153948"/>
                </a:cubicBezTo>
                <a:lnTo>
                  <a:pt x="114255" y="129391"/>
                </a:lnTo>
                <a:lnTo>
                  <a:pt x="89699" y="153948"/>
                </a:lnTo>
                <a:cubicBezTo>
                  <a:pt x="85502" y="158145"/>
                  <a:pt x="78715" y="158145"/>
                  <a:pt x="74563" y="153948"/>
                </a:cubicBezTo>
                <a:cubicBezTo>
                  <a:pt x="70411" y="149751"/>
                  <a:pt x="70366" y="142964"/>
                  <a:pt x="74563" y="138812"/>
                </a:cubicBezTo>
                <a:lnTo>
                  <a:pt x="99120" y="114255"/>
                </a:lnTo>
                <a:lnTo>
                  <a:pt x="74563" y="89699"/>
                </a:lnTo>
                <a:cubicBezTo>
                  <a:pt x="70366" y="85502"/>
                  <a:pt x="70366" y="78715"/>
                  <a:pt x="74563" y="74563"/>
                </a:cubicBez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81075" y="1533525"/>
            <a:ext cx="990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Traditional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1025" y="1914525"/>
            <a:ext cx="29622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EF4444"/>
                </a:solidFill>
                <a:highlight>
                  <a:srgbClr val="EF4444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Thread per request </a:t>
            </a: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0075" y="23050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43755" y="60424"/>
                </a:moveTo>
                <a:lnTo>
                  <a:pt x="89595" y="60424"/>
                </a:lnTo>
                <a:cubicBezTo>
                  <a:pt x="93059" y="60424"/>
                  <a:pt x="95845" y="63211"/>
                  <a:pt x="95845" y="66675"/>
                </a:cubicBezTo>
                <a:cubicBezTo>
                  <a:pt x="95845" y="70139"/>
                  <a:pt x="93059" y="72926"/>
                  <a:pt x="89595" y="72926"/>
                </a:cubicBezTo>
                <a:lnTo>
                  <a:pt x="43755" y="72926"/>
                </a:lnTo>
                <a:cubicBezTo>
                  <a:pt x="40291" y="72926"/>
                  <a:pt x="37505" y="70139"/>
                  <a:pt x="37505" y="66675"/>
                </a:cubicBezTo>
                <a:cubicBezTo>
                  <a:pt x="37505" y="63211"/>
                  <a:pt x="40291" y="60424"/>
                  <a:pt x="43755" y="60424"/>
                </a:cubicBez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3913" y="2276475"/>
            <a:ext cx="1219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memory usage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0075" y="25717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43755" y="60424"/>
                </a:moveTo>
                <a:lnTo>
                  <a:pt x="89595" y="60424"/>
                </a:lnTo>
                <a:cubicBezTo>
                  <a:pt x="93059" y="60424"/>
                  <a:pt x="95845" y="63211"/>
                  <a:pt x="95845" y="66675"/>
                </a:cubicBezTo>
                <a:cubicBezTo>
                  <a:pt x="95845" y="70139"/>
                  <a:pt x="93059" y="72926"/>
                  <a:pt x="89595" y="72926"/>
                </a:cubicBezTo>
                <a:lnTo>
                  <a:pt x="43755" y="72926"/>
                </a:lnTo>
                <a:cubicBezTo>
                  <a:pt x="40291" y="72926"/>
                  <a:pt x="37505" y="70139"/>
                  <a:pt x="37505" y="66675"/>
                </a:cubicBezTo>
                <a:cubicBezTo>
                  <a:pt x="37505" y="63211"/>
                  <a:pt x="40291" y="60424"/>
                  <a:pt x="43755" y="60424"/>
                </a:cubicBez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3913" y="2543175"/>
            <a:ext cx="1628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Thread switching overhead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0075" y="28384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43755" y="60424"/>
                </a:moveTo>
                <a:lnTo>
                  <a:pt x="89595" y="60424"/>
                </a:lnTo>
                <a:cubicBezTo>
                  <a:pt x="93059" y="60424"/>
                  <a:pt x="95845" y="63211"/>
                  <a:pt x="95845" y="66675"/>
                </a:cubicBezTo>
                <a:cubicBezTo>
                  <a:pt x="95845" y="70139"/>
                  <a:pt x="93059" y="72926"/>
                  <a:pt x="89595" y="72926"/>
                </a:cubicBezTo>
                <a:lnTo>
                  <a:pt x="43755" y="72926"/>
                </a:lnTo>
                <a:cubicBezTo>
                  <a:pt x="40291" y="72926"/>
                  <a:pt x="37505" y="70139"/>
                  <a:pt x="37505" y="66675"/>
                </a:cubicBezTo>
                <a:cubicBezTo>
                  <a:pt x="37505" y="63211"/>
                  <a:pt x="40291" y="60424"/>
                  <a:pt x="43755" y="60424"/>
                </a:cubicBez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3913" y="2809875"/>
            <a:ext cx="1095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Limited scalability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22353" y="1338263"/>
            <a:ext cx="3276600" cy="1857375"/>
          </a:xfrm>
          <a:custGeom>
            <a:avLst/>
            <a:gdLst/>
            <a:ahLst/>
            <a:cxnLst/>
            <a:rect l="l" t="t" r="r" b="b"/>
            <a:pathLst>
              <a:path w="3276600" h="1857375">
                <a:moveTo>
                  <a:pt x="152398" y="0"/>
                </a:moveTo>
                <a:lnTo>
                  <a:pt x="3124202" y="0"/>
                </a:lnTo>
                <a:cubicBezTo>
                  <a:pt x="3208369" y="0"/>
                  <a:pt x="3276600" y="68231"/>
                  <a:pt x="3276600" y="152398"/>
                </a:cubicBezTo>
                <a:lnTo>
                  <a:pt x="3276600" y="1704977"/>
                </a:lnTo>
                <a:cubicBezTo>
                  <a:pt x="3276600" y="1789144"/>
                  <a:pt x="3208369" y="1857375"/>
                  <a:pt x="3124202" y="1857375"/>
                </a:cubicBezTo>
                <a:lnTo>
                  <a:pt x="152398" y="1857375"/>
                </a:lnTo>
                <a:cubicBezTo>
                  <a:pt x="68231" y="1857375"/>
                  <a:pt x="0" y="1789144"/>
                  <a:pt x="0" y="1704977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gradFill flip="none" rotWithShape="1">
            <a:gsLst>
              <a:gs pos="0">
                <a:srgbClr val="4ADE8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046190" y="15525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417665" y="1533525"/>
            <a:ext cx="72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Node.js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017615" y="1914525"/>
            <a:ext cx="29622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4ADE80"/>
                </a:solidFill>
                <a:highlight>
                  <a:srgbClr val="4ADE80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Event-driven </a:t>
            </a: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036665" y="23050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60424" y="89595"/>
                </a:moveTo>
                <a:lnTo>
                  <a:pt x="60424" y="72926"/>
                </a:lnTo>
                <a:lnTo>
                  <a:pt x="43755" y="72926"/>
                </a:lnTo>
                <a:cubicBezTo>
                  <a:pt x="40291" y="72926"/>
                  <a:pt x="37505" y="70139"/>
                  <a:pt x="37505" y="66675"/>
                </a:cubicBezTo>
                <a:cubicBezTo>
                  <a:pt x="37505" y="63211"/>
                  <a:pt x="40291" y="60424"/>
                  <a:pt x="43755" y="60424"/>
                </a:cubicBezTo>
                <a:lnTo>
                  <a:pt x="60424" y="60424"/>
                </a:lnTo>
                <a:lnTo>
                  <a:pt x="60424" y="43755"/>
                </a:lnTo>
                <a:cubicBezTo>
                  <a:pt x="60424" y="40291"/>
                  <a:pt x="63211" y="37505"/>
                  <a:pt x="66675" y="37505"/>
                </a:cubicBezTo>
                <a:cubicBezTo>
                  <a:pt x="70139" y="37505"/>
                  <a:pt x="72926" y="40291"/>
                  <a:pt x="72926" y="43755"/>
                </a:cubicBezTo>
                <a:lnTo>
                  <a:pt x="72926" y="60424"/>
                </a:lnTo>
                <a:lnTo>
                  <a:pt x="89595" y="60424"/>
                </a:lnTo>
                <a:cubicBezTo>
                  <a:pt x="93059" y="60424"/>
                  <a:pt x="95845" y="63211"/>
                  <a:pt x="95845" y="66675"/>
                </a:cubicBezTo>
                <a:cubicBezTo>
                  <a:pt x="95845" y="70139"/>
                  <a:pt x="93059" y="72926"/>
                  <a:pt x="89595" y="72926"/>
                </a:cubicBezTo>
                <a:lnTo>
                  <a:pt x="72926" y="72926"/>
                </a:lnTo>
                <a:lnTo>
                  <a:pt x="72926" y="89595"/>
                </a:lnTo>
                <a:cubicBezTo>
                  <a:pt x="72926" y="93059"/>
                  <a:pt x="70139" y="95845"/>
                  <a:pt x="66675" y="95845"/>
                </a:cubicBezTo>
                <a:cubicBezTo>
                  <a:pt x="63211" y="95845"/>
                  <a:pt x="60424" y="93059"/>
                  <a:pt x="60424" y="89595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260503" y="2276475"/>
            <a:ext cx="1371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 memory footprint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036665" y="25717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60424" y="89595"/>
                </a:moveTo>
                <a:lnTo>
                  <a:pt x="60424" y="72926"/>
                </a:lnTo>
                <a:lnTo>
                  <a:pt x="43755" y="72926"/>
                </a:lnTo>
                <a:cubicBezTo>
                  <a:pt x="40291" y="72926"/>
                  <a:pt x="37505" y="70139"/>
                  <a:pt x="37505" y="66675"/>
                </a:cubicBezTo>
                <a:cubicBezTo>
                  <a:pt x="37505" y="63211"/>
                  <a:pt x="40291" y="60424"/>
                  <a:pt x="43755" y="60424"/>
                </a:cubicBezTo>
                <a:lnTo>
                  <a:pt x="60424" y="60424"/>
                </a:lnTo>
                <a:lnTo>
                  <a:pt x="60424" y="43755"/>
                </a:lnTo>
                <a:cubicBezTo>
                  <a:pt x="60424" y="40291"/>
                  <a:pt x="63211" y="37505"/>
                  <a:pt x="66675" y="37505"/>
                </a:cubicBezTo>
                <a:cubicBezTo>
                  <a:pt x="70139" y="37505"/>
                  <a:pt x="72926" y="40291"/>
                  <a:pt x="72926" y="43755"/>
                </a:cubicBezTo>
                <a:lnTo>
                  <a:pt x="72926" y="60424"/>
                </a:lnTo>
                <a:lnTo>
                  <a:pt x="89595" y="60424"/>
                </a:lnTo>
                <a:cubicBezTo>
                  <a:pt x="93059" y="60424"/>
                  <a:pt x="95845" y="63211"/>
                  <a:pt x="95845" y="66675"/>
                </a:cubicBezTo>
                <a:cubicBezTo>
                  <a:pt x="95845" y="70139"/>
                  <a:pt x="93059" y="72926"/>
                  <a:pt x="89595" y="72926"/>
                </a:cubicBezTo>
                <a:lnTo>
                  <a:pt x="72926" y="72926"/>
                </a:lnTo>
                <a:lnTo>
                  <a:pt x="72926" y="89595"/>
                </a:lnTo>
                <a:cubicBezTo>
                  <a:pt x="72926" y="93059"/>
                  <a:pt x="70139" y="95845"/>
                  <a:pt x="66675" y="95845"/>
                </a:cubicBezTo>
                <a:cubicBezTo>
                  <a:pt x="63211" y="95845"/>
                  <a:pt x="60424" y="93059"/>
                  <a:pt x="60424" y="89595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260503" y="2543175"/>
            <a:ext cx="122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thread switching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036665" y="28384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60424" y="89595"/>
                </a:moveTo>
                <a:lnTo>
                  <a:pt x="60424" y="72926"/>
                </a:lnTo>
                <a:lnTo>
                  <a:pt x="43755" y="72926"/>
                </a:lnTo>
                <a:cubicBezTo>
                  <a:pt x="40291" y="72926"/>
                  <a:pt x="37505" y="70139"/>
                  <a:pt x="37505" y="66675"/>
                </a:cubicBezTo>
                <a:cubicBezTo>
                  <a:pt x="37505" y="63211"/>
                  <a:pt x="40291" y="60424"/>
                  <a:pt x="43755" y="60424"/>
                </a:cubicBezTo>
                <a:lnTo>
                  <a:pt x="60424" y="60424"/>
                </a:lnTo>
                <a:lnTo>
                  <a:pt x="60424" y="43755"/>
                </a:lnTo>
                <a:cubicBezTo>
                  <a:pt x="60424" y="40291"/>
                  <a:pt x="63211" y="37505"/>
                  <a:pt x="66675" y="37505"/>
                </a:cubicBezTo>
                <a:cubicBezTo>
                  <a:pt x="70139" y="37505"/>
                  <a:pt x="72926" y="40291"/>
                  <a:pt x="72926" y="43755"/>
                </a:cubicBezTo>
                <a:lnTo>
                  <a:pt x="72926" y="60424"/>
                </a:lnTo>
                <a:lnTo>
                  <a:pt x="89595" y="60424"/>
                </a:lnTo>
                <a:cubicBezTo>
                  <a:pt x="93059" y="60424"/>
                  <a:pt x="95845" y="63211"/>
                  <a:pt x="95845" y="66675"/>
                </a:cubicBezTo>
                <a:cubicBezTo>
                  <a:pt x="95845" y="70139"/>
                  <a:pt x="93059" y="72926"/>
                  <a:pt x="89595" y="72926"/>
                </a:cubicBezTo>
                <a:lnTo>
                  <a:pt x="72926" y="72926"/>
                </a:lnTo>
                <a:lnTo>
                  <a:pt x="72926" y="89595"/>
                </a:lnTo>
                <a:cubicBezTo>
                  <a:pt x="72926" y="93059"/>
                  <a:pt x="70139" y="95845"/>
                  <a:pt x="66675" y="95845"/>
                </a:cubicBezTo>
                <a:cubicBezTo>
                  <a:pt x="63211" y="95845"/>
                  <a:pt x="60424" y="93059"/>
                  <a:pt x="60424" y="89595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260503" y="2809875"/>
            <a:ext cx="1085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concurrency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85763" y="3395663"/>
            <a:ext cx="6715125" cy="3076575"/>
          </a:xfrm>
          <a:custGeom>
            <a:avLst/>
            <a:gdLst/>
            <a:ahLst/>
            <a:cxnLst/>
            <a:rect l="l" t="t" r="r" b="b"/>
            <a:pathLst>
              <a:path w="6715125" h="3076575">
                <a:moveTo>
                  <a:pt x="114295" y="0"/>
                </a:moveTo>
                <a:lnTo>
                  <a:pt x="6600830" y="0"/>
                </a:lnTo>
                <a:cubicBezTo>
                  <a:pt x="6663953" y="0"/>
                  <a:pt x="6715125" y="51172"/>
                  <a:pt x="6715125" y="114295"/>
                </a:cubicBezTo>
                <a:lnTo>
                  <a:pt x="6715125" y="2962280"/>
                </a:lnTo>
                <a:cubicBezTo>
                  <a:pt x="6715125" y="3025403"/>
                  <a:pt x="6663953" y="3076575"/>
                  <a:pt x="6600830" y="3076575"/>
                </a:cubicBezTo>
                <a:lnTo>
                  <a:pt x="114295" y="3076575"/>
                </a:lnTo>
                <a:cubicBezTo>
                  <a:pt x="51172" y="3076575"/>
                  <a:pt x="0" y="3025403"/>
                  <a:pt x="0" y="2962280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9E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81025" y="3590925"/>
            <a:ext cx="6419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Scalability Comparison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81025" y="4010025"/>
            <a:ext cx="1838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Traditional (Thread-based)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770959" y="4010025"/>
            <a:ext cx="1209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~100-1000 req/s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81025" y="4314825"/>
            <a:ext cx="6324600" cy="114300"/>
          </a:xfrm>
          <a:custGeom>
            <a:avLst/>
            <a:gdLst/>
            <a:ahLst/>
            <a:cxnLst/>
            <a:rect l="l" t="t" r="r" b="b"/>
            <a:pathLst>
              <a:path w="6324600" h="114300">
                <a:moveTo>
                  <a:pt x="57150" y="0"/>
                </a:moveTo>
                <a:lnTo>
                  <a:pt x="6267450" y="0"/>
                </a:lnTo>
                <a:cubicBezTo>
                  <a:pt x="6298992" y="0"/>
                  <a:pt x="6324600" y="25608"/>
                  <a:pt x="6324600" y="57150"/>
                </a:cubicBezTo>
                <a:lnTo>
                  <a:pt x="6324600" y="57150"/>
                </a:lnTo>
                <a:cubicBezTo>
                  <a:pt x="6324600" y="88692"/>
                  <a:pt x="6298992" y="114300"/>
                  <a:pt x="62674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81025" y="4314825"/>
            <a:ext cx="1895475" cy="114300"/>
          </a:xfrm>
          <a:custGeom>
            <a:avLst/>
            <a:gdLst/>
            <a:ahLst/>
            <a:cxnLst/>
            <a:rect l="l" t="t" r="r" b="b"/>
            <a:pathLst>
              <a:path w="1895475" h="114300">
                <a:moveTo>
                  <a:pt x="57150" y="0"/>
                </a:moveTo>
                <a:lnTo>
                  <a:pt x="1838325" y="0"/>
                </a:lnTo>
                <a:cubicBezTo>
                  <a:pt x="1869867" y="0"/>
                  <a:pt x="1895475" y="25608"/>
                  <a:pt x="1895475" y="57150"/>
                </a:cubicBezTo>
                <a:lnTo>
                  <a:pt x="1895475" y="57150"/>
                </a:lnTo>
                <a:cubicBezTo>
                  <a:pt x="1895475" y="88692"/>
                  <a:pt x="1869867" y="114300"/>
                  <a:pt x="1838325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gradFill flip="none" rotWithShape="1">
            <a:gsLst>
              <a:gs pos="0">
                <a:srgbClr val="EF4444"/>
              </a:gs>
              <a:gs pos="100000">
                <a:srgbClr val="EF4444">
                  <a:alpha val="5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81025" y="4581525"/>
            <a:ext cx="156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Node.js (Event-driven)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955060" y="4581525"/>
            <a:ext cx="1019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10,000+ req/s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81025" y="4886325"/>
            <a:ext cx="6324600" cy="114300"/>
          </a:xfrm>
          <a:custGeom>
            <a:avLst/>
            <a:gdLst/>
            <a:ahLst/>
            <a:cxnLst/>
            <a:rect l="l" t="t" r="r" b="b"/>
            <a:pathLst>
              <a:path w="6324600" h="114300">
                <a:moveTo>
                  <a:pt x="57150" y="0"/>
                </a:moveTo>
                <a:lnTo>
                  <a:pt x="6267450" y="0"/>
                </a:lnTo>
                <a:cubicBezTo>
                  <a:pt x="6298992" y="0"/>
                  <a:pt x="6324600" y="25608"/>
                  <a:pt x="6324600" y="57150"/>
                </a:cubicBezTo>
                <a:lnTo>
                  <a:pt x="6324600" y="57150"/>
                </a:lnTo>
                <a:cubicBezTo>
                  <a:pt x="6324600" y="88692"/>
                  <a:pt x="6298992" y="114300"/>
                  <a:pt x="62674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81025" y="4886325"/>
            <a:ext cx="6000750" cy="114300"/>
          </a:xfrm>
          <a:custGeom>
            <a:avLst/>
            <a:gdLst/>
            <a:ahLst/>
            <a:cxnLst/>
            <a:rect l="l" t="t" r="r" b="b"/>
            <a:pathLst>
              <a:path w="6000750" h="114300">
                <a:moveTo>
                  <a:pt x="57150" y="0"/>
                </a:moveTo>
                <a:lnTo>
                  <a:pt x="5943600" y="0"/>
                </a:lnTo>
                <a:cubicBezTo>
                  <a:pt x="5975142" y="0"/>
                  <a:pt x="6000750" y="25608"/>
                  <a:pt x="6000750" y="57150"/>
                </a:cubicBezTo>
                <a:lnTo>
                  <a:pt x="6000750" y="57150"/>
                </a:lnTo>
                <a:cubicBezTo>
                  <a:pt x="6000750" y="88692"/>
                  <a:pt x="5975142" y="114300"/>
                  <a:pt x="594360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gradFill flip="none" rotWithShape="1">
            <a:gsLst>
              <a:gs pos="0">
                <a:srgbClr val="4ADE80"/>
              </a:gs>
              <a:gs pos="100000">
                <a:srgbClr val="4ADE80">
                  <a:alpha val="5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339980" y="1343025"/>
            <a:ext cx="4457700" cy="2038350"/>
          </a:xfrm>
          <a:custGeom>
            <a:avLst/>
            <a:gdLst/>
            <a:ahLst/>
            <a:cxnLst/>
            <a:rect l="l" t="t" r="r" b="b"/>
            <a:pathLst>
              <a:path w="4457700" h="2038350">
                <a:moveTo>
                  <a:pt x="152407" y="0"/>
                </a:moveTo>
                <a:lnTo>
                  <a:pt x="4305293" y="0"/>
                </a:lnTo>
                <a:cubicBezTo>
                  <a:pt x="4389465" y="0"/>
                  <a:pt x="4457700" y="68235"/>
                  <a:pt x="4457700" y="152407"/>
                </a:cubicBezTo>
                <a:lnTo>
                  <a:pt x="4457700" y="1885943"/>
                </a:lnTo>
                <a:cubicBezTo>
                  <a:pt x="4457700" y="1970115"/>
                  <a:pt x="4389465" y="2038350"/>
                  <a:pt x="4305293" y="2038350"/>
                </a:cubicBezTo>
                <a:lnTo>
                  <a:pt x="152407" y="2038350"/>
                </a:lnTo>
                <a:cubicBezTo>
                  <a:pt x="68235" y="2038350"/>
                  <a:pt x="0" y="1970115"/>
                  <a:pt x="0" y="1885943"/>
                </a:cubicBezTo>
                <a:lnTo>
                  <a:pt x="0" y="152407"/>
                </a:lnTo>
                <a:cubicBezTo>
                  <a:pt x="0" y="68291"/>
                  <a:pt x="68291" y="0"/>
                  <a:pt x="152407" y="0"/>
                </a:cubicBezTo>
                <a:close/>
              </a:path>
            </a:pathLst>
          </a:custGeom>
          <a:gradFill flip="none" rotWithShape="1">
            <a:gsLst>
              <a:gs pos="0">
                <a:srgbClr val="4A9EF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25400">
            <a:solidFill>
              <a:srgbClr val="4A9E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620967" y="16002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0" y="96441"/>
                </a:moveTo>
                <a:cubicBezTo>
                  <a:pt x="0" y="66839"/>
                  <a:pt x="23976" y="42863"/>
                  <a:pt x="53578" y="42863"/>
                </a:cubicBezTo>
                <a:lnTo>
                  <a:pt x="57150" y="42863"/>
                </a:lnTo>
                <a:cubicBezTo>
                  <a:pt x="65053" y="42863"/>
                  <a:pt x="71438" y="49247"/>
                  <a:pt x="71438" y="57150"/>
                </a:cubicBezTo>
                <a:cubicBezTo>
                  <a:pt x="71438" y="65053"/>
                  <a:pt x="65053" y="71438"/>
                  <a:pt x="57150" y="71438"/>
                </a:cubicBezTo>
                <a:lnTo>
                  <a:pt x="53578" y="71438"/>
                </a:lnTo>
                <a:cubicBezTo>
                  <a:pt x="39782" y="71438"/>
                  <a:pt x="28575" y="82644"/>
                  <a:pt x="28575" y="96441"/>
                </a:cubicBezTo>
                <a:lnTo>
                  <a:pt x="28575" y="100013"/>
                </a:lnTo>
                <a:lnTo>
                  <a:pt x="57150" y="100013"/>
                </a:lnTo>
                <a:cubicBezTo>
                  <a:pt x="72911" y="100013"/>
                  <a:pt x="85725" y="112827"/>
                  <a:pt x="85725" y="128588"/>
                </a:cubicBezTo>
                <a:lnTo>
                  <a:pt x="85725" y="157163"/>
                </a:lnTo>
                <a:cubicBezTo>
                  <a:pt x="85725" y="172923"/>
                  <a:pt x="72911" y="185738"/>
                  <a:pt x="57150" y="185738"/>
                </a:cubicBezTo>
                <a:lnTo>
                  <a:pt x="28575" y="185738"/>
                </a:lnTo>
                <a:cubicBezTo>
                  <a:pt x="12814" y="185738"/>
                  <a:pt x="0" y="172923"/>
                  <a:pt x="0" y="157163"/>
                </a:cubicBezTo>
                <a:lnTo>
                  <a:pt x="0" y="96441"/>
                </a:lnTo>
                <a:close/>
                <a:moveTo>
                  <a:pt x="114300" y="96441"/>
                </a:moveTo>
                <a:cubicBezTo>
                  <a:pt x="114300" y="66839"/>
                  <a:pt x="138276" y="42863"/>
                  <a:pt x="167878" y="42863"/>
                </a:cubicBezTo>
                <a:lnTo>
                  <a:pt x="171450" y="42863"/>
                </a:lnTo>
                <a:cubicBezTo>
                  <a:pt x="179353" y="42863"/>
                  <a:pt x="185738" y="49247"/>
                  <a:pt x="185738" y="57150"/>
                </a:cubicBezTo>
                <a:cubicBezTo>
                  <a:pt x="185738" y="65053"/>
                  <a:pt x="179353" y="71438"/>
                  <a:pt x="171450" y="71438"/>
                </a:cubicBezTo>
                <a:lnTo>
                  <a:pt x="167878" y="71438"/>
                </a:lnTo>
                <a:cubicBezTo>
                  <a:pt x="154082" y="71438"/>
                  <a:pt x="142875" y="82644"/>
                  <a:pt x="142875" y="96441"/>
                </a:cubicBezTo>
                <a:lnTo>
                  <a:pt x="142875" y="100013"/>
                </a:lnTo>
                <a:lnTo>
                  <a:pt x="171450" y="100013"/>
                </a:lnTo>
                <a:cubicBezTo>
                  <a:pt x="187211" y="100013"/>
                  <a:pt x="200025" y="112827"/>
                  <a:pt x="200025" y="128588"/>
                </a:cubicBezTo>
                <a:lnTo>
                  <a:pt x="200025" y="157163"/>
                </a:lnTo>
                <a:cubicBezTo>
                  <a:pt x="200025" y="172923"/>
                  <a:pt x="187211" y="185738"/>
                  <a:pt x="171450" y="185738"/>
                </a:cubicBezTo>
                <a:lnTo>
                  <a:pt x="142875" y="185738"/>
                </a:lnTo>
                <a:cubicBezTo>
                  <a:pt x="127114" y="185738"/>
                  <a:pt x="114300" y="172923"/>
                  <a:pt x="114300" y="157163"/>
                </a:cubicBezTo>
                <a:lnTo>
                  <a:pt x="114300" y="96441"/>
                </a:ln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978155" y="1581150"/>
            <a:ext cx="1495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💡 Interview Line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597155" y="2000250"/>
            <a:ext cx="3962400" cy="1143000"/>
          </a:xfrm>
          <a:custGeom>
            <a:avLst/>
            <a:gdLst/>
            <a:ahLst/>
            <a:cxnLst/>
            <a:rect l="l" t="t" r="r" b="b"/>
            <a:pathLst>
              <a:path w="3962400" h="1143000">
                <a:moveTo>
                  <a:pt x="38100" y="0"/>
                </a:moveTo>
                <a:lnTo>
                  <a:pt x="3848100" y="0"/>
                </a:lnTo>
                <a:cubicBezTo>
                  <a:pt x="3911184" y="0"/>
                  <a:pt x="3962400" y="51216"/>
                  <a:pt x="3962400" y="114300"/>
                </a:cubicBezTo>
                <a:lnTo>
                  <a:pt x="3962400" y="1028700"/>
                </a:lnTo>
                <a:cubicBezTo>
                  <a:pt x="3962400" y="1091784"/>
                  <a:pt x="3911184" y="1143000"/>
                  <a:pt x="3848100" y="1143000"/>
                </a:cubicBezTo>
                <a:lnTo>
                  <a:pt x="38100" y="1143000"/>
                </a:lnTo>
                <a:cubicBezTo>
                  <a:pt x="17072" y="1143000"/>
                  <a:pt x="0" y="1125928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597155" y="2000250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38100" y="0"/>
                </a:moveTo>
                <a:lnTo>
                  <a:pt x="38100" y="0"/>
                </a:lnTo>
                <a:lnTo>
                  <a:pt x="38100" y="1143000"/>
                </a:lnTo>
                <a:lnTo>
                  <a:pt x="38100" y="1143000"/>
                </a:lnTo>
                <a:cubicBezTo>
                  <a:pt x="17072" y="1143000"/>
                  <a:pt x="0" y="1125928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768605" y="2152650"/>
            <a:ext cx="372427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4A9EFF"/>
                </a:solidFill>
                <a:highlight>
                  <a:srgbClr val="4A9EFF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Node uses event-driven architecture </a:t>
            </a:r>
            <a:r>
              <a:rPr lang="en-US" sz="135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 a single-threaded event loop, making it ideal for I/O-intensive applications like HTTP servers.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335217" y="3583781"/>
            <a:ext cx="4467225" cy="2886075"/>
          </a:xfrm>
          <a:custGeom>
            <a:avLst/>
            <a:gdLst/>
            <a:ahLst/>
            <a:cxnLst/>
            <a:rect l="l" t="t" r="r" b="b"/>
            <a:pathLst>
              <a:path w="4467225" h="2886075">
                <a:moveTo>
                  <a:pt x="114289" y="0"/>
                </a:moveTo>
                <a:lnTo>
                  <a:pt x="4352936" y="0"/>
                </a:lnTo>
                <a:cubicBezTo>
                  <a:pt x="4416014" y="0"/>
                  <a:pt x="4467225" y="51211"/>
                  <a:pt x="4467225" y="114289"/>
                </a:cubicBezTo>
                <a:lnTo>
                  <a:pt x="4467225" y="2771786"/>
                </a:lnTo>
                <a:cubicBezTo>
                  <a:pt x="4467225" y="2834906"/>
                  <a:pt x="4416056" y="2886075"/>
                  <a:pt x="4352936" y="2886075"/>
                </a:cubicBezTo>
                <a:lnTo>
                  <a:pt x="114289" y="2886075"/>
                </a:lnTo>
                <a:cubicBezTo>
                  <a:pt x="51211" y="2886075"/>
                  <a:pt x="0" y="2834864"/>
                  <a:pt x="0" y="2771786"/>
                </a:cubicBezTo>
                <a:lnTo>
                  <a:pt x="0" y="114289"/>
                </a:lnTo>
                <a:cubicBezTo>
                  <a:pt x="0" y="51169"/>
                  <a:pt x="51169" y="0"/>
                  <a:pt x="114289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DE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530480" y="3779044"/>
            <a:ext cx="4162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Use Cases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565008" y="4236244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45599" y="23474"/>
                </a:moveTo>
                <a:cubicBezTo>
                  <a:pt x="150387" y="26956"/>
                  <a:pt x="151459" y="33654"/>
                  <a:pt x="147976" y="38442"/>
                </a:cubicBezTo>
                <a:lnTo>
                  <a:pt x="62251" y="156314"/>
                </a:lnTo>
                <a:cubicBezTo>
                  <a:pt x="60409" y="158859"/>
                  <a:pt x="57563" y="160433"/>
                  <a:pt x="54415" y="160701"/>
                </a:cubicBezTo>
                <a:cubicBezTo>
                  <a:pt x="51268" y="160969"/>
                  <a:pt x="48220" y="159797"/>
                  <a:pt x="46010" y="157587"/>
                </a:cubicBezTo>
                <a:lnTo>
                  <a:pt x="3148" y="114724"/>
                </a:lnTo>
                <a:cubicBezTo>
                  <a:pt x="-1038" y="110538"/>
                  <a:pt x="-1038" y="103741"/>
                  <a:pt x="3148" y="99555"/>
                </a:cubicBezTo>
                <a:cubicBezTo>
                  <a:pt x="7334" y="95369"/>
                  <a:pt x="14131" y="95369"/>
                  <a:pt x="18317" y="99555"/>
                </a:cubicBezTo>
                <a:lnTo>
                  <a:pt x="52306" y="133543"/>
                </a:lnTo>
                <a:lnTo>
                  <a:pt x="130664" y="25818"/>
                </a:lnTo>
                <a:cubicBezTo>
                  <a:pt x="134146" y="21029"/>
                  <a:pt x="140843" y="19958"/>
                  <a:pt x="145632" y="23440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859092" y="4198144"/>
            <a:ext cx="733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REST APIs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565008" y="4579144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45599" y="23474"/>
                </a:moveTo>
                <a:cubicBezTo>
                  <a:pt x="150387" y="26956"/>
                  <a:pt x="151459" y="33654"/>
                  <a:pt x="147976" y="38442"/>
                </a:cubicBezTo>
                <a:lnTo>
                  <a:pt x="62251" y="156314"/>
                </a:lnTo>
                <a:cubicBezTo>
                  <a:pt x="60409" y="158859"/>
                  <a:pt x="57563" y="160433"/>
                  <a:pt x="54415" y="160701"/>
                </a:cubicBezTo>
                <a:cubicBezTo>
                  <a:pt x="51268" y="160969"/>
                  <a:pt x="48220" y="159797"/>
                  <a:pt x="46010" y="157587"/>
                </a:cubicBezTo>
                <a:lnTo>
                  <a:pt x="3148" y="114724"/>
                </a:lnTo>
                <a:cubicBezTo>
                  <a:pt x="-1038" y="110538"/>
                  <a:pt x="-1038" y="103741"/>
                  <a:pt x="3148" y="99555"/>
                </a:cubicBezTo>
                <a:cubicBezTo>
                  <a:pt x="7334" y="95369"/>
                  <a:pt x="14131" y="95369"/>
                  <a:pt x="18317" y="99555"/>
                </a:cubicBezTo>
                <a:lnTo>
                  <a:pt x="52306" y="133543"/>
                </a:lnTo>
                <a:lnTo>
                  <a:pt x="130664" y="25818"/>
                </a:lnTo>
                <a:cubicBezTo>
                  <a:pt x="134146" y="21029"/>
                  <a:pt x="140843" y="19958"/>
                  <a:pt x="145632" y="23440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859092" y="4541044"/>
            <a:ext cx="104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chat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565008" y="4922044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45599" y="23474"/>
                </a:moveTo>
                <a:cubicBezTo>
                  <a:pt x="150387" y="26956"/>
                  <a:pt x="151459" y="33654"/>
                  <a:pt x="147976" y="38442"/>
                </a:cubicBezTo>
                <a:lnTo>
                  <a:pt x="62251" y="156314"/>
                </a:lnTo>
                <a:cubicBezTo>
                  <a:pt x="60409" y="158859"/>
                  <a:pt x="57563" y="160433"/>
                  <a:pt x="54415" y="160701"/>
                </a:cubicBezTo>
                <a:cubicBezTo>
                  <a:pt x="51268" y="160969"/>
                  <a:pt x="48220" y="159797"/>
                  <a:pt x="46010" y="157587"/>
                </a:cubicBezTo>
                <a:lnTo>
                  <a:pt x="3148" y="114724"/>
                </a:lnTo>
                <a:cubicBezTo>
                  <a:pt x="-1038" y="110538"/>
                  <a:pt x="-1038" y="103741"/>
                  <a:pt x="3148" y="99555"/>
                </a:cubicBezTo>
                <a:cubicBezTo>
                  <a:pt x="7334" y="95369"/>
                  <a:pt x="14131" y="95369"/>
                  <a:pt x="18317" y="99555"/>
                </a:cubicBezTo>
                <a:lnTo>
                  <a:pt x="52306" y="133543"/>
                </a:lnTo>
                <a:lnTo>
                  <a:pt x="130664" y="25818"/>
                </a:lnTo>
                <a:cubicBezTo>
                  <a:pt x="134146" y="21029"/>
                  <a:pt x="140843" y="19958"/>
                  <a:pt x="145632" y="23440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859092" y="4883944"/>
            <a:ext cx="1314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Streaming services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565008" y="5264944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45599" y="23474"/>
                </a:moveTo>
                <a:cubicBezTo>
                  <a:pt x="150387" y="26956"/>
                  <a:pt x="151459" y="33654"/>
                  <a:pt x="147976" y="38442"/>
                </a:cubicBezTo>
                <a:lnTo>
                  <a:pt x="62251" y="156314"/>
                </a:lnTo>
                <a:cubicBezTo>
                  <a:pt x="60409" y="158859"/>
                  <a:pt x="57563" y="160433"/>
                  <a:pt x="54415" y="160701"/>
                </a:cubicBezTo>
                <a:cubicBezTo>
                  <a:pt x="51268" y="160969"/>
                  <a:pt x="48220" y="159797"/>
                  <a:pt x="46010" y="157587"/>
                </a:cubicBezTo>
                <a:lnTo>
                  <a:pt x="3148" y="114724"/>
                </a:lnTo>
                <a:cubicBezTo>
                  <a:pt x="-1038" y="110538"/>
                  <a:pt x="-1038" y="103741"/>
                  <a:pt x="3148" y="99555"/>
                </a:cubicBezTo>
                <a:cubicBezTo>
                  <a:pt x="7334" y="95369"/>
                  <a:pt x="14131" y="95369"/>
                  <a:pt x="18317" y="99555"/>
                </a:cubicBezTo>
                <a:lnTo>
                  <a:pt x="52306" y="133543"/>
                </a:lnTo>
                <a:lnTo>
                  <a:pt x="130664" y="25818"/>
                </a:lnTo>
                <a:cubicBezTo>
                  <a:pt x="134146" y="21029"/>
                  <a:pt x="140843" y="19958"/>
                  <a:pt x="145632" y="23440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859092" y="5226844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Microservices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384a7993e9ba9973a1a5e70970b51d891a28c88a.jpg"/>
          <p:cNvPicPr>
            <a:picLocks noChangeAspect="1"/>
          </p:cNvPicPr>
          <p:nvPr/>
        </p:nvPicPr>
        <p:blipFill>
          <a:blip r:embed="rId3">
            <a:alphaModFix amt="30000"/>
          </a:blip>
          <a:srcRect l="178" r="178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/>
              </a:gs>
              <a:gs pos="50000">
                <a:srgbClr val="1A1D21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385763" y="1733550"/>
            <a:ext cx="1562100" cy="428625"/>
          </a:xfrm>
          <a:custGeom>
            <a:avLst/>
            <a:gdLst/>
            <a:ahLst/>
            <a:cxnLst/>
            <a:rect l="l" t="t" r="r" b="b"/>
            <a:pathLst>
              <a:path w="1562100" h="428625">
                <a:moveTo>
                  <a:pt x="114301" y="0"/>
                </a:moveTo>
                <a:lnTo>
                  <a:pt x="1447799" y="0"/>
                </a:lnTo>
                <a:cubicBezTo>
                  <a:pt x="1510926" y="0"/>
                  <a:pt x="1562100" y="51174"/>
                  <a:pt x="1562100" y="114301"/>
                </a:cubicBezTo>
                <a:lnTo>
                  <a:pt x="1562100" y="314324"/>
                </a:lnTo>
                <a:cubicBezTo>
                  <a:pt x="1562100" y="377451"/>
                  <a:pt x="1510926" y="428625"/>
                  <a:pt x="1447799" y="428625"/>
                </a:cubicBezTo>
                <a:lnTo>
                  <a:pt x="114301" y="428625"/>
                </a:lnTo>
                <a:cubicBezTo>
                  <a:pt x="51174" y="428625"/>
                  <a:pt x="0" y="377451"/>
                  <a:pt x="0" y="3143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 w="12700">
            <a:solidFill>
              <a:srgbClr val="4A9E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81025" y="1809750"/>
            <a:ext cx="1268611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kern="0" spc="75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SECTION 06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395538"/>
            <a:ext cx="65913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Keep-Alive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&amp; Connections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338638"/>
            <a:ext cx="63627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5F6B7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Optimizing connection management for better performance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5091113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447800" y="5091113"/>
            <a:ext cx="457200" cy="38100"/>
          </a:xfrm>
          <a:custGeom>
            <a:avLst/>
            <a:gdLst/>
            <a:ahLst/>
            <a:cxnLst/>
            <a:rect l="l" t="t" r="r" b="b"/>
            <a:pathLst>
              <a:path w="457200" h="38100">
                <a:moveTo>
                  <a:pt x="0" y="0"/>
                </a:moveTo>
                <a:lnTo>
                  <a:pt x="457200" y="0"/>
                </a:lnTo>
                <a:lnTo>
                  <a:pt x="457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9EFF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057400" y="5091113"/>
            <a:ext cx="228600" cy="38100"/>
          </a:xfrm>
          <a:custGeom>
            <a:avLst/>
            <a:gdLst/>
            <a:ahLst/>
            <a:cxnLst/>
            <a:rect l="l" t="t" r="r" b="b"/>
            <a:pathLst>
              <a:path w="228600" h="38100">
                <a:moveTo>
                  <a:pt x="0" y="0"/>
                </a:moveTo>
                <a:lnTo>
                  <a:pt x="228600" y="0"/>
                </a:lnTo>
                <a:lnTo>
                  <a:pt x="228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9EFF">
              <a:alpha val="25098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kern="0" spc="100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KEEP-ALIVE &amp; CONNECTIONS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 Keep-Alive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1469" y="1115219"/>
            <a:ext cx="6246813" cy="1492250"/>
          </a:xfrm>
          <a:custGeom>
            <a:avLst/>
            <a:gdLst/>
            <a:ahLst/>
            <a:cxnLst/>
            <a:rect l="l" t="t" r="r" b="b"/>
            <a:pathLst>
              <a:path w="6246813" h="1492250">
                <a:moveTo>
                  <a:pt x="127005" y="0"/>
                </a:moveTo>
                <a:lnTo>
                  <a:pt x="6119807" y="0"/>
                </a:lnTo>
                <a:cubicBezTo>
                  <a:pt x="6189950" y="0"/>
                  <a:pt x="6246813" y="56862"/>
                  <a:pt x="6246813" y="127005"/>
                </a:cubicBezTo>
                <a:lnTo>
                  <a:pt x="6246813" y="1365245"/>
                </a:lnTo>
                <a:cubicBezTo>
                  <a:pt x="6246813" y="1435388"/>
                  <a:pt x="6189950" y="1492250"/>
                  <a:pt x="6119807" y="1492250"/>
                </a:cubicBezTo>
                <a:lnTo>
                  <a:pt x="127005" y="1492250"/>
                </a:lnTo>
                <a:cubicBezTo>
                  <a:pt x="56862" y="1492250"/>
                  <a:pt x="0" y="1435388"/>
                  <a:pt x="0" y="1365245"/>
                </a:cubicBezTo>
                <a:lnTo>
                  <a:pt x="0" y="127005"/>
                </a:lnTo>
                <a:cubicBezTo>
                  <a:pt x="0" y="56862"/>
                  <a:pt x="56862" y="0"/>
                  <a:pt x="127005" y="0"/>
                </a:cubicBezTo>
                <a:close/>
              </a:path>
            </a:pathLst>
          </a:custGeom>
          <a:gradFill flip="none" rotWithShape="1">
            <a:gsLst>
              <a:gs pos="0">
                <a:srgbClr val="4A9EF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9EF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15938" y="1309688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95250" y="0"/>
                </a:moveTo>
                <a:lnTo>
                  <a:pt x="412750" y="0"/>
                </a:lnTo>
                <a:cubicBezTo>
                  <a:pt x="465320" y="0"/>
                  <a:pt x="508000" y="42680"/>
                  <a:pt x="508000" y="95250"/>
                </a:cubicBezTo>
                <a:lnTo>
                  <a:pt x="508000" y="412750"/>
                </a:lnTo>
                <a:cubicBezTo>
                  <a:pt x="508000" y="465320"/>
                  <a:pt x="465320" y="508000"/>
                  <a:pt x="412750" y="508000"/>
                </a:cubicBezTo>
                <a:lnTo>
                  <a:pt x="95250" y="508000"/>
                </a:lnTo>
                <a:cubicBezTo>
                  <a:pt x="42680" y="508000"/>
                  <a:pt x="0" y="465320"/>
                  <a:pt x="0" y="412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37977" y="1444625"/>
            <a:ext cx="267891" cy="238125"/>
          </a:xfrm>
          <a:custGeom>
            <a:avLst/>
            <a:gdLst/>
            <a:ahLst/>
            <a:cxnLst/>
            <a:rect l="l" t="t" r="r" b="b"/>
            <a:pathLst>
              <a:path w="267891" h="238125">
                <a:moveTo>
                  <a:pt x="195104" y="44648"/>
                </a:moveTo>
                <a:cubicBezTo>
                  <a:pt x="187384" y="44648"/>
                  <a:pt x="179896" y="46741"/>
                  <a:pt x="173338" y="50555"/>
                </a:cubicBezTo>
                <a:cubicBezTo>
                  <a:pt x="165990" y="43114"/>
                  <a:pt x="157432" y="36881"/>
                  <a:pt x="147991" y="32184"/>
                </a:cubicBezTo>
                <a:cubicBezTo>
                  <a:pt x="161106" y="21022"/>
                  <a:pt x="177803" y="14883"/>
                  <a:pt x="195104" y="14883"/>
                </a:cubicBezTo>
                <a:cubicBezTo>
                  <a:pt x="235288" y="14883"/>
                  <a:pt x="267891" y="47439"/>
                  <a:pt x="267891" y="87669"/>
                </a:cubicBezTo>
                <a:cubicBezTo>
                  <a:pt x="267891" y="106970"/>
                  <a:pt x="260217" y="125481"/>
                  <a:pt x="246590" y="139108"/>
                </a:cubicBezTo>
                <a:lnTo>
                  <a:pt x="213522" y="172176"/>
                </a:lnTo>
                <a:cubicBezTo>
                  <a:pt x="199895" y="185803"/>
                  <a:pt x="181384" y="193477"/>
                  <a:pt x="162083" y="193477"/>
                </a:cubicBezTo>
                <a:cubicBezTo>
                  <a:pt x="121900" y="193477"/>
                  <a:pt x="89297" y="160920"/>
                  <a:pt x="89297" y="120690"/>
                </a:cubicBezTo>
                <a:cubicBezTo>
                  <a:pt x="89297" y="119993"/>
                  <a:pt x="89297" y="119295"/>
                  <a:pt x="89343" y="118597"/>
                </a:cubicBezTo>
                <a:cubicBezTo>
                  <a:pt x="89576" y="110365"/>
                  <a:pt x="96413" y="103901"/>
                  <a:pt x="104645" y="104133"/>
                </a:cubicBezTo>
                <a:cubicBezTo>
                  <a:pt x="112877" y="104366"/>
                  <a:pt x="119342" y="111203"/>
                  <a:pt x="119109" y="119435"/>
                </a:cubicBezTo>
                <a:cubicBezTo>
                  <a:pt x="119109" y="119853"/>
                  <a:pt x="119109" y="120272"/>
                  <a:pt x="119109" y="120644"/>
                </a:cubicBezTo>
                <a:cubicBezTo>
                  <a:pt x="119109" y="144410"/>
                  <a:pt x="138364" y="163664"/>
                  <a:pt x="162130" y="163664"/>
                </a:cubicBezTo>
                <a:cubicBezTo>
                  <a:pt x="173524" y="163664"/>
                  <a:pt x="184454" y="159153"/>
                  <a:pt x="192546" y="151061"/>
                </a:cubicBezTo>
                <a:lnTo>
                  <a:pt x="225614" y="117993"/>
                </a:lnTo>
                <a:cubicBezTo>
                  <a:pt x="233660" y="109947"/>
                  <a:pt x="238218" y="98971"/>
                  <a:pt x="238218" y="87576"/>
                </a:cubicBezTo>
                <a:cubicBezTo>
                  <a:pt x="238218" y="63810"/>
                  <a:pt x="218963" y="44555"/>
                  <a:pt x="195197" y="44555"/>
                </a:cubicBezTo>
                <a:close/>
                <a:moveTo>
                  <a:pt x="127992" y="80600"/>
                </a:moveTo>
                <a:cubicBezTo>
                  <a:pt x="127109" y="80228"/>
                  <a:pt x="126225" y="79716"/>
                  <a:pt x="125434" y="79158"/>
                </a:cubicBezTo>
                <a:cubicBezTo>
                  <a:pt x="119574" y="76135"/>
                  <a:pt x="112877" y="74414"/>
                  <a:pt x="105854" y="74414"/>
                </a:cubicBezTo>
                <a:cubicBezTo>
                  <a:pt x="94459" y="74414"/>
                  <a:pt x="83530" y="78925"/>
                  <a:pt x="75437" y="87018"/>
                </a:cubicBezTo>
                <a:lnTo>
                  <a:pt x="42370" y="120086"/>
                </a:lnTo>
                <a:cubicBezTo>
                  <a:pt x="34323" y="128132"/>
                  <a:pt x="29766" y="139108"/>
                  <a:pt x="29766" y="150502"/>
                </a:cubicBezTo>
                <a:cubicBezTo>
                  <a:pt x="29766" y="174268"/>
                  <a:pt x="49020" y="193523"/>
                  <a:pt x="72786" y="193523"/>
                </a:cubicBezTo>
                <a:cubicBezTo>
                  <a:pt x="80460" y="193523"/>
                  <a:pt x="87948" y="191477"/>
                  <a:pt x="94506" y="187663"/>
                </a:cubicBezTo>
                <a:cubicBezTo>
                  <a:pt x="101854" y="195104"/>
                  <a:pt x="110412" y="201337"/>
                  <a:pt x="119900" y="206034"/>
                </a:cubicBezTo>
                <a:cubicBezTo>
                  <a:pt x="106784" y="217150"/>
                  <a:pt x="90134" y="223335"/>
                  <a:pt x="72786" y="223335"/>
                </a:cubicBezTo>
                <a:cubicBezTo>
                  <a:pt x="32603" y="223335"/>
                  <a:pt x="0" y="190779"/>
                  <a:pt x="0" y="150549"/>
                </a:cubicBezTo>
                <a:cubicBezTo>
                  <a:pt x="0" y="131248"/>
                  <a:pt x="7674" y="112737"/>
                  <a:pt x="21301" y="99110"/>
                </a:cubicBezTo>
                <a:lnTo>
                  <a:pt x="54369" y="66042"/>
                </a:lnTo>
                <a:cubicBezTo>
                  <a:pt x="67996" y="52415"/>
                  <a:pt x="86506" y="44741"/>
                  <a:pt x="105807" y="44741"/>
                </a:cubicBezTo>
                <a:cubicBezTo>
                  <a:pt x="146084" y="44741"/>
                  <a:pt x="178594" y="77577"/>
                  <a:pt x="178594" y="117714"/>
                </a:cubicBezTo>
                <a:cubicBezTo>
                  <a:pt x="178594" y="118318"/>
                  <a:pt x="178594" y="118923"/>
                  <a:pt x="178594" y="119528"/>
                </a:cubicBezTo>
                <a:cubicBezTo>
                  <a:pt x="178408" y="127760"/>
                  <a:pt x="171571" y="134224"/>
                  <a:pt x="163339" y="134038"/>
                </a:cubicBezTo>
                <a:cubicBezTo>
                  <a:pt x="155107" y="133852"/>
                  <a:pt x="148642" y="127016"/>
                  <a:pt x="148828" y="118783"/>
                </a:cubicBezTo>
                <a:cubicBezTo>
                  <a:pt x="148828" y="118411"/>
                  <a:pt x="148828" y="118086"/>
                  <a:pt x="148828" y="117714"/>
                </a:cubicBezTo>
                <a:cubicBezTo>
                  <a:pt x="148828" y="102040"/>
                  <a:pt x="140457" y="88274"/>
                  <a:pt x="127992" y="80693"/>
                </a:cubicBez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50938" y="1309688"/>
            <a:ext cx="202406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Connection Reuse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50938" y="1595438"/>
            <a:ext cx="1976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4A9E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Persistent Connections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15938" y="1944688"/>
            <a:ext cx="5929313" cy="468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 Keep-Alive allows the same </a:t>
            </a:r>
            <a:r>
              <a:rPr lang="en-US" sz="1125" b="1" dirty="0">
                <a:solidFill>
                  <a:srgbClr val="4A9EFF"/>
                </a:solidFill>
                <a:highlight>
                  <a:srgbClr val="4A9EFF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TCP connection </a:t>
            </a:r>
            <a:r>
              <a:rPr lang="en-US" sz="1125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be reused for multiple HTTP requests, eliminating the overhead of establishing new connections.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1469" y="2770188"/>
            <a:ext cx="3055938" cy="3929063"/>
          </a:xfrm>
          <a:custGeom>
            <a:avLst/>
            <a:gdLst/>
            <a:ahLst/>
            <a:cxnLst/>
            <a:rect l="l" t="t" r="r" b="b"/>
            <a:pathLst>
              <a:path w="3055938" h="3929063">
                <a:moveTo>
                  <a:pt x="95254" y="0"/>
                </a:moveTo>
                <a:lnTo>
                  <a:pt x="2960684" y="0"/>
                </a:lnTo>
                <a:cubicBezTo>
                  <a:pt x="3013256" y="0"/>
                  <a:pt x="3055938" y="42682"/>
                  <a:pt x="3055938" y="95254"/>
                </a:cubicBezTo>
                <a:lnTo>
                  <a:pt x="3055938" y="3833809"/>
                </a:lnTo>
                <a:cubicBezTo>
                  <a:pt x="3055938" y="3886416"/>
                  <a:pt x="3013291" y="3929063"/>
                  <a:pt x="2960684" y="3929063"/>
                </a:cubicBezTo>
                <a:lnTo>
                  <a:pt x="95254" y="3929063"/>
                </a:lnTo>
                <a:cubicBezTo>
                  <a:pt x="42682" y="3929063"/>
                  <a:pt x="0" y="3886381"/>
                  <a:pt x="0" y="3833809"/>
                </a:cubicBezTo>
                <a:lnTo>
                  <a:pt x="0" y="95254"/>
                </a:lnTo>
                <a:cubicBezTo>
                  <a:pt x="0" y="42682"/>
                  <a:pt x="42682" y="0"/>
                  <a:pt x="95254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9E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19906" y="2948781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26057" y="-3683"/>
                </a:moveTo>
                <a:cubicBezTo>
                  <a:pt x="130485" y="-484"/>
                  <a:pt x="132122" y="5321"/>
                  <a:pt x="130113" y="10381"/>
                </a:cubicBezTo>
                <a:lnTo>
                  <a:pt x="100943" y="83344"/>
                </a:lnTo>
                <a:lnTo>
                  <a:pt x="154781" y="83344"/>
                </a:lnTo>
                <a:cubicBezTo>
                  <a:pt x="159804" y="83344"/>
                  <a:pt x="164269" y="86469"/>
                  <a:pt x="165981" y="91194"/>
                </a:cubicBezTo>
                <a:cubicBezTo>
                  <a:pt x="167692" y="95920"/>
                  <a:pt x="166241" y="101203"/>
                  <a:pt x="162409" y="104403"/>
                </a:cubicBezTo>
                <a:lnTo>
                  <a:pt x="55252" y="193700"/>
                </a:lnTo>
                <a:cubicBezTo>
                  <a:pt x="51048" y="197197"/>
                  <a:pt x="45058" y="197383"/>
                  <a:pt x="40630" y="194183"/>
                </a:cubicBezTo>
                <a:cubicBezTo>
                  <a:pt x="36202" y="190984"/>
                  <a:pt x="34565" y="185179"/>
                  <a:pt x="36575" y="180119"/>
                </a:cubicBezTo>
                <a:lnTo>
                  <a:pt x="65745" y="107156"/>
                </a:lnTo>
                <a:lnTo>
                  <a:pt x="11906" y="107156"/>
                </a:lnTo>
                <a:cubicBezTo>
                  <a:pt x="6883" y="107156"/>
                  <a:pt x="2418" y="104031"/>
                  <a:pt x="707" y="99306"/>
                </a:cubicBezTo>
                <a:cubicBezTo>
                  <a:pt x="-1005" y="94580"/>
                  <a:pt x="446" y="89297"/>
                  <a:pt x="4279" y="86097"/>
                </a:cubicBezTo>
                <a:lnTo>
                  <a:pt x="111435" y="-3200"/>
                </a:lnTo>
                <a:cubicBezTo>
                  <a:pt x="115639" y="-6697"/>
                  <a:pt x="121630" y="-6883"/>
                  <a:pt x="126057" y="-3683"/>
                </a:cubicBez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17563" y="2932906"/>
            <a:ext cx="1277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Reduces Latency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4187" y="3250406"/>
            <a:ext cx="2794000" cy="328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Eliminates TCP handshake overhead for subsequent requests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510731" y="2770188"/>
            <a:ext cx="3055938" cy="3929063"/>
          </a:xfrm>
          <a:custGeom>
            <a:avLst/>
            <a:gdLst/>
            <a:ahLst/>
            <a:cxnLst/>
            <a:rect l="l" t="t" r="r" b="b"/>
            <a:pathLst>
              <a:path w="3055938" h="3929063">
                <a:moveTo>
                  <a:pt x="95254" y="0"/>
                </a:moveTo>
                <a:lnTo>
                  <a:pt x="2960684" y="0"/>
                </a:lnTo>
                <a:cubicBezTo>
                  <a:pt x="3013256" y="0"/>
                  <a:pt x="3055938" y="42682"/>
                  <a:pt x="3055938" y="95254"/>
                </a:cubicBezTo>
                <a:lnTo>
                  <a:pt x="3055938" y="3833809"/>
                </a:lnTo>
                <a:cubicBezTo>
                  <a:pt x="3055938" y="3886416"/>
                  <a:pt x="3013291" y="3929063"/>
                  <a:pt x="2960684" y="3929063"/>
                </a:cubicBezTo>
                <a:lnTo>
                  <a:pt x="95254" y="3929063"/>
                </a:lnTo>
                <a:cubicBezTo>
                  <a:pt x="42682" y="3929063"/>
                  <a:pt x="0" y="3886381"/>
                  <a:pt x="0" y="3833809"/>
                </a:cubicBezTo>
                <a:lnTo>
                  <a:pt x="0" y="95254"/>
                </a:lnTo>
                <a:cubicBezTo>
                  <a:pt x="0" y="42682"/>
                  <a:pt x="42682" y="0"/>
                  <a:pt x="95254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DE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97263" y="294878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107156" y="35719"/>
                </a:moveTo>
                <a:cubicBezTo>
                  <a:pt x="107156" y="29148"/>
                  <a:pt x="101821" y="23812"/>
                  <a:pt x="95250" y="23812"/>
                </a:cubicBezTo>
                <a:cubicBezTo>
                  <a:pt x="88679" y="23812"/>
                  <a:pt x="83344" y="29148"/>
                  <a:pt x="83344" y="35719"/>
                </a:cubicBezTo>
                <a:cubicBezTo>
                  <a:pt x="83344" y="42290"/>
                  <a:pt x="88679" y="47625"/>
                  <a:pt x="95250" y="47625"/>
                </a:cubicBezTo>
                <a:cubicBezTo>
                  <a:pt x="101821" y="47625"/>
                  <a:pt x="107156" y="42290"/>
                  <a:pt x="107156" y="35719"/>
                </a:cubicBezTo>
                <a:close/>
                <a:moveTo>
                  <a:pt x="95250" y="154781"/>
                </a:moveTo>
                <a:cubicBezTo>
                  <a:pt x="108384" y="154781"/>
                  <a:pt x="119063" y="144103"/>
                  <a:pt x="119063" y="130969"/>
                </a:cubicBezTo>
                <a:cubicBezTo>
                  <a:pt x="119063" y="124941"/>
                  <a:pt x="116830" y="119397"/>
                  <a:pt x="113109" y="115230"/>
                </a:cubicBezTo>
                <a:lnTo>
                  <a:pt x="138968" y="63550"/>
                </a:lnTo>
                <a:cubicBezTo>
                  <a:pt x="141163" y="59122"/>
                  <a:pt x="139378" y="53764"/>
                  <a:pt x="134987" y="51569"/>
                </a:cubicBezTo>
                <a:cubicBezTo>
                  <a:pt x="130597" y="49374"/>
                  <a:pt x="125202" y="51160"/>
                  <a:pt x="123006" y="55550"/>
                </a:cubicBezTo>
                <a:lnTo>
                  <a:pt x="97148" y="107231"/>
                </a:lnTo>
                <a:cubicBezTo>
                  <a:pt x="96515" y="107193"/>
                  <a:pt x="95883" y="107156"/>
                  <a:pt x="95250" y="107156"/>
                </a:cubicBezTo>
                <a:cubicBezTo>
                  <a:pt x="82116" y="107156"/>
                  <a:pt x="71438" y="117835"/>
                  <a:pt x="71438" y="130969"/>
                </a:cubicBezTo>
                <a:cubicBezTo>
                  <a:pt x="71438" y="144103"/>
                  <a:pt x="82116" y="154781"/>
                  <a:pt x="95250" y="154781"/>
                </a:cubicBezTo>
                <a:close/>
                <a:moveTo>
                  <a:pt x="65484" y="53578"/>
                </a:moveTo>
                <a:cubicBezTo>
                  <a:pt x="65484" y="47007"/>
                  <a:pt x="60149" y="41672"/>
                  <a:pt x="53578" y="41672"/>
                </a:cubicBezTo>
                <a:cubicBezTo>
                  <a:pt x="47007" y="41672"/>
                  <a:pt x="41672" y="47007"/>
                  <a:pt x="41672" y="53578"/>
                </a:cubicBezTo>
                <a:cubicBezTo>
                  <a:pt x="41672" y="60149"/>
                  <a:pt x="47007" y="65484"/>
                  <a:pt x="53578" y="65484"/>
                </a:cubicBezTo>
                <a:cubicBezTo>
                  <a:pt x="60149" y="65484"/>
                  <a:pt x="65484" y="60149"/>
                  <a:pt x="65484" y="53578"/>
                </a:cubicBezTo>
                <a:close/>
                <a:moveTo>
                  <a:pt x="35719" y="107156"/>
                </a:moveTo>
                <a:cubicBezTo>
                  <a:pt x="42290" y="107156"/>
                  <a:pt x="47625" y="101821"/>
                  <a:pt x="47625" y="95250"/>
                </a:cubicBezTo>
                <a:cubicBezTo>
                  <a:pt x="47625" y="88679"/>
                  <a:pt x="42290" y="83344"/>
                  <a:pt x="35719" y="83344"/>
                </a:cubicBezTo>
                <a:cubicBezTo>
                  <a:pt x="29148" y="83344"/>
                  <a:pt x="23812" y="88679"/>
                  <a:pt x="23812" y="95250"/>
                </a:cubicBezTo>
                <a:cubicBezTo>
                  <a:pt x="23812" y="101821"/>
                  <a:pt x="29148" y="107156"/>
                  <a:pt x="35719" y="107156"/>
                </a:cubicBezTo>
                <a:close/>
                <a:moveTo>
                  <a:pt x="166688" y="95250"/>
                </a:moveTo>
                <a:cubicBezTo>
                  <a:pt x="166688" y="88679"/>
                  <a:pt x="161352" y="83344"/>
                  <a:pt x="154781" y="83344"/>
                </a:cubicBezTo>
                <a:cubicBezTo>
                  <a:pt x="148210" y="83344"/>
                  <a:pt x="142875" y="88679"/>
                  <a:pt x="142875" y="95250"/>
                </a:cubicBezTo>
                <a:cubicBezTo>
                  <a:pt x="142875" y="101821"/>
                  <a:pt x="148210" y="107156"/>
                  <a:pt x="154781" y="107156"/>
                </a:cubicBezTo>
                <a:cubicBezTo>
                  <a:pt x="161352" y="107156"/>
                  <a:pt x="166688" y="101821"/>
                  <a:pt x="166688" y="95250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006825" y="2932906"/>
            <a:ext cx="1674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Improves Performance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73450" y="3250406"/>
            <a:ext cx="2794000" cy="328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Faster response times especially for multiple requests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767525" y="1119188"/>
            <a:ext cx="5095875" cy="2500313"/>
          </a:xfrm>
          <a:custGeom>
            <a:avLst/>
            <a:gdLst/>
            <a:ahLst/>
            <a:cxnLst/>
            <a:rect l="l" t="t" r="r" b="b"/>
            <a:pathLst>
              <a:path w="5095875" h="2500313">
                <a:moveTo>
                  <a:pt x="126991" y="0"/>
                </a:moveTo>
                <a:lnTo>
                  <a:pt x="4968884" y="0"/>
                </a:lnTo>
                <a:cubicBezTo>
                  <a:pt x="5039019" y="0"/>
                  <a:pt x="5095875" y="56856"/>
                  <a:pt x="5095875" y="126991"/>
                </a:cubicBezTo>
                <a:lnTo>
                  <a:pt x="5095875" y="2373322"/>
                </a:lnTo>
                <a:cubicBezTo>
                  <a:pt x="5095875" y="2443457"/>
                  <a:pt x="5039019" y="2500313"/>
                  <a:pt x="4968884" y="2500313"/>
                </a:cubicBezTo>
                <a:lnTo>
                  <a:pt x="126991" y="2500313"/>
                </a:lnTo>
                <a:cubicBezTo>
                  <a:pt x="56856" y="2500313"/>
                  <a:pt x="0" y="2443457"/>
                  <a:pt x="0" y="2373322"/>
                </a:cubicBezTo>
                <a:lnTo>
                  <a:pt x="0" y="126991"/>
                </a:lnTo>
                <a:cubicBezTo>
                  <a:pt x="0" y="56903"/>
                  <a:pt x="56903" y="0"/>
                  <a:pt x="126991" y="0"/>
                </a:cubicBezTo>
                <a:close/>
              </a:path>
            </a:pathLst>
          </a:custGeom>
          <a:gradFill flip="none" rotWithShape="1">
            <a:gsLst>
              <a:gs pos="0">
                <a:srgbClr val="4ADE8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2540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44134" y="1317625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111869" y="372"/>
                </a:moveTo>
                <a:cubicBezTo>
                  <a:pt x="106598" y="-1147"/>
                  <a:pt x="101110" y="1922"/>
                  <a:pt x="99591" y="7193"/>
                </a:cubicBezTo>
                <a:lnTo>
                  <a:pt x="59903" y="146100"/>
                </a:lnTo>
                <a:cubicBezTo>
                  <a:pt x="58384" y="151371"/>
                  <a:pt x="61454" y="156859"/>
                  <a:pt x="66725" y="158378"/>
                </a:cubicBezTo>
                <a:cubicBezTo>
                  <a:pt x="71996" y="159897"/>
                  <a:pt x="77484" y="156828"/>
                  <a:pt x="79003" y="151557"/>
                </a:cubicBezTo>
                <a:lnTo>
                  <a:pt x="118690" y="12650"/>
                </a:lnTo>
                <a:cubicBezTo>
                  <a:pt x="120210" y="7379"/>
                  <a:pt x="117140" y="1891"/>
                  <a:pt x="111869" y="372"/>
                </a:cubicBezTo>
                <a:close/>
                <a:moveTo>
                  <a:pt x="131899" y="42571"/>
                </a:moveTo>
                <a:cubicBezTo>
                  <a:pt x="128023" y="46447"/>
                  <a:pt x="128023" y="52741"/>
                  <a:pt x="131899" y="56617"/>
                </a:cubicBezTo>
                <a:lnTo>
                  <a:pt x="154657" y="79375"/>
                </a:lnTo>
                <a:lnTo>
                  <a:pt x="131899" y="102133"/>
                </a:lnTo>
                <a:cubicBezTo>
                  <a:pt x="128023" y="106009"/>
                  <a:pt x="128023" y="112303"/>
                  <a:pt x="131899" y="116179"/>
                </a:cubicBezTo>
                <a:cubicBezTo>
                  <a:pt x="135775" y="120055"/>
                  <a:pt x="142069" y="120055"/>
                  <a:pt x="145945" y="116179"/>
                </a:cubicBezTo>
                <a:lnTo>
                  <a:pt x="175710" y="86413"/>
                </a:lnTo>
                <a:cubicBezTo>
                  <a:pt x="179586" y="82538"/>
                  <a:pt x="179586" y="76243"/>
                  <a:pt x="175710" y="72368"/>
                </a:cubicBezTo>
                <a:lnTo>
                  <a:pt x="145945" y="42602"/>
                </a:lnTo>
                <a:cubicBezTo>
                  <a:pt x="142069" y="38726"/>
                  <a:pt x="135775" y="38726"/>
                  <a:pt x="131899" y="42602"/>
                </a:cubicBezTo>
                <a:close/>
                <a:moveTo>
                  <a:pt x="46726" y="42571"/>
                </a:moveTo>
                <a:cubicBezTo>
                  <a:pt x="42850" y="38695"/>
                  <a:pt x="36556" y="38695"/>
                  <a:pt x="32680" y="42571"/>
                </a:cubicBezTo>
                <a:lnTo>
                  <a:pt x="2915" y="72337"/>
                </a:lnTo>
                <a:cubicBezTo>
                  <a:pt x="-961" y="76212"/>
                  <a:pt x="-961" y="82507"/>
                  <a:pt x="2915" y="86382"/>
                </a:cubicBezTo>
                <a:lnTo>
                  <a:pt x="32680" y="116148"/>
                </a:lnTo>
                <a:cubicBezTo>
                  <a:pt x="36556" y="120024"/>
                  <a:pt x="42850" y="120024"/>
                  <a:pt x="46726" y="116148"/>
                </a:cubicBezTo>
                <a:cubicBezTo>
                  <a:pt x="50602" y="112272"/>
                  <a:pt x="50602" y="105978"/>
                  <a:pt x="46726" y="102102"/>
                </a:cubicBezTo>
                <a:lnTo>
                  <a:pt x="23968" y="79375"/>
                </a:lnTo>
                <a:lnTo>
                  <a:pt x="46695" y="56617"/>
                </a:lnTo>
                <a:cubicBezTo>
                  <a:pt x="50571" y="52741"/>
                  <a:pt x="50571" y="46447"/>
                  <a:pt x="46695" y="42571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132650" y="1285875"/>
            <a:ext cx="4643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Keep-Alive Header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938181" y="1639094"/>
            <a:ext cx="4754563" cy="1500188"/>
          </a:xfrm>
          <a:custGeom>
            <a:avLst/>
            <a:gdLst/>
            <a:ahLst/>
            <a:cxnLst/>
            <a:rect l="l" t="t" r="r" b="b"/>
            <a:pathLst>
              <a:path w="4754563" h="1500188">
                <a:moveTo>
                  <a:pt x="95247" y="0"/>
                </a:moveTo>
                <a:lnTo>
                  <a:pt x="4659316" y="0"/>
                </a:lnTo>
                <a:cubicBezTo>
                  <a:pt x="4711919" y="0"/>
                  <a:pt x="4754563" y="42643"/>
                  <a:pt x="4754563" y="95247"/>
                </a:cubicBezTo>
                <a:lnTo>
                  <a:pt x="4754563" y="1404941"/>
                </a:lnTo>
                <a:cubicBezTo>
                  <a:pt x="4754563" y="1457544"/>
                  <a:pt x="4711919" y="1500188"/>
                  <a:pt x="4659316" y="1500188"/>
                </a:cubicBezTo>
                <a:lnTo>
                  <a:pt x="95247" y="1500188"/>
                </a:lnTo>
                <a:cubicBezTo>
                  <a:pt x="42643" y="1500188"/>
                  <a:pt x="0" y="1457544"/>
                  <a:pt x="0" y="1404941"/>
                </a:cubicBezTo>
                <a:lnTo>
                  <a:pt x="0" y="95247"/>
                </a:lnTo>
                <a:cubicBezTo>
                  <a:pt x="0" y="42643"/>
                  <a:pt x="42643" y="0"/>
                  <a:pt x="95247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 w="12700">
            <a:solidFill>
              <a:srgbClr val="4A9EF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069150" y="1770063"/>
            <a:ext cx="45561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000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 Request header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Connection: keep-alive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00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 Response header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Connection: keep-alive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Keep-Alive: timeout=5, max=100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34212" y="3270250"/>
            <a:ext cx="4818063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r>
              <a:rPr lang="en-US" sz="875" dirty="0">
                <a:solidFill>
                  <a:srgbClr val="4ADE80"/>
                </a:solidFill>
                <a:highlight>
                  <a:srgbClr val="4ADE80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Keep-Alive </a:t>
            </a:r>
            <a:r>
              <a:rPr lang="en-US" sz="875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header specifies timeout (seconds) and max requests per connection.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763556" y="3792141"/>
            <a:ext cx="5103813" cy="2905125"/>
          </a:xfrm>
          <a:custGeom>
            <a:avLst/>
            <a:gdLst/>
            <a:ahLst/>
            <a:cxnLst/>
            <a:rect l="l" t="t" r="r" b="b"/>
            <a:pathLst>
              <a:path w="5103813" h="2905125">
                <a:moveTo>
                  <a:pt x="95259" y="0"/>
                </a:moveTo>
                <a:lnTo>
                  <a:pt x="5008553" y="0"/>
                </a:lnTo>
                <a:cubicBezTo>
                  <a:pt x="5061164" y="0"/>
                  <a:pt x="5103813" y="42649"/>
                  <a:pt x="5103813" y="95259"/>
                </a:cubicBezTo>
                <a:lnTo>
                  <a:pt x="5103813" y="2809866"/>
                </a:lnTo>
                <a:cubicBezTo>
                  <a:pt x="5103812" y="2862476"/>
                  <a:pt x="5061164" y="2905125"/>
                  <a:pt x="5008553" y="2905125"/>
                </a:cubicBezTo>
                <a:lnTo>
                  <a:pt x="95259" y="2905125"/>
                </a:lnTo>
                <a:cubicBezTo>
                  <a:pt x="42649" y="2905125"/>
                  <a:pt x="0" y="2862476"/>
                  <a:pt x="0" y="2809866"/>
                </a:cubicBezTo>
                <a:lnTo>
                  <a:pt x="0" y="95259"/>
                </a:lnTo>
                <a:cubicBezTo>
                  <a:pt x="0" y="42649"/>
                  <a:pt x="42649" y="0"/>
                  <a:pt x="95259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9E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926275" y="3954859"/>
            <a:ext cx="4849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Without vs With Keep-Alive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26275" y="4304109"/>
            <a:ext cx="4833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Without (3 requests)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926275" y="4542234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31750" y="0"/>
                </a:moveTo>
                <a:lnTo>
                  <a:pt x="95250" y="0"/>
                </a:lnTo>
                <a:cubicBezTo>
                  <a:pt x="112773" y="0"/>
                  <a:pt x="127000" y="14227"/>
                  <a:pt x="127000" y="31750"/>
                </a:cubicBezTo>
                <a:lnTo>
                  <a:pt x="127000" y="95250"/>
                </a:lnTo>
                <a:cubicBezTo>
                  <a:pt x="127000" y="112773"/>
                  <a:pt x="112773" y="127000"/>
                  <a:pt x="95250" y="127000"/>
                </a:cubicBezTo>
                <a:lnTo>
                  <a:pt x="31750" y="127000"/>
                </a:lnTo>
                <a:cubicBezTo>
                  <a:pt x="14227" y="127000"/>
                  <a:pt x="0" y="112773"/>
                  <a:pt x="0" y="95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116775" y="4526359"/>
            <a:ext cx="801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TCP Handshake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926275" y="4700984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31750" y="0"/>
                </a:moveTo>
                <a:lnTo>
                  <a:pt x="95250" y="0"/>
                </a:lnTo>
                <a:cubicBezTo>
                  <a:pt x="112773" y="0"/>
                  <a:pt x="127000" y="14227"/>
                  <a:pt x="127000" y="31750"/>
                </a:cubicBezTo>
                <a:lnTo>
                  <a:pt x="127000" y="95250"/>
                </a:lnTo>
                <a:cubicBezTo>
                  <a:pt x="127000" y="112773"/>
                  <a:pt x="112773" y="127000"/>
                  <a:pt x="95250" y="127000"/>
                </a:cubicBezTo>
                <a:lnTo>
                  <a:pt x="31750" y="127000"/>
                </a:lnTo>
                <a:cubicBezTo>
                  <a:pt x="14227" y="127000"/>
                  <a:pt x="0" y="112773"/>
                  <a:pt x="0" y="95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116775" y="4685109"/>
            <a:ext cx="960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Request/Response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926275" y="4859734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31750" y="0"/>
                </a:moveTo>
                <a:lnTo>
                  <a:pt x="95250" y="0"/>
                </a:lnTo>
                <a:cubicBezTo>
                  <a:pt x="112773" y="0"/>
                  <a:pt x="127000" y="14227"/>
                  <a:pt x="127000" y="31750"/>
                </a:cubicBezTo>
                <a:lnTo>
                  <a:pt x="127000" y="95250"/>
                </a:lnTo>
                <a:cubicBezTo>
                  <a:pt x="127000" y="112773"/>
                  <a:pt x="112773" y="127000"/>
                  <a:pt x="95250" y="127000"/>
                </a:cubicBezTo>
                <a:lnTo>
                  <a:pt x="31750" y="127000"/>
                </a:lnTo>
                <a:cubicBezTo>
                  <a:pt x="14227" y="127000"/>
                  <a:pt x="0" y="112773"/>
                  <a:pt x="0" y="95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116775" y="4843859"/>
            <a:ext cx="539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TCP Close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26275" y="5066109"/>
            <a:ext cx="4849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× 3 = 9 operations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926275" y="5419328"/>
            <a:ext cx="4778375" cy="7938"/>
          </a:xfrm>
          <a:custGeom>
            <a:avLst/>
            <a:gdLst/>
            <a:ahLst/>
            <a:cxnLst/>
            <a:rect l="l" t="t" r="r" b="b"/>
            <a:pathLst>
              <a:path w="4778375" h="7938">
                <a:moveTo>
                  <a:pt x="0" y="0"/>
                </a:moveTo>
                <a:lnTo>
                  <a:pt x="4778375" y="0"/>
                </a:lnTo>
                <a:lnTo>
                  <a:pt x="4778375" y="7938"/>
                </a:lnTo>
                <a:lnTo>
                  <a:pt x="0" y="7938"/>
                </a:lnTo>
                <a:lnTo>
                  <a:pt x="0" y="0"/>
                </a:ln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926275" y="5550297"/>
            <a:ext cx="4833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 Keep-Alive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926275" y="578842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31750" y="0"/>
                </a:moveTo>
                <a:lnTo>
                  <a:pt x="95250" y="0"/>
                </a:lnTo>
                <a:cubicBezTo>
                  <a:pt x="112773" y="0"/>
                  <a:pt x="127000" y="14227"/>
                  <a:pt x="127000" y="31750"/>
                </a:cubicBezTo>
                <a:lnTo>
                  <a:pt x="127000" y="95250"/>
                </a:lnTo>
                <a:cubicBezTo>
                  <a:pt x="127000" y="112773"/>
                  <a:pt x="112773" y="127000"/>
                  <a:pt x="95250" y="127000"/>
                </a:cubicBezTo>
                <a:lnTo>
                  <a:pt x="31750" y="127000"/>
                </a:lnTo>
                <a:cubicBezTo>
                  <a:pt x="14227" y="127000"/>
                  <a:pt x="0" y="112773"/>
                  <a:pt x="0" y="95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116775" y="5772547"/>
            <a:ext cx="992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TCP Handshake (1x)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926275" y="594717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31750" y="0"/>
                </a:moveTo>
                <a:lnTo>
                  <a:pt x="95250" y="0"/>
                </a:lnTo>
                <a:cubicBezTo>
                  <a:pt x="112773" y="0"/>
                  <a:pt x="127000" y="14227"/>
                  <a:pt x="127000" y="31750"/>
                </a:cubicBezTo>
                <a:lnTo>
                  <a:pt x="127000" y="95250"/>
                </a:lnTo>
                <a:cubicBezTo>
                  <a:pt x="127000" y="112773"/>
                  <a:pt x="112773" y="127000"/>
                  <a:pt x="95250" y="127000"/>
                </a:cubicBezTo>
                <a:lnTo>
                  <a:pt x="31750" y="127000"/>
                </a:lnTo>
                <a:cubicBezTo>
                  <a:pt x="14227" y="127000"/>
                  <a:pt x="0" y="112773"/>
                  <a:pt x="0" y="95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116775" y="5931297"/>
            <a:ext cx="1174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Request/Response (3x)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926275" y="610592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31750" y="0"/>
                </a:moveTo>
                <a:lnTo>
                  <a:pt x="95250" y="0"/>
                </a:lnTo>
                <a:cubicBezTo>
                  <a:pt x="112773" y="0"/>
                  <a:pt x="127000" y="14227"/>
                  <a:pt x="127000" y="31750"/>
                </a:cubicBezTo>
                <a:lnTo>
                  <a:pt x="127000" y="95250"/>
                </a:lnTo>
                <a:cubicBezTo>
                  <a:pt x="127000" y="112773"/>
                  <a:pt x="112773" y="127000"/>
                  <a:pt x="95250" y="127000"/>
                </a:cubicBezTo>
                <a:lnTo>
                  <a:pt x="31750" y="127000"/>
                </a:lnTo>
                <a:cubicBezTo>
                  <a:pt x="14227" y="127000"/>
                  <a:pt x="0" y="112773"/>
                  <a:pt x="0" y="95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116775" y="6090047"/>
            <a:ext cx="730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TCP Close (1x)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926275" y="6312297"/>
            <a:ext cx="4849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= 5 operations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kern="0" spc="120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KEEP-ALIVE &amp; CONNECTIONS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Managing Connections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338263"/>
            <a:ext cx="2352675" cy="2047875"/>
          </a:xfrm>
          <a:custGeom>
            <a:avLst/>
            <a:gdLst/>
            <a:ahLst/>
            <a:cxnLst/>
            <a:rect l="l" t="t" r="r" b="b"/>
            <a:pathLst>
              <a:path w="2352675" h="2047875">
                <a:moveTo>
                  <a:pt x="152403" y="0"/>
                </a:moveTo>
                <a:lnTo>
                  <a:pt x="2200272" y="0"/>
                </a:lnTo>
                <a:cubicBezTo>
                  <a:pt x="2284386" y="0"/>
                  <a:pt x="2352675" y="68289"/>
                  <a:pt x="2352675" y="152403"/>
                </a:cubicBezTo>
                <a:lnTo>
                  <a:pt x="2352675" y="1895472"/>
                </a:lnTo>
                <a:cubicBezTo>
                  <a:pt x="2352675" y="1979586"/>
                  <a:pt x="2284386" y="2047875"/>
                  <a:pt x="2200272" y="2047875"/>
                </a:cubicBezTo>
                <a:lnTo>
                  <a:pt x="152403" y="2047875"/>
                </a:lnTo>
                <a:cubicBezTo>
                  <a:pt x="68289" y="2047875"/>
                  <a:pt x="0" y="1979586"/>
                  <a:pt x="0" y="1895472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gradFill flip="none" rotWithShape="1">
            <a:gsLst>
              <a:gs pos="0">
                <a:srgbClr val="4A9EF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9EF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81025" y="15335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14375" y="16668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ubicBezTo>
                  <a:pt x="0" y="42680"/>
                  <a:pt x="42680" y="0"/>
                  <a:pt x="95250" y="0"/>
                </a:cubicBezTo>
                <a:close/>
                <a:moveTo>
                  <a:pt x="86320" y="44648"/>
                </a:moveTo>
                <a:lnTo>
                  <a:pt x="86320" y="95250"/>
                </a:lnTo>
                <a:cubicBezTo>
                  <a:pt x="86320" y="98227"/>
                  <a:pt x="87809" y="101017"/>
                  <a:pt x="90301" y="102691"/>
                </a:cubicBezTo>
                <a:lnTo>
                  <a:pt x="126020" y="126504"/>
                </a:lnTo>
                <a:cubicBezTo>
                  <a:pt x="130113" y="129257"/>
                  <a:pt x="135657" y="128141"/>
                  <a:pt x="138410" y="124011"/>
                </a:cubicBezTo>
                <a:cubicBezTo>
                  <a:pt x="141163" y="119881"/>
                  <a:pt x="140047" y="114374"/>
                  <a:pt x="135917" y="111621"/>
                </a:cubicBezTo>
                <a:lnTo>
                  <a:pt x="104180" y="90488"/>
                </a:lnTo>
                <a:lnTo>
                  <a:pt x="104180" y="44648"/>
                </a:lnTo>
                <a:cubicBezTo>
                  <a:pt x="104180" y="39700"/>
                  <a:pt x="100199" y="35719"/>
                  <a:pt x="95250" y="35719"/>
                </a:cubicBezTo>
                <a:cubicBezTo>
                  <a:pt x="90301" y="35719"/>
                  <a:pt x="86320" y="39700"/>
                  <a:pt x="86320" y="44648"/>
                </a:cubicBez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81025" y="2105025"/>
            <a:ext cx="2057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Timeouts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81025" y="2447925"/>
            <a:ext cx="20383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 connection timeouts to prevent resource exhaustion from idle connections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900363" y="1338263"/>
            <a:ext cx="2352675" cy="2047875"/>
          </a:xfrm>
          <a:custGeom>
            <a:avLst/>
            <a:gdLst/>
            <a:ahLst/>
            <a:cxnLst/>
            <a:rect l="l" t="t" r="r" b="b"/>
            <a:pathLst>
              <a:path w="2352675" h="2047875">
                <a:moveTo>
                  <a:pt x="152403" y="0"/>
                </a:moveTo>
                <a:lnTo>
                  <a:pt x="2200272" y="0"/>
                </a:lnTo>
                <a:cubicBezTo>
                  <a:pt x="2284386" y="0"/>
                  <a:pt x="2352675" y="68289"/>
                  <a:pt x="2352675" y="152403"/>
                </a:cubicBezTo>
                <a:lnTo>
                  <a:pt x="2352675" y="1895472"/>
                </a:lnTo>
                <a:cubicBezTo>
                  <a:pt x="2352675" y="1979586"/>
                  <a:pt x="2284386" y="2047875"/>
                  <a:pt x="2200272" y="2047875"/>
                </a:cubicBezTo>
                <a:lnTo>
                  <a:pt x="152403" y="2047875"/>
                </a:lnTo>
                <a:cubicBezTo>
                  <a:pt x="68289" y="2047875"/>
                  <a:pt x="0" y="1979586"/>
                  <a:pt x="0" y="1895472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gradFill flip="none" rotWithShape="1">
            <a:gsLst>
              <a:gs pos="0">
                <a:srgbClr val="4ADE8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095625" y="15335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40881" y="166687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59531"/>
                </a:lnTo>
                <a:cubicBezTo>
                  <a:pt x="0" y="72665"/>
                  <a:pt x="10678" y="83344"/>
                  <a:pt x="23812" y="83344"/>
                </a:cubicBezTo>
                <a:lnTo>
                  <a:pt x="142875" y="83344"/>
                </a:lnTo>
                <a:cubicBezTo>
                  <a:pt x="156009" y="83344"/>
                  <a:pt x="166688" y="72665"/>
                  <a:pt x="166688" y="5953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104180" y="38695"/>
                </a:moveTo>
                <a:cubicBezTo>
                  <a:pt x="109108" y="38695"/>
                  <a:pt x="113109" y="42697"/>
                  <a:pt x="113109" y="47625"/>
                </a:cubicBezTo>
                <a:cubicBezTo>
                  <a:pt x="113109" y="52553"/>
                  <a:pt x="109108" y="56555"/>
                  <a:pt x="104180" y="56555"/>
                </a:cubicBezTo>
                <a:cubicBezTo>
                  <a:pt x="99251" y="56555"/>
                  <a:pt x="95250" y="52553"/>
                  <a:pt x="95250" y="47625"/>
                </a:cubicBezTo>
                <a:cubicBezTo>
                  <a:pt x="95250" y="42697"/>
                  <a:pt x="99251" y="38695"/>
                  <a:pt x="104180" y="38695"/>
                </a:cubicBezTo>
                <a:close/>
                <a:moveTo>
                  <a:pt x="125016" y="47625"/>
                </a:moveTo>
                <a:cubicBezTo>
                  <a:pt x="125016" y="42697"/>
                  <a:pt x="129017" y="38695"/>
                  <a:pt x="133945" y="38695"/>
                </a:cubicBezTo>
                <a:cubicBezTo>
                  <a:pt x="138874" y="38695"/>
                  <a:pt x="142875" y="42697"/>
                  <a:pt x="142875" y="47625"/>
                </a:cubicBezTo>
                <a:cubicBezTo>
                  <a:pt x="142875" y="52553"/>
                  <a:pt x="138874" y="56555"/>
                  <a:pt x="133945" y="56555"/>
                </a:cubicBezTo>
                <a:cubicBezTo>
                  <a:pt x="129017" y="56555"/>
                  <a:pt x="125016" y="52553"/>
                  <a:pt x="125016" y="47625"/>
                </a:cubicBezTo>
                <a:close/>
                <a:moveTo>
                  <a:pt x="23812" y="107156"/>
                </a:moveTo>
                <a:cubicBezTo>
                  <a:pt x="10678" y="107156"/>
                  <a:pt x="0" y="117835"/>
                  <a:pt x="0" y="13096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30969"/>
                </a:lnTo>
                <a:cubicBezTo>
                  <a:pt x="166688" y="117835"/>
                  <a:pt x="156009" y="107156"/>
                  <a:pt x="142875" y="107156"/>
                </a:cubicBezTo>
                <a:lnTo>
                  <a:pt x="23812" y="107156"/>
                </a:lnTo>
                <a:close/>
                <a:moveTo>
                  <a:pt x="104180" y="133945"/>
                </a:moveTo>
                <a:cubicBezTo>
                  <a:pt x="109108" y="133945"/>
                  <a:pt x="113109" y="137947"/>
                  <a:pt x="113109" y="142875"/>
                </a:cubicBezTo>
                <a:cubicBezTo>
                  <a:pt x="113109" y="147803"/>
                  <a:pt x="109108" y="151805"/>
                  <a:pt x="104180" y="151805"/>
                </a:cubicBezTo>
                <a:cubicBezTo>
                  <a:pt x="99251" y="151805"/>
                  <a:pt x="95250" y="147803"/>
                  <a:pt x="95250" y="142875"/>
                </a:cubicBezTo>
                <a:cubicBezTo>
                  <a:pt x="95250" y="137947"/>
                  <a:pt x="99251" y="133945"/>
                  <a:pt x="104180" y="133945"/>
                </a:cubicBezTo>
                <a:close/>
                <a:moveTo>
                  <a:pt x="125016" y="142875"/>
                </a:moveTo>
                <a:cubicBezTo>
                  <a:pt x="125016" y="137947"/>
                  <a:pt x="129017" y="133945"/>
                  <a:pt x="133945" y="133945"/>
                </a:cubicBezTo>
                <a:cubicBezTo>
                  <a:pt x="138874" y="133945"/>
                  <a:pt x="142875" y="137947"/>
                  <a:pt x="142875" y="142875"/>
                </a:cubicBezTo>
                <a:cubicBezTo>
                  <a:pt x="142875" y="147803"/>
                  <a:pt x="138874" y="151805"/>
                  <a:pt x="133945" y="151805"/>
                </a:cubicBezTo>
                <a:cubicBezTo>
                  <a:pt x="129017" y="151805"/>
                  <a:pt x="125016" y="147803"/>
                  <a:pt x="125016" y="142875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095625" y="2105025"/>
            <a:ext cx="2057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Load Balancer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095625" y="2447925"/>
            <a:ext cx="20383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Distribute connections across multiple server instances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14963" y="1338263"/>
            <a:ext cx="2352675" cy="2047875"/>
          </a:xfrm>
          <a:custGeom>
            <a:avLst/>
            <a:gdLst/>
            <a:ahLst/>
            <a:cxnLst/>
            <a:rect l="l" t="t" r="r" b="b"/>
            <a:pathLst>
              <a:path w="2352675" h="2047875">
                <a:moveTo>
                  <a:pt x="152403" y="0"/>
                </a:moveTo>
                <a:lnTo>
                  <a:pt x="2200272" y="0"/>
                </a:lnTo>
                <a:cubicBezTo>
                  <a:pt x="2284386" y="0"/>
                  <a:pt x="2352675" y="68289"/>
                  <a:pt x="2352675" y="152403"/>
                </a:cubicBezTo>
                <a:lnTo>
                  <a:pt x="2352675" y="1895472"/>
                </a:lnTo>
                <a:cubicBezTo>
                  <a:pt x="2352675" y="1979586"/>
                  <a:pt x="2284386" y="2047875"/>
                  <a:pt x="2200272" y="2047875"/>
                </a:cubicBezTo>
                <a:lnTo>
                  <a:pt x="152403" y="2047875"/>
                </a:lnTo>
                <a:cubicBezTo>
                  <a:pt x="68289" y="2047875"/>
                  <a:pt x="0" y="1979586"/>
                  <a:pt x="0" y="1895472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gradFill flip="none" rotWithShape="1">
            <a:gsLst>
              <a:gs pos="0">
                <a:srgbClr val="4A9EF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9EF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610225" y="15335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743575" y="16668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610225" y="2105025"/>
            <a:ext cx="2057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Reverse Proxy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610225" y="2447925"/>
            <a:ext cx="20383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NGINX to handle connections and static file serving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5763" y="3586163"/>
            <a:ext cx="7381875" cy="2886075"/>
          </a:xfrm>
          <a:custGeom>
            <a:avLst/>
            <a:gdLst/>
            <a:ahLst/>
            <a:cxnLst/>
            <a:rect l="l" t="t" r="r" b="b"/>
            <a:pathLst>
              <a:path w="7381875" h="2886075">
                <a:moveTo>
                  <a:pt x="114289" y="0"/>
                </a:moveTo>
                <a:lnTo>
                  <a:pt x="7267586" y="0"/>
                </a:lnTo>
                <a:cubicBezTo>
                  <a:pt x="7330664" y="0"/>
                  <a:pt x="7381875" y="51211"/>
                  <a:pt x="7381875" y="114289"/>
                </a:cubicBezTo>
                <a:lnTo>
                  <a:pt x="7381875" y="2771786"/>
                </a:lnTo>
                <a:cubicBezTo>
                  <a:pt x="7381875" y="2834906"/>
                  <a:pt x="7330706" y="2886075"/>
                  <a:pt x="7267586" y="2886075"/>
                </a:cubicBezTo>
                <a:lnTo>
                  <a:pt x="114289" y="2886075"/>
                </a:lnTo>
                <a:cubicBezTo>
                  <a:pt x="51211" y="2886075"/>
                  <a:pt x="0" y="2834864"/>
                  <a:pt x="0" y="2771786"/>
                </a:cubicBezTo>
                <a:lnTo>
                  <a:pt x="0" y="114289"/>
                </a:lnTo>
                <a:cubicBezTo>
                  <a:pt x="0" y="51169"/>
                  <a:pt x="51169" y="0"/>
                  <a:pt x="114289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9E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81025" y="3781425"/>
            <a:ext cx="7086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Connection Management Strategy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81025" y="42005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38163" y="4200525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4A9E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14425" y="4200525"/>
            <a:ext cx="3133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 Connection Count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14425" y="4467225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Track active connections to detect abnormal patterns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81025" y="48101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38163" y="4810125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4A9E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14425" y="4810125"/>
            <a:ext cx="3133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 Rate Limiting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14425" y="5076825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Prevent single IP from opening too many connections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81025" y="54197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38163" y="5419725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14425" y="5419725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Graceful Shutdown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14425" y="5686425"/>
            <a:ext cx="2847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Close connections properly during server restart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010525" y="1343025"/>
            <a:ext cx="3790950" cy="2114550"/>
          </a:xfrm>
          <a:custGeom>
            <a:avLst/>
            <a:gdLst/>
            <a:ahLst/>
            <a:cxnLst/>
            <a:rect l="l" t="t" r="r" b="b"/>
            <a:pathLst>
              <a:path w="3790950" h="2114550">
                <a:moveTo>
                  <a:pt x="152396" y="0"/>
                </a:moveTo>
                <a:lnTo>
                  <a:pt x="3638554" y="0"/>
                </a:lnTo>
                <a:cubicBezTo>
                  <a:pt x="3722720" y="0"/>
                  <a:pt x="3790950" y="68230"/>
                  <a:pt x="3790950" y="152396"/>
                </a:cubicBezTo>
                <a:lnTo>
                  <a:pt x="3790950" y="1962154"/>
                </a:lnTo>
                <a:cubicBezTo>
                  <a:pt x="3790950" y="2046320"/>
                  <a:pt x="3722720" y="2114550"/>
                  <a:pt x="3638554" y="2114550"/>
                </a:cubicBezTo>
                <a:lnTo>
                  <a:pt x="152396" y="2114550"/>
                </a:lnTo>
                <a:cubicBezTo>
                  <a:pt x="68230" y="2114550"/>
                  <a:pt x="0" y="2046320"/>
                  <a:pt x="0" y="1962154"/>
                </a:cubicBezTo>
                <a:lnTo>
                  <a:pt x="0" y="152396"/>
                </a:lnTo>
                <a:cubicBezTo>
                  <a:pt x="0" y="68286"/>
                  <a:pt x="68286" y="0"/>
                  <a:pt x="152396" y="0"/>
                </a:cubicBezTo>
                <a:close/>
              </a:path>
            </a:pathLst>
          </a:custGeom>
          <a:gradFill flip="none" rotWithShape="1">
            <a:gsLst>
              <a:gs pos="0">
                <a:srgbClr val="4ADE8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2540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8258175" y="15811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448675" y="1543050"/>
            <a:ext cx="3248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Production Tip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229600" y="1962150"/>
            <a:ext cx="3371850" cy="1295400"/>
          </a:xfrm>
          <a:custGeom>
            <a:avLst/>
            <a:gdLst/>
            <a:ahLst/>
            <a:cxnLst/>
            <a:rect l="l" t="t" r="r" b="b"/>
            <a:pathLst>
              <a:path w="3371850" h="1295400">
                <a:moveTo>
                  <a:pt x="38100" y="0"/>
                </a:moveTo>
                <a:lnTo>
                  <a:pt x="3257544" y="0"/>
                </a:lnTo>
                <a:cubicBezTo>
                  <a:pt x="3320673" y="0"/>
                  <a:pt x="3371850" y="51177"/>
                  <a:pt x="3371850" y="114306"/>
                </a:cubicBezTo>
                <a:lnTo>
                  <a:pt x="3371850" y="1181094"/>
                </a:lnTo>
                <a:cubicBezTo>
                  <a:pt x="3371850" y="1244223"/>
                  <a:pt x="3320673" y="1295400"/>
                  <a:pt x="3257544" y="1295400"/>
                </a:cubicBez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8229600" y="1962150"/>
            <a:ext cx="38100" cy="1295400"/>
          </a:xfrm>
          <a:custGeom>
            <a:avLst/>
            <a:gdLst/>
            <a:ahLst/>
            <a:cxnLst/>
            <a:rect l="l" t="t" r="r" b="b"/>
            <a:pathLst>
              <a:path w="38100" h="1295400">
                <a:moveTo>
                  <a:pt x="38100" y="0"/>
                </a:moveTo>
                <a:lnTo>
                  <a:pt x="38100" y="0"/>
                </a:lnTo>
                <a:lnTo>
                  <a:pt x="38100" y="1295400"/>
                </a:ln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401050" y="2114550"/>
            <a:ext cx="31242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 production, always place </a:t>
            </a:r>
            <a:r>
              <a:rPr lang="en-US" sz="1200" b="1" dirty="0">
                <a:solidFill>
                  <a:srgbClr val="4ADE80"/>
                </a:solidFill>
                <a:highlight>
                  <a:srgbClr val="4ADE80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NGINX </a:t>
            </a: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 similar reverse proxy in front of Node.js to handle connection pooling, SSL termination, and static file serving.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005763" y="3662362"/>
            <a:ext cx="3800475" cy="2809875"/>
          </a:xfrm>
          <a:custGeom>
            <a:avLst/>
            <a:gdLst/>
            <a:ahLst/>
            <a:cxnLst/>
            <a:rect l="l" t="t" r="r" b="b"/>
            <a:pathLst>
              <a:path w="3800475" h="2809875">
                <a:moveTo>
                  <a:pt x="114306" y="0"/>
                </a:moveTo>
                <a:lnTo>
                  <a:pt x="3686169" y="0"/>
                </a:lnTo>
                <a:cubicBezTo>
                  <a:pt x="3749299" y="0"/>
                  <a:pt x="3800475" y="51176"/>
                  <a:pt x="3800475" y="114306"/>
                </a:cubicBezTo>
                <a:lnTo>
                  <a:pt x="3800475" y="2695569"/>
                </a:lnTo>
                <a:cubicBezTo>
                  <a:pt x="3800475" y="2758699"/>
                  <a:pt x="3749299" y="2809875"/>
                  <a:pt x="3686169" y="2809875"/>
                </a:cubicBezTo>
                <a:lnTo>
                  <a:pt x="114306" y="2809875"/>
                </a:lnTo>
                <a:cubicBezTo>
                  <a:pt x="51176" y="2809875"/>
                  <a:pt x="0" y="2758699"/>
                  <a:pt x="0" y="2695569"/>
                </a:cubicBezTo>
                <a:lnTo>
                  <a:pt x="0" y="114306"/>
                </a:lnTo>
                <a:cubicBezTo>
                  <a:pt x="0" y="51176"/>
                  <a:pt x="51176" y="0"/>
                  <a:pt x="114306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9E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201025" y="3857625"/>
            <a:ext cx="349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Issues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224837" y="43148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90647" y="0"/>
                  <a:pt x="95168" y="2712"/>
                  <a:pt x="97512" y="7032"/>
                </a:cubicBezTo>
                <a:lnTo>
                  <a:pt x="169843" y="140977"/>
                </a:lnTo>
                <a:cubicBezTo>
                  <a:pt x="172086" y="145130"/>
                  <a:pt x="171986" y="150153"/>
                  <a:pt x="169575" y="154205"/>
                </a:cubicBezTo>
                <a:cubicBezTo>
                  <a:pt x="167164" y="158256"/>
                  <a:pt x="162777" y="160734"/>
                  <a:pt x="158055" y="160734"/>
                </a:cubicBezTo>
                <a:lnTo>
                  <a:pt x="13395" y="160734"/>
                </a:lnTo>
                <a:cubicBezTo>
                  <a:pt x="8673" y="160734"/>
                  <a:pt x="4320" y="158256"/>
                  <a:pt x="1875" y="154205"/>
                </a:cubicBezTo>
                <a:cubicBezTo>
                  <a:pt x="-569" y="150153"/>
                  <a:pt x="-636" y="145130"/>
                  <a:pt x="1607" y="140977"/>
                </a:cubicBezTo>
                <a:lnTo>
                  <a:pt x="73938" y="7032"/>
                </a:lnTo>
                <a:cubicBezTo>
                  <a:pt x="76282" y="2712"/>
                  <a:pt x="80803" y="0"/>
                  <a:pt x="85725" y="0"/>
                </a:cubicBezTo>
                <a:close/>
                <a:moveTo>
                  <a:pt x="85725" y="56257"/>
                </a:moveTo>
                <a:cubicBezTo>
                  <a:pt x="81271" y="56257"/>
                  <a:pt x="77688" y="59840"/>
                  <a:pt x="77688" y="64294"/>
                </a:cubicBezTo>
                <a:lnTo>
                  <a:pt x="77688" y="101798"/>
                </a:lnTo>
                <a:cubicBezTo>
                  <a:pt x="77688" y="106252"/>
                  <a:pt x="81271" y="109835"/>
                  <a:pt x="85725" y="109835"/>
                </a:cubicBezTo>
                <a:cubicBezTo>
                  <a:pt x="90179" y="109835"/>
                  <a:pt x="93762" y="106252"/>
                  <a:pt x="93762" y="101798"/>
                </a:cubicBezTo>
                <a:lnTo>
                  <a:pt x="93762" y="64294"/>
                </a:lnTo>
                <a:cubicBezTo>
                  <a:pt x="93762" y="59840"/>
                  <a:pt x="90179" y="56257"/>
                  <a:pt x="85725" y="56257"/>
                </a:cubicBezTo>
                <a:close/>
                <a:moveTo>
                  <a:pt x="94666" y="128588"/>
                </a:moveTo>
                <a:cubicBezTo>
                  <a:pt x="94869" y="125269"/>
                  <a:pt x="93214" y="122111"/>
                  <a:pt x="90369" y="120390"/>
                </a:cubicBezTo>
                <a:cubicBezTo>
                  <a:pt x="87524" y="118670"/>
                  <a:pt x="83959" y="118670"/>
                  <a:pt x="81114" y="120390"/>
                </a:cubicBezTo>
                <a:cubicBezTo>
                  <a:pt x="78269" y="122111"/>
                  <a:pt x="76614" y="125269"/>
                  <a:pt x="76818" y="128587"/>
                </a:cubicBezTo>
                <a:cubicBezTo>
                  <a:pt x="76614" y="131906"/>
                  <a:pt x="78269" y="135064"/>
                  <a:pt x="81114" y="136785"/>
                </a:cubicBezTo>
                <a:cubicBezTo>
                  <a:pt x="83959" y="138505"/>
                  <a:pt x="87524" y="138505"/>
                  <a:pt x="90369" y="136785"/>
                </a:cubicBezTo>
                <a:cubicBezTo>
                  <a:pt x="93214" y="135064"/>
                  <a:pt x="94869" y="131906"/>
                  <a:pt x="94666" y="128588"/>
                </a:cubicBez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529638" y="4276725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Connection Leaks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529638" y="4505325"/>
            <a:ext cx="1971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closing connections properly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224837" y="48482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90647" y="0"/>
                  <a:pt x="95168" y="2712"/>
                  <a:pt x="97512" y="7032"/>
                </a:cubicBezTo>
                <a:lnTo>
                  <a:pt x="169843" y="140977"/>
                </a:lnTo>
                <a:cubicBezTo>
                  <a:pt x="172086" y="145130"/>
                  <a:pt x="171986" y="150153"/>
                  <a:pt x="169575" y="154205"/>
                </a:cubicBezTo>
                <a:cubicBezTo>
                  <a:pt x="167164" y="158256"/>
                  <a:pt x="162777" y="160734"/>
                  <a:pt x="158055" y="160734"/>
                </a:cubicBezTo>
                <a:lnTo>
                  <a:pt x="13395" y="160734"/>
                </a:lnTo>
                <a:cubicBezTo>
                  <a:pt x="8673" y="160734"/>
                  <a:pt x="4320" y="158256"/>
                  <a:pt x="1875" y="154205"/>
                </a:cubicBezTo>
                <a:cubicBezTo>
                  <a:pt x="-569" y="150153"/>
                  <a:pt x="-636" y="145130"/>
                  <a:pt x="1607" y="140977"/>
                </a:cubicBezTo>
                <a:lnTo>
                  <a:pt x="73938" y="7032"/>
                </a:lnTo>
                <a:cubicBezTo>
                  <a:pt x="76282" y="2712"/>
                  <a:pt x="80803" y="0"/>
                  <a:pt x="85725" y="0"/>
                </a:cubicBezTo>
                <a:close/>
                <a:moveTo>
                  <a:pt x="85725" y="56257"/>
                </a:moveTo>
                <a:cubicBezTo>
                  <a:pt x="81271" y="56257"/>
                  <a:pt x="77688" y="59840"/>
                  <a:pt x="77688" y="64294"/>
                </a:cubicBezTo>
                <a:lnTo>
                  <a:pt x="77688" y="101798"/>
                </a:lnTo>
                <a:cubicBezTo>
                  <a:pt x="77688" y="106252"/>
                  <a:pt x="81271" y="109835"/>
                  <a:pt x="85725" y="109835"/>
                </a:cubicBezTo>
                <a:cubicBezTo>
                  <a:pt x="90179" y="109835"/>
                  <a:pt x="93762" y="106252"/>
                  <a:pt x="93762" y="101798"/>
                </a:cubicBezTo>
                <a:lnTo>
                  <a:pt x="93762" y="64294"/>
                </a:lnTo>
                <a:cubicBezTo>
                  <a:pt x="93762" y="59840"/>
                  <a:pt x="90179" y="56257"/>
                  <a:pt x="85725" y="56257"/>
                </a:cubicBezTo>
                <a:close/>
                <a:moveTo>
                  <a:pt x="94666" y="128588"/>
                </a:moveTo>
                <a:cubicBezTo>
                  <a:pt x="94869" y="125269"/>
                  <a:pt x="93214" y="122111"/>
                  <a:pt x="90369" y="120390"/>
                </a:cubicBezTo>
                <a:cubicBezTo>
                  <a:pt x="87524" y="118670"/>
                  <a:pt x="83959" y="118670"/>
                  <a:pt x="81114" y="120390"/>
                </a:cubicBezTo>
                <a:cubicBezTo>
                  <a:pt x="78269" y="122111"/>
                  <a:pt x="76614" y="125269"/>
                  <a:pt x="76818" y="128587"/>
                </a:cubicBezTo>
                <a:cubicBezTo>
                  <a:pt x="76614" y="131906"/>
                  <a:pt x="78269" y="135064"/>
                  <a:pt x="81114" y="136785"/>
                </a:cubicBezTo>
                <a:cubicBezTo>
                  <a:pt x="83959" y="138505"/>
                  <a:pt x="87524" y="138505"/>
                  <a:pt x="90369" y="136785"/>
                </a:cubicBezTo>
                <a:cubicBezTo>
                  <a:pt x="93214" y="135064"/>
                  <a:pt x="94869" y="131906"/>
                  <a:pt x="94666" y="128588"/>
                </a:cubicBez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529638" y="4810125"/>
            <a:ext cx="1838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DDoS Attacks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529638" y="5038725"/>
            <a:ext cx="1828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Too many connections at once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224837" y="53816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90647" y="0"/>
                  <a:pt x="95168" y="2712"/>
                  <a:pt x="97512" y="7032"/>
                </a:cubicBezTo>
                <a:lnTo>
                  <a:pt x="169843" y="140977"/>
                </a:lnTo>
                <a:cubicBezTo>
                  <a:pt x="172086" y="145130"/>
                  <a:pt x="171986" y="150153"/>
                  <a:pt x="169575" y="154205"/>
                </a:cubicBezTo>
                <a:cubicBezTo>
                  <a:pt x="167164" y="158256"/>
                  <a:pt x="162777" y="160734"/>
                  <a:pt x="158055" y="160734"/>
                </a:cubicBezTo>
                <a:lnTo>
                  <a:pt x="13395" y="160734"/>
                </a:lnTo>
                <a:cubicBezTo>
                  <a:pt x="8673" y="160734"/>
                  <a:pt x="4320" y="158256"/>
                  <a:pt x="1875" y="154205"/>
                </a:cubicBezTo>
                <a:cubicBezTo>
                  <a:pt x="-569" y="150153"/>
                  <a:pt x="-636" y="145130"/>
                  <a:pt x="1607" y="140977"/>
                </a:cubicBezTo>
                <a:lnTo>
                  <a:pt x="73938" y="7032"/>
                </a:lnTo>
                <a:cubicBezTo>
                  <a:pt x="76282" y="2712"/>
                  <a:pt x="80803" y="0"/>
                  <a:pt x="85725" y="0"/>
                </a:cubicBezTo>
                <a:close/>
                <a:moveTo>
                  <a:pt x="85725" y="56257"/>
                </a:moveTo>
                <a:cubicBezTo>
                  <a:pt x="81271" y="56257"/>
                  <a:pt x="77688" y="59840"/>
                  <a:pt x="77688" y="64294"/>
                </a:cubicBezTo>
                <a:lnTo>
                  <a:pt x="77688" y="101798"/>
                </a:lnTo>
                <a:cubicBezTo>
                  <a:pt x="77688" y="106252"/>
                  <a:pt x="81271" y="109835"/>
                  <a:pt x="85725" y="109835"/>
                </a:cubicBezTo>
                <a:cubicBezTo>
                  <a:pt x="90179" y="109835"/>
                  <a:pt x="93762" y="106252"/>
                  <a:pt x="93762" y="101798"/>
                </a:cubicBezTo>
                <a:lnTo>
                  <a:pt x="93762" y="64294"/>
                </a:lnTo>
                <a:cubicBezTo>
                  <a:pt x="93762" y="59840"/>
                  <a:pt x="90179" y="56257"/>
                  <a:pt x="85725" y="56257"/>
                </a:cubicBezTo>
                <a:close/>
                <a:moveTo>
                  <a:pt x="94666" y="128588"/>
                </a:moveTo>
                <a:cubicBezTo>
                  <a:pt x="94869" y="125269"/>
                  <a:pt x="93214" y="122111"/>
                  <a:pt x="90369" y="120390"/>
                </a:cubicBezTo>
                <a:cubicBezTo>
                  <a:pt x="87524" y="118670"/>
                  <a:pt x="83959" y="118670"/>
                  <a:pt x="81114" y="120390"/>
                </a:cubicBezTo>
                <a:cubicBezTo>
                  <a:pt x="78269" y="122111"/>
                  <a:pt x="76614" y="125269"/>
                  <a:pt x="76818" y="128587"/>
                </a:cubicBezTo>
                <a:cubicBezTo>
                  <a:pt x="76614" y="131906"/>
                  <a:pt x="78269" y="135064"/>
                  <a:pt x="81114" y="136785"/>
                </a:cubicBezTo>
                <a:cubicBezTo>
                  <a:pt x="83959" y="138505"/>
                  <a:pt x="87524" y="138505"/>
                  <a:pt x="90369" y="136785"/>
                </a:cubicBezTo>
                <a:cubicBezTo>
                  <a:pt x="93214" y="135064"/>
                  <a:pt x="94869" y="131906"/>
                  <a:pt x="94666" y="128588"/>
                </a:cubicBez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8529638" y="5343525"/>
            <a:ext cx="2162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Memory Exhaustion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529638" y="5572125"/>
            <a:ext cx="2152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Holding too many open connections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6d180b7fe3a3e27db8a69377006d45add81bc152.jpg"/>
          <p:cNvPicPr>
            <a:picLocks noChangeAspect="1"/>
          </p:cNvPicPr>
          <p:nvPr/>
        </p:nvPicPr>
        <p:blipFill>
          <a:blip r:embed="rId3">
            <a:alphaModFix amt="30000"/>
          </a:blip>
          <a:srcRect l="16667" r="16667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/>
              </a:gs>
              <a:gs pos="50000">
                <a:srgbClr val="1A1D21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385763" y="1733550"/>
            <a:ext cx="1543050" cy="428625"/>
          </a:xfrm>
          <a:custGeom>
            <a:avLst/>
            <a:gdLst/>
            <a:ahLst/>
            <a:cxnLst/>
            <a:rect l="l" t="t" r="r" b="b"/>
            <a:pathLst>
              <a:path w="1543050" h="428625">
                <a:moveTo>
                  <a:pt x="114301" y="0"/>
                </a:moveTo>
                <a:lnTo>
                  <a:pt x="1428749" y="0"/>
                </a:lnTo>
                <a:cubicBezTo>
                  <a:pt x="1491876" y="0"/>
                  <a:pt x="1543050" y="51174"/>
                  <a:pt x="1543050" y="114301"/>
                </a:cubicBezTo>
                <a:lnTo>
                  <a:pt x="1543050" y="314324"/>
                </a:lnTo>
                <a:cubicBezTo>
                  <a:pt x="1543050" y="377451"/>
                  <a:pt x="1491876" y="428625"/>
                  <a:pt x="1428749" y="428625"/>
                </a:cubicBezTo>
                <a:lnTo>
                  <a:pt x="114301" y="428625"/>
                </a:lnTo>
                <a:cubicBezTo>
                  <a:pt x="51174" y="428625"/>
                  <a:pt x="0" y="377451"/>
                  <a:pt x="0" y="3143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 w="12700">
            <a:solidFill>
              <a:srgbClr val="4A9E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81025" y="1809750"/>
            <a:ext cx="1252165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kern="0" spc="75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SECTION 07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395538"/>
            <a:ext cx="4695825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Timeouts &amp;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Error Handling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338638"/>
            <a:ext cx="446722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5F6B7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Building robust and resilient HTTP servers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5091113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447800" y="5091113"/>
            <a:ext cx="457200" cy="38100"/>
          </a:xfrm>
          <a:custGeom>
            <a:avLst/>
            <a:gdLst/>
            <a:ahLst/>
            <a:cxnLst/>
            <a:rect l="l" t="t" r="r" b="b"/>
            <a:pathLst>
              <a:path w="457200" h="38100">
                <a:moveTo>
                  <a:pt x="0" y="0"/>
                </a:moveTo>
                <a:lnTo>
                  <a:pt x="457200" y="0"/>
                </a:lnTo>
                <a:lnTo>
                  <a:pt x="457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9EFF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057400" y="5091113"/>
            <a:ext cx="228600" cy="38100"/>
          </a:xfrm>
          <a:custGeom>
            <a:avLst/>
            <a:gdLst/>
            <a:ahLst/>
            <a:cxnLst/>
            <a:rect l="l" t="t" r="r" b="b"/>
            <a:pathLst>
              <a:path w="228600" h="38100">
                <a:moveTo>
                  <a:pt x="0" y="0"/>
                </a:moveTo>
                <a:lnTo>
                  <a:pt x="228600" y="0"/>
                </a:lnTo>
                <a:lnTo>
                  <a:pt x="228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9EFF">
              <a:alpha val="25098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kern="0" spc="120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TIMEOUTS &amp; ERROR HANDLING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Server Timeouts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338263"/>
            <a:ext cx="6153150" cy="3762375"/>
          </a:xfrm>
          <a:custGeom>
            <a:avLst/>
            <a:gdLst/>
            <a:ahLst/>
            <a:cxnLst/>
            <a:rect l="l" t="t" r="r" b="b"/>
            <a:pathLst>
              <a:path w="6153150" h="3762375">
                <a:moveTo>
                  <a:pt x="152414" y="0"/>
                </a:moveTo>
                <a:lnTo>
                  <a:pt x="6000736" y="0"/>
                </a:lnTo>
                <a:cubicBezTo>
                  <a:pt x="6084912" y="0"/>
                  <a:pt x="6153150" y="68238"/>
                  <a:pt x="6153150" y="152414"/>
                </a:cubicBezTo>
                <a:lnTo>
                  <a:pt x="6153150" y="3609961"/>
                </a:lnTo>
                <a:cubicBezTo>
                  <a:pt x="6153150" y="3694137"/>
                  <a:pt x="6084912" y="3762375"/>
                  <a:pt x="6000736" y="3762375"/>
                </a:cubicBezTo>
                <a:lnTo>
                  <a:pt x="152414" y="3762375"/>
                </a:lnTo>
                <a:cubicBezTo>
                  <a:pt x="68238" y="3762375"/>
                  <a:pt x="0" y="3694137"/>
                  <a:pt x="0" y="3609961"/>
                </a:cubicBezTo>
                <a:lnTo>
                  <a:pt x="0" y="152414"/>
                </a:lnTo>
                <a:cubicBezTo>
                  <a:pt x="0" y="68294"/>
                  <a:pt x="68294" y="0"/>
                  <a:pt x="152414" y="0"/>
                </a:cubicBezTo>
                <a:close/>
              </a:path>
            </a:pathLst>
          </a:custGeom>
          <a:gradFill flip="none" rotWithShape="1">
            <a:gsLst>
              <a:gs pos="0">
                <a:srgbClr val="4A9EF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9EF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2931" y="157162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19150" y="1533525"/>
            <a:ext cx="5619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Setting Server Timeout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85788" y="1957388"/>
            <a:ext cx="5753100" cy="2295525"/>
          </a:xfrm>
          <a:custGeom>
            <a:avLst/>
            <a:gdLst/>
            <a:ahLst/>
            <a:cxnLst/>
            <a:rect l="l" t="t" r="r" b="b"/>
            <a:pathLst>
              <a:path w="5753100" h="2295525">
                <a:moveTo>
                  <a:pt x="114294" y="0"/>
                </a:moveTo>
                <a:lnTo>
                  <a:pt x="5638806" y="0"/>
                </a:lnTo>
                <a:cubicBezTo>
                  <a:pt x="5701929" y="0"/>
                  <a:pt x="5753100" y="51171"/>
                  <a:pt x="5753100" y="114294"/>
                </a:cubicBezTo>
                <a:lnTo>
                  <a:pt x="5753100" y="2181231"/>
                </a:lnTo>
                <a:cubicBezTo>
                  <a:pt x="5753100" y="2244354"/>
                  <a:pt x="5701929" y="2295525"/>
                  <a:pt x="5638806" y="2295525"/>
                </a:cubicBezTo>
                <a:lnTo>
                  <a:pt x="114294" y="2295525"/>
                </a:lnTo>
                <a:cubicBezTo>
                  <a:pt x="51171" y="2295525"/>
                  <a:pt x="0" y="2244354"/>
                  <a:pt x="0" y="2181231"/>
                </a:cubicBezTo>
                <a:lnTo>
                  <a:pt x="0" y="114294"/>
                </a:lnTo>
                <a:cubicBezTo>
                  <a:pt x="0" y="51214"/>
                  <a:pt x="51214" y="0"/>
                  <a:pt x="114294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 w="12700">
            <a:solidFill>
              <a:srgbClr val="4A9EF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2950" y="2114550"/>
            <a:ext cx="5514975" cy="198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const</a:t>
            </a:r>
            <a:r>
              <a:rPr lang="en-US" sz="12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server = http.</a:t>
            </a:r>
            <a:r>
              <a:rPr lang="en-US" sz="1200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createServer</a:t>
            </a:r>
            <a:r>
              <a:rPr lang="en-US" sz="12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((req, res) =&gt;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</a:t>
            </a:r>
            <a:r>
              <a:rPr lang="en-US" sz="1200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 Handle request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 Set 5 second timeout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server.timeout = </a:t>
            </a:r>
            <a:r>
              <a:rPr lang="en-US" sz="1200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5000</a:t>
            </a:r>
            <a:r>
              <a:rPr lang="en-US" sz="12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server.</a:t>
            </a:r>
            <a:r>
              <a:rPr lang="en-US" sz="1200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listen</a:t>
            </a:r>
            <a:r>
              <a:rPr lang="en-US" sz="12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1200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3000</a:t>
            </a:r>
            <a:r>
              <a:rPr lang="en-US" sz="12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1025" y="4410075"/>
            <a:ext cx="58388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Timeouts prevent slow or malicious clients from holding connections indefinitely, protecting server resources.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5763" y="5300663"/>
            <a:ext cx="1943100" cy="1171575"/>
          </a:xfrm>
          <a:custGeom>
            <a:avLst/>
            <a:gdLst/>
            <a:ahLst/>
            <a:cxnLst/>
            <a:rect l="l" t="t" r="r" b="b"/>
            <a:pathLst>
              <a:path w="1943100" h="1171575">
                <a:moveTo>
                  <a:pt x="114299" y="0"/>
                </a:moveTo>
                <a:lnTo>
                  <a:pt x="1828801" y="0"/>
                </a:lnTo>
                <a:cubicBezTo>
                  <a:pt x="1891927" y="0"/>
                  <a:pt x="1943100" y="51173"/>
                  <a:pt x="1943100" y="114299"/>
                </a:cubicBezTo>
                <a:lnTo>
                  <a:pt x="1943100" y="1057276"/>
                </a:lnTo>
                <a:cubicBezTo>
                  <a:pt x="1943100" y="1120402"/>
                  <a:pt x="1891927" y="1171575"/>
                  <a:pt x="1828801" y="1171575"/>
                </a:cubicBezTo>
                <a:lnTo>
                  <a:pt x="114299" y="1171575"/>
                </a:lnTo>
                <a:cubicBezTo>
                  <a:pt x="51173" y="1171575"/>
                  <a:pt x="0" y="1120402"/>
                  <a:pt x="0" y="1057276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9E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66738" y="54864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ubicBezTo>
                  <a:pt x="0" y="38412"/>
                  <a:pt x="38412" y="0"/>
                  <a:pt x="85725" y="0"/>
                </a:cubicBezTo>
                <a:close/>
                <a:moveTo>
                  <a:pt x="77688" y="40184"/>
                </a:moveTo>
                <a:lnTo>
                  <a:pt x="77688" y="85725"/>
                </a:lnTo>
                <a:cubicBezTo>
                  <a:pt x="77688" y="88404"/>
                  <a:pt x="79028" y="90915"/>
                  <a:pt x="81271" y="92422"/>
                </a:cubicBezTo>
                <a:lnTo>
                  <a:pt x="113418" y="113854"/>
                </a:lnTo>
                <a:cubicBezTo>
                  <a:pt x="117102" y="116332"/>
                  <a:pt x="122091" y="115327"/>
                  <a:pt x="124569" y="111610"/>
                </a:cubicBezTo>
                <a:cubicBezTo>
                  <a:pt x="127047" y="107893"/>
                  <a:pt x="126043" y="102937"/>
                  <a:pt x="122326" y="100459"/>
                </a:cubicBezTo>
                <a:lnTo>
                  <a:pt x="93762" y="81439"/>
                </a:lnTo>
                <a:lnTo>
                  <a:pt x="93762" y="40184"/>
                </a:lnTo>
                <a:cubicBezTo>
                  <a:pt x="93762" y="35730"/>
                  <a:pt x="90179" y="32147"/>
                  <a:pt x="85725" y="32147"/>
                </a:cubicBezTo>
                <a:cubicBezTo>
                  <a:pt x="81271" y="32147"/>
                  <a:pt x="77688" y="35730"/>
                  <a:pt x="77688" y="40184"/>
                </a:cubicBez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33438" y="5457825"/>
            <a:ext cx="1152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requestTimeout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2925" y="5762625"/>
            <a:ext cx="16954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 time to receive complete request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490118" y="5300663"/>
            <a:ext cx="1943100" cy="1171575"/>
          </a:xfrm>
          <a:custGeom>
            <a:avLst/>
            <a:gdLst/>
            <a:ahLst/>
            <a:cxnLst/>
            <a:rect l="l" t="t" r="r" b="b"/>
            <a:pathLst>
              <a:path w="1943100" h="1171575">
                <a:moveTo>
                  <a:pt x="114299" y="0"/>
                </a:moveTo>
                <a:lnTo>
                  <a:pt x="1828801" y="0"/>
                </a:lnTo>
                <a:cubicBezTo>
                  <a:pt x="1891927" y="0"/>
                  <a:pt x="1943100" y="51173"/>
                  <a:pt x="1943100" y="114299"/>
                </a:cubicBezTo>
                <a:lnTo>
                  <a:pt x="1943100" y="1057276"/>
                </a:lnTo>
                <a:cubicBezTo>
                  <a:pt x="1943100" y="1120402"/>
                  <a:pt x="1891927" y="1171575"/>
                  <a:pt x="1828801" y="1171575"/>
                </a:cubicBezTo>
                <a:lnTo>
                  <a:pt x="114299" y="1171575"/>
                </a:lnTo>
                <a:cubicBezTo>
                  <a:pt x="51173" y="1171575"/>
                  <a:pt x="0" y="1120402"/>
                  <a:pt x="0" y="1057276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DE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681808" y="5486400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0" y="21431"/>
                </a:moveTo>
                <a:cubicBezTo>
                  <a:pt x="0" y="15504"/>
                  <a:pt x="4789" y="10716"/>
                  <a:pt x="10716" y="10716"/>
                </a:cubicBezTo>
                <a:lnTo>
                  <a:pt x="42863" y="10716"/>
                </a:lnTo>
                <a:cubicBezTo>
                  <a:pt x="48790" y="10716"/>
                  <a:pt x="53578" y="15504"/>
                  <a:pt x="53578" y="21431"/>
                </a:cubicBezTo>
                <a:cubicBezTo>
                  <a:pt x="53578" y="27358"/>
                  <a:pt x="48790" y="32147"/>
                  <a:pt x="42863" y="32147"/>
                </a:cubicBezTo>
                <a:lnTo>
                  <a:pt x="37505" y="32147"/>
                </a:lnTo>
                <a:lnTo>
                  <a:pt x="37505" y="69652"/>
                </a:lnTo>
                <a:lnTo>
                  <a:pt x="112514" y="69652"/>
                </a:lnTo>
                <a:lnTo>
                  <a:pt x="112514" y="32147"/>
                </a:lnTo>
                <a:lnTo>
                  <a:pt x="107156" y="32147"/>
                </a:lnTo>
                <a:cubicBezTo>
                  <a:pt x="101229" y="32147"/>
                  <a:pt x="96441" y="27358"/>
                  <a:pt x="96441" y="21431"/>
                </a:cubicBezTo>
                <a:cubicBezTo>
                  <a:pt x="96441" y="15504"/>
                  <a:pt x="101229" y="10716"/>
                  <a:pt x="107156" y="10716"/>
                </a:cubicBezTo>
                <a:lnTo>
                  <a:pt x="139303" y="10716"/>
                </a:lnTo>
                <a:cubicBezTo>
                  <a:pt x="145230" y="10716"/>
                  <a:pt x="150019" y="15504"/>
                  <a:pt x="150019" y="21431"/>
                </a:cubicBezTo>
                <a:cubicBezTo>
                  <a:pt x="150019" y="27358"/>
                  <a:pt x="145230" y="32147"/>
                  <a:pt x="139303" y="32147"/>
                </a:cubicBezTo>
                <a:lnTo>
                  <a:pt x="133945" y="32147"/>
                </a:lnTo>
                <a:lnTo>
                  <a:pt x="133945" y="139303"/>
                </a:lnTo>
                <a:lnTo>
                  <a:pt x="139303" y="139303"/>
                </a:lnTo>
                <a:cubicBezTo>
                  <a:pt x="145230" y="139303"/>
                  <a:pt x="150019" y="144092"/>
                  <a:pt x="150019" y="150019"/>
                </a:cubicBezTo>
                <a:cubicBezTo>
                  <a:pt x="150019" y="155946"/>
                  <a:pt x="145230" y="160734"/>
                  <a:pt x="139303" y="160734"/>
                </a:cubicBezTo>
                <a:lnTo>
                  <a:pt x="107156" y="160734"/>
                </a:lnTo>
                <a:cubicBezTo>
                  <a:pt x="101229" y="160734"/>
                  <a:pt x="96441" y="155946"/>
                  <a:pt x="96441" y="150019"/>
                </a:cubicBezTo>
                <a:cubicBezTo>
                  <a:pt x="96441" y="144092"/>
                  <a:pt x="101229" y="139303"/>
                  <a:pt x="107156" y="139303"/>
                </a:cubicBezTo>
                <a:lnTo>
                  <a:pt x="112514" y="139303"/>
                </a:lnTo>
                <a:lnTo>
                  <a:pt x="112514" y="91083"/>
                </a:lnTo>
                <a:lnTo>
                  <a:pt x="37505" y="91083"/>
                </a:lnTo>
                <a:lnTo>
                  <a:pt x="37505" y="139303"/>
                </a:lnTo>
                <a:lnTo>
                  <a:pt x="42863" y="139303"/>
                </a:lnTo>
                <a:cubicBezTo>
                  <a:pt x="48790" y="139303"/>
                  <a:pt x="53578" y="144092"/>
                  <a:pt x="53578" y="150019"/>
                </a:cubicBezTo>
                <a:cubicBezTo>
                  <a:pt x="53578" y="155946"/>
                  <a:pt x="48790" y="160734"/>
                  <a:pt x="42863" y="160734"/>
                </a:cubicBezTo>
                <a:lnTo>
                  <a:pt x="10716" y="160734"/>
                </a:lnTo>
                <a:cubicBezTo>
                  <a:pt x="4789" y="160734"/>
                  <a:pt x="0" y="155946"/>
                  <a:pt x="0" y="150019"/>
                </a:cubicBezTo>
                <a:cubicBezTo>
                  <a:pt x="0" y="144092"/>
                  <a:pt x="4789" y="139303"/>
                  <a:pt x="10716" y="139303"/>
                </a:cubicBezTo>
                <a:lnTo>
                  <a:pt x="16073" y="139303"/>
                </a:lnTo>
                <a:lnTo>
                  <a:pt x="16073" y="32147"/>
                </a:lnTo>
                <a:lnTo>
                  <a:pt x="10716" y="32147"/>
                </a:lnTo>
                <a:cubicBezTo>
                  <a:pt x="4789" y="32147"/>
                  <a:pt x="0" y="27358"/>
                  <a:pt x="0" y="21431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937793" y="5457825"/>
            <a:ext cx="1171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headersTimeout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647280" y="5762625"/>
            <a:ext cx="16954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 time to receive headers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94473" y="5300663"/>
            <a:ext cx="1943100" cy="1171575"/>
          </a:xfrm>
          <a:custGeom>
            <a:avLst/>
            <a:gdLst/>
            <a:ahLst/>
            <a:cxnLst/>
            <a:rect l="l" t="t" r="r" b="b"/>
            <a:pathLst>
              <a:path w="1943100" h="1171575">
                <a:moveTo>
                  <a:pt x="114299" y="0"/>
                </a:moveTo>
                <a:lnTo>
                  <a:pt x="1828801" y="0"/>
                </a:lnTo>
                <a:cubicBezTo>
                  <a:pt x="1891927" y="0"/>
                  <a:pt x="1943100" y="51173"/>
                  <a:pt x="1943100" y="114299"/>
                </a:cubicBezTo>
                <a:lnTo>
                  <a:pt x="1943100" y="1057276"/>
                </a:lnTo>
                <a:cubicBezTo>
                  <a:pt x="1943100" y="1120402"/>
                  <a:pt x="1891927" y="1171575"/>
                  <a:pt x="1828801" y="1171575"/>
                </a:cubicBezTo>
                <a:lnTo>
                  <a:pt x="114299" y="1171575"/>
                </a:lnTo>
                <a:cubicBezTo>
                  <a:pt x="51173" y="1171575"/>
                  <a:pt x="0" y="1120402"/>
                  <a:pt x="0" y="1057276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9E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64732" y="548640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40475" y="32147"/>
                </a:moveTo>
                <a:cubicBezTo>
                  <a:pt x="134916" y="32147"/>
                  <a:pt x="129525" y="33654"/>
                  <a:pt x="124804" y="36400"/>
                </a:cubicBezTo>
                <a:cubicBezTo>
                  <a:pt x="119513" y="31042"/>
                  <a:pt x="113351" y="26555"/>
                  <a:pt x="106553" y="23173"/>
                </a:cubicBezTo>
                <a:cubicBezTo>
                  <a:pt x="115997" y="15136"/>
                  <a:pt x="128018" y="10716"/>
                  <a:pt x="140475" y="10716"/>
                </a:cubicBezTo>
                <a:cubicBezTo>
                  <a:pt x="169407" y="10716"/>
                  <a:pt x="192881" y="34156"/>
                  <a:pt x="192881" y="63122"/>
                </a:cubicBezTo>
                <a:cubicBezTo>
                  <a:pt x="192881" y="77019"/>
                  <a:pt x="187356" y="90346"/>
                  <a:pt x="177545" y="100158"/>
                </a:cubicBezTo>
                <a:lnTo>
                  <a:pt x="153736" y="123966"/>
                </a:lnTo>
                <a:cubicBezTo>
                  <a:pt x="143924" y="133778"/>
                  <a:pt x="130597" y="139303"/>
                  <a:pt x="116700" y="139303"/>
                </a:cubicBezTo>
                <a:cubicBezTo>
                  <a:pt x="87768" y="139303"/>
                  <a:pt x="64294" y="115863"/>
                  <a:pt x="64294" y="86897"/>
                </a:cubicBezTo>
                <a:cubicBezTo>
                  <a:pt x="64294" y="86395"/>
                  <a:pt x="64294" y="85892"/>
                  <a:pt x="64327" y="85390"/>
                </a:cubicBezTo>
                <a:cubicBezTo>
                  <a:pt x="64495" y="79463"/>
                  <a:pt x="69417" y="74808"/>
                  <a:pt x="75344" y="74976"/>
                </a:cubicBezTo>
                <a:cubicBezTo>
                  <a:pt x="81271" y="75143"/>
                  <a:pt x="85926" y="80066"/>
                  <a:pt x="85758" y="85993"/>
                </a:cubicBezTo>
                <a:cubicBezTo>
                  <a:pt x="85758" y="86294"/>
                  <a:pt x="85758" y="86596"/>
                  <a:pt x="85758" y="86864"/>
                </a:cubicBezTo>
                <a:cubicBezTo>
                  <a:pt x="85758" y="103975"/>
                  <a:pt x="99622" y="117838"/>
                  <a:pt x="116733" y="117838"/>
                </a:cubicBezTo>
                <a:cubicBezTo>
                  <a:pt x="124937" y="117838"/>
                  <a:pt x="132807" y="114590"/>
                  <a:pt x="138633" y="108764"/>
                </a:cubicBezTo>
                <a:lnTo>
                  <a:pt x="162442" y="84955"/>
                </a:lnTo>
                <a:cubicBezTo>
                  <a:pt x="168235" y="79162"/>
                  <a:pt x="171517" y="71259"/>
                  <a:pt x="171517" y="63055"/>
                </a:cubicBezTo>
                <a:cubicBezTo>
                  <a:pt x="171517" y="45943"/>
                  <a:pt x="157654" y="32080"/>
                  <a:pt x="140542" y="32080"/>
                </a:cubicBezTo>
                <a:close/>
                <a:moveTo>
                  <a:pt x="92154" y="58032"/>
                </a:moveTo>
                <a:cubicBezTo>
                  <a:pt x="91518" y="57764"/>
                  <a:pt x="90882" y="57396"/>
                  <a:pt x="90313" y="56994"/>
                </a:cubicBezTo>
                <a:cubicBezTo>
                  <a:pt x="86093" y="54817"/>
                  <a:pt x="81271" y="53578"/>
                  <a:pt x="76215" y="53578"/>
                </a:cubicBezTo>
                <a:cubicBezTo>
                  <a:pt x="68011" y="53578"/>
                  <a:pt x="60141" y="56826"/>
                  <a:pt x="54315" y="62653"/>
                </a:cubicBezTo>
                <a:lnTo>
                  <a:pt x="30506" y="86462"/>
                </a:lnTo>
                <a:cubicBezTo>
                  <a:pt x="24713" y="92255"/>
                  <a:pt x="21431" y="100158"/>
                  <a:pt x="21431" y="108362"/>
                </a:cubicBezTo>
                <a:cubicBezTo>
                  <a:pt x="21431" y="125473"/>
                  <a:pt x="35295" y="139337"/>
                  <a:pt x="52406" y="139337"/>
                </a:cubicBezTo>
                <a:cubicBezTo>
                  <a:pt x="57931" y="139337"/>
                  <a:pt x="63323" y="137863"/>
                  <a:pt x="68044" y="135117"/>
                </a:cubicBezTo>
                <a:cubicBezTo>
                  <a:pt x="73335" y="140475"/>
                  <a:pt x="79497" y="144962"/>
                  <a:pt x="86328" y="148344"/>
                </a:cubicBezTo>
                <a:cubicBezTo>
                  <a:pt x="76885" y="156348"/>
                  <a:pt x="64897" y="160801"/>
                  <a:pt x="52406" y="160801"/>
                </a:cubicBezTo>
                <a:cubicBezTo>
                  <a:pt x="23474" y="160801"/>
                  <a:pt x="0" y="137361"/>
                  <a:pt x="0" y="108395"/>
                </a:cubicBezTo>
                <a:cubicBezTo>
                  <a:pt x="0" y="94498"/>
                  <a:pt x="5525" y="81171"/>
                  <a:pt x="15337" y="71359"/>
                </a:cubicBezTo>
                <a:lnTo>
                  <a:pt x="39146" y="47551"/>
                </a:lnTo>
                <a:cubicBezTo>
                  <a:pt x="48957" y="37739"/>
                  <a:pt x="62285" y="32214"/>
                  <a:pt x="76181" y="32214"/>
                </a:cubicBezTo>
                <a:cubicBezTo>
                  <a:pt x="105181" y="32214"/>
                  <a:pt x="128588" y="55855"/>
                  <a:pt x="128588" y="84754"/>
                </a:cubicBezTo>
                <a:cubicBezTo>
                  <a:pt x="128588" y="85189"/>
                  <a:pt x="128588" y="85625"/>
                  <a:pt x="128588" y="86060"/>
                </a:cubicBezTo>
                <a:cubicBezTo>
                  <a:pt x="128454" y="91987"/>
                  <a:pt x="123531" y="96642"/>
                  <a:pt x="117604" y="96508"/>
                </a:cubicBezTo>
                <a:cubicBezTo>
                  <a:pt x="111677" y="96374"/>
                  <a:pt x="107022" y="91451"/>
                  <a:pt x="107156" y="85524"/>
                </a:cubicBezTo>
                <a:cubicBezTo>
                  <a:pt x="107156" y="85256"/>
                  <a:pt x="107156" y="85022"/>
                  <a:pt x="107156" y="84754"/>
                </a:cubicBezTo>
                <a:cubicBezTo>
                  <a:pt x="107156" y="73469"/>
                  <a:pt x="101129" y="63557"/>
                  <a:pt x="92154" y="58099"/>
                </a:cubicBez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42148" y="5457825"/>
            <a:ext cx="129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keepAliveTimeout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751636" y="5762625"/>
            <a:ext cx="16954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 idle time for keep-alive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779865" y="1343025"/>
            <a:ext cx="5019675" cy="1619250"/>
          </a:xfrm>
          <a:custGeom>
            <a:avLst/>
            <a:gdLst/>
            <a:ahLst/>
            <a:cxnLst/>
            <a:rect l="l" t="t" r="r" b="b"/>
            <a:pathLst>
              <a:path w="5019675" h="1619250">
                <a:moveTo>
                  <a:pt x="152404" y="0"/>
                </a:moveTo>
                <a:lnTo>
                  <a:pt x="4867271" y="0"/>
                </a:lnTo>
                <a:cubicBezTo>
                  <a:pt x="4951441" y="0"/>
                  <a:pt x="5019675" y="68234"/>
                  <a:pt x="5019675" y="152404"/>
                </a:cubicBezTo>
                <a:lnTo>
                  <a:pt x="5019675" y="1466846"/>
                </a:lnTo>
                <a:cubicBezTo>
                  <a:pt x="5019675" y="1551016"/>
                  <a:pt x="4951441" y="1619250"/>
                  <a:pt x="4867271" y="1619250"/>
                </a:cubicBezTo>
                <a:lnTo>
                  <a:pt x="152404" y="1619250"/>
                </a:lnTo>
                <a:cubicBezTo>
                  <a:pt x="68234" y="1619250"/>
                  <a:pt x="0" y="1551016"/>
                  <a:pt x="0" y="1466846"/>
                </a:cubicBezTo>
                <a:lnTo>
                  <a:pt x="0" y="152404"/>
                </a:lnTo>
                <a:cubicBezTo>
                  <a:pt x="0" y="68234"/>
                  <a:pt x="68234" y="0"/>
                  <a:pt x="152404" y="0"/>
                </a:cubicBezTo>
                <a:close/>
              </a:path>
            </a:pathLst>
          </a:custGeom>
          <a:gradFill flip="none" rotWithShape="1">
            <a:gsLst>
              <a:gs pos="0">
                <a:srgbClr val="4ADE8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2540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008465" y="1562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379940" y="1543050"/>
            <a:ext cx="187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💡 Prevents Slowloris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998940" y="1962150"/>
            <a:ext cx="4600575" cy="800100"/>
          </a:xfrm>
          <a:custGeom>
            <a:avLst/>
            <a:gdLst/>
            <a:ahLst/>
            <a:cxnLst/>
            <a:rect l="l" t="t" r="r" b="b"/>
            <a:pathLst>
              <a:path w="4600575" h="800100">
                <a:moveTo>
                  <a:pt x="38100" y="0"/>
                </a:moveTo>
                <a:lnTo>
                  <a:pt x="4486273" y="0"/>
                </a:lnTo>
                <a:cubicBezTo>
                  <a:pt x="4549358" y="0"/>
                  <a:pt x="4600575" y="51217"/>
                  <a:pt x="4600575" y="114302"/>
                </a:cubicBezTo>
                <a:lnTo>
                  <a:pt x="4600575" y="685798"/>
                </a:lnTo>
                <a:cubicBezTo>
                  <a:pt x="4600575" y="748883"/>
                  <a:pt x="4549358" y="800100"/>
                  <a:pt x="4486273" y="800100"/>
                </a:cubicBez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998940" y="1962150"/>
            <a:ext cx="38100" cy="800100"/>
          </a:xfrm>
          <a:custGeom>
            <a:avLst/>
            <a:gdLst/>
            <a:ahLst/>
            <a:cxnLst/>
            <a:rect l="l" t="t" r="r" b="b"/>
            <a:pathLst>
              <a:path w="38100" h="800100">
                <a:moveTo>
                  <a:pt x="38100" y="0"/>
                </a:moveTo>
                <a:lnTo>
                  <a:pt x="38100" y="0"/>
                </a:lnTo>
                <a:lnTo>
                  <a:pt x="38100" y="800100"/>
                </a:ln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170390" y="2114550"/>
            <a:ext cx="43529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Timeouts prevent </a:t>
            </a:r>
            <a:r>
              <a:rPr lang="en-US" sz="1200" b="1" dirty="0">
                <a:solidFill>
                  <a:srgbClr val="4ADE80"/>
                </a:solidFill>
                <a:highlight>
                  <a:srgbClr val="4ADE80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Slowloris attacks </a:t>
            </a: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where attackers send partial requests slowly to exhaust server connections.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775103" y="3167063"/>
            <a:ext cx="5029200" cy="3305175"/>
          </a:xfrm>
          <a:custGeom>
            <a:avLst/>
            <a:gdLst/>
            <a:ahLst/>
            <a:cxnLst/>
            <a:rect l="l" t="t" r="r" b="b"/>
            <a:pathLst>
              <a:path w="5029200" h="3305175">
                <a:moveTo>
                  <a:pt x="114293" y="0"/>
                </a:moveTo>
                <a:lnTo>
                  <a:pt x="4914907" y="0"/>
                </a:lnTo>
                <a:cubicBezTo>
                  <a:pt x="4978029" y="0"/>
                  <a:pt x="5029200" y="51171"/>
                  <a:pt x="5029200" y="114293"/>
                </a:cubicBezTo>
                <a:lnTo>
                  <a:pt x="5029200" y="3190882"/>
                </a:lnTo>
                <a:cubicBezTo>
                  <a:pt x="5029200" y="3254004"/>
                  <a:pt x="4978029" y="3305175"/>
                  <a:pt x="4914907" y="3305175"/>
                </a:cubicBezTo>
                <a:lnTo>
                  <a:pt x="114293" y="3305175"/>
                </a:lnTo>
                <a:cubicBezTo>
                  <a:pt x="51171" y="3305175"/>
                  <a:pt x="0" y="3254004"/>
                  <a:pt x="0" y="3190882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9E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970365" y="3362325"/>
            <a:ext cx="472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Timeout Best Practices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994178" y="38195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298978" y="3781425"/>
            <a:ext cx="1771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 Reasonable Limits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298978" y="4010025"/>
            <a:ext cx="1762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30-60 seconds for most APIs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994178" y="43529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298978" y="4314825"/>
            <a:ext cx="1838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Handle Timeout Events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298978" y="4543425"/>
            <a:ext cx="1828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Clean up resources on timeout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994178" y="48863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298977" y="4848224"/>
            <a:ext cx="4395787" cy="266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Different for Different Routes | like for Get less, others more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298978" y="5076825"/>
            <a:ext cx="2000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File uploads need longer timeouts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4419" y="354419"/>
            <a:ext cx="11554047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kern="0" spc="112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TIMEOUTS &amp; ERROR HANDLING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4419" y="637953"/>
            <a:ext cx="11695814" cy="425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49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Error Handling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8849" y="1244895"/>
            <a:ext cx="6751674" cy="3278372"/>
          </a:xfrm>
          <a:custGeom>
            <a:avLst/>
            <a:gdLst/>
            <a:ahLst/>
            <a:cxnLst/>
            <a:rect l="l" t="t" r="r" b="b"/>
            <a:pathLst>
              <a:path w="6751674" h="3278372">
                <a:moveTo>
                  <a:pt x="141757" y="0"/>
                </a:moveTo>
                <a:lnTo>
                  <a:pt x="6609918" y="0"/>
                </a:lnTo>
                <a:cubicBezTo>
                  <a:pt x="6688155" y="0"/>
                  <a:pt x="6751674" y="63519"/>
                  <a:pt x="6751674" y="141757"/>
                </a:cubicBezTo>
                <a:lnTo>
                  <a:pt x="6751674" y="3136615"/>
                </a:lnTo>
                <a:cubicBezTo>
                  <a:pt x="6751674" y="3214853"/>
                  <a:pt x="6688155" y="3278372"/>
                  <a:pt x="6609918" y="3278372"/>
                </a:cubicBezTo>
                <a:lnTo>
                  <a:pt x="141757" y="3278372"/>
                </a:lnTo>
                <a:cubicBezTo>
                  <a:pt x="63519" y="3278372"/>
                  <a:pt x="0" y="3214853"/>
                  <a:pt x="0" y="3136615"/>
                </a:cubicBezTo>
                <a:lnTo>
                  <a:pt x="0" y="141757"/>
                </a:lnTo>
                <a:cubicBezTo>
                  <a:pt x="0" y="63467"/>
                  <a:pt x="63467" y="0"/>
                  <a:pt x="141757" y="0"/>
                </a:cubicBezTo>
                <a:close/>
              </a:path>
            </a:pathLst>
          </a:custGeom>
          <a:gradFill flip="none" rotWithShape="1">
            <a:gsLst>
              <a:gs pos="0">
                <a:srgbClr val="4A9EF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9EF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51564" y="1461977"/>
            <a:ext cx="199360" cy="177209"/>
          </a:xfrm>
          <a:custGeom>
            <a:avLst/>
            <a:gdLst/>
            <a:ahLst/>
            <a:cxnLst/>
            <a:rect l="l" t="t" r="r" b="b"/>
            <a:pathLst>
              <a:path w="199360" h="177209">
                <a:moveTo>
                  <a:pt x="124877" y="415"/>
                </a:moveTo>
                <a:cubicBezTo>
                  <a:pt x="118993" y="-1281"/>
                  <a:pt x="112867" y="2146"/>
                  <a:pt x="111171" y="8030"/>
                </a:cubicBezTo>
                <a:lnTo>
                  <a:pt x="66869" y="163088"/>
                </a:lnTo>
                <a:cubicBezTo>
                  <a:pt x="65173" y="168972"/>
                  <a:pt x="68599" y="175098"/>
                  <a:pt x="74483" y="176794"/>
                </a:cubicBezTo>
                <a:cubicBezTo>
                  <a:pt x="80367" y="178490"/>
                  <a:pt x="86493" y="175063"/>
                  <a:pt x="88189" y="169180"/>
                </a:cubicBezTo>
                <a:lnTo>
                  <a:pt x="132492" y="14121"/>
                </a:lnTo>
                <a:cubicBezTo>
                  <a:pt x="134188" y="8237"/>
                  <a:pt x="130761" y="2111"/>
                  <a:pt x="124877" y="415"/>
                </a:cubicBezTo>
                <a:close/>
                <a:moveTo>
                  <a:pt x="147236" y="47521"/>
                </a:moveTo>
                <a:cubicBezTo>
                  <a:pt x="142910" y="51848"/>
                  <a:pt x="142910" y="58874"/>
                  <a:pt x="147236" y="63200"/>
                </a:cubicBezTo>
                <a:lnTo>
                  <a:pt x="172641" y="88605"/>
                </a:lnTo>
                <a:lnTo>
                  <a:pt x="147236" y="114009"/>
                </a:lnTo>
                <a:cubicBezTo>
                  <a:pt x="142910" y="118336"/>
                  <a:pt x="142910" y="125362"/>
                  <a:pt x="147236" y="129688"/>
                </a:cubicBezTo>
                <a:cubicBezTo>
                  <a:pt x="151562" y="134015"/>
                  <a:pt x="158588" y="134015"/>
                  <a:pt x="162915" y="129688"/>
                </a:cubicBezTo>
                <a:lnTo>
                  <a:pt x="196142" y="96461"/>
                </a:lnTo>
                <a:cubicBezTo>
                  <a:pt x="200468" y="92135"/>
                  <a:pt x="200468" y="85109"/>
                  <a:pt x="196142" y="80783"/>
                </a:cubicBezTo>
                <a:lnTo>
                  <a:pt x="162915" y="47556"/>
                </a:lnTo>
                <a:cubicBezTo>
                  <a:pt x="158588" y="43229"/>
                  <a:pt x="151562" y="43229"/>
                  <a:pt x="147236" y="47556"/>
                </a:cubicBezTo>
                <a:close/>
                <a:moveTo>
                  <a:pt x="52159" y="47521"/>
                </a:moveTo>
                <a:cubicBezTo>
                  <a:pt x="47833" y="43195"/>
                  <a:pt x="40807" y="43195"/>
                  <a:pt x="36480" y="47521"/>
                </a:cubicBezTo>
                <a:lnTo>
                  <a:pt x="3253" y="80748"/>
                </a:lnTo>
                <a:cubicBezTo>
                  <a:pt x="-1073" y="85074"/>
                  <a:pt x="-1073" y="92100"/>
                  <a:pt x="3253" y="96427"/>
                </a:cubicBezTo>
                <a:lnTo>
                  <a:pt x="36480" y="129654"/>
                </a:lnTo>
                <a:cubicBezTo>
                  <a:pt x="40807" y="133980"/>
                  <a:pt x="47833" y="133980"/>
                  <a:pt x="52159" y="129654"/>
                </a:cubicBezTo>
                <a:cubicBezTo>
                  <a:pt x="56485" y="125327"/>
                  <a:pt x="56485" y="118301"/>
                  <a:pt x="52159" y="113975"/>
                </a:cubicBezTo>
                <a:lnTo>
                  <a:pt x="26754" y="88605"/>
                </a:lnTo>
                <a:lnTo>
                  <a:pt x="52124" y="63200"/>
                </a:lnTo>
                <a:cubicBezTo>
                  <a:pt x="56451" y="58874"/>
                  <a:pt x="56451" y="51848"/>
                  <a:pt x="52124" y="47521"/>
                </a:cubicBez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62000" y="1426535"/>
            <a:ext cx="6255488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5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Handling Client Errors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4919" y="1820826"/>
            <a:ext cx="6379535" cy="1905000"/>
          </a:xfrm>
          <a:custGeom>
            <a:avLst/>
            <a:gdLst/>
            <a:ahLst/>
            <a:cxnLst/>
            <a:rect l="l" t="t" r="r" b="b"/>
            <a:pathLst>
              <a:path w="6379535" h="1905000">
                <a:moveTo>
                  <a:pt x="106318" y="0"/>
                </a:moveTo>
                <a:lnTo>
                  <a:pt x="6273217" y="0"/>
                </a:lnTo>
                <a:cubicBezTo>
                  <a:pt x="6331935" y="0"/>
                  <a:pt x="6379535" y="47600"/>
                  <a:pt x="6379535" y="106318"/>
                </a:cubicBezTo>
                <a:lnTo>
                  <a:pt x="6379535" y="1798682"/>
                </a:lnTo>
                <a:cubicBezTo>
                  <a:pt x="6379535" y="1857400"/>
                  <a:pt x="6331935" y="1905000"/>
                  <a:pt x="6273217" y="1905000"/>
                </a:cubicBezTo>
                <a:lnTo>
                  <a:pt x="106318" y="1905000"/>
                </a:lnTo>
                <a:cubicBezTo>
                  <a:pt x="47600" y="1905000"/>
                  <a:pt x="0" y="1857400"/>
                  <a:pt x="0" y="1798682"/>
                </a:cubicBezTo>
                <a:lnTo>
                  <a:pt x="0" y="106318"/>
                </a:lnTo>
                <a:cubicBezTo>
                  <a:pt x="0" y="47640"/>
                  <a:pt x="47640" y="0"/>
                  <a:pt x="106318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 w="12700">
            <a:solidFill>
              <a:srgbClr val="4A9EF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91116" y="1967023"/>
            <a:ext cx="6158023" cy="1612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16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server.</a:t>
            </a:r>
            <a:r>
              <a:rPr lang="en-US" sz="1116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on</a:t>
            </a:r>
            <a:r>
              <a:rPr lang="en-US" sz="1116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1116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"clientError"</a:t>
            </a:r>
            <a:r>
              <a:rPr lang="en-US" sz="1116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 (err, socket) =&gt;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116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</a:t>
            </a:r>
            <a:r>
              <a:rPr lang="en-US" sz="1116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 Log error for monitoring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116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console.</a:t>
            </a:r>
            <a:r>
              <a:rPr lang="en-US" sz="1116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error</a:t>
            </a:r>
            <a:r>
              <a:rPr lang="en-US" sz="1116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1116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"Client error:"</a:t>
            </a:r>
            <a:r>
              <a:rPr lang="en-US" sz="1116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 err);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116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116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</a:t>
            </a:r>
            <a:r>
              <a:rPr lang="en-US" sz="1116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 Send error response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116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socket.</a:t>
            </a:r>
            <a:r>
              <a:rPr lang="en-US" sz="1116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end</a:t>
            </a:r>
            <a:r>
              <a:rPr lang="en-US" sz="1116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1116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"HTTP/1.1 400 Bad Request\r\n\r\n"</a:t>
            </a:r>
            <a:r>
              <a:rPr lang="en-US" sz="1116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116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});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0488" y="3872023"/>
            <a:ext cx="6459279" cy="469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6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r>
              <a:rPr lang="en-US" sz="1116" b="1" dirty="0">
                <a:solidFill>
                  <a:srgbClr val="4A9EFF"/>
                </a:solidFill>
                <a:highlight>
                  <a:srgbClr val="4A9EFF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clientError </a:t>
            </a:r>
            <a:r>
              <a:rPr lang="en-US" sz="1116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event fires when a client connection emits an error, such as malformed HTTP requests.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58849" y="4709337"/>
            <a:ext cx="3304953" cy="2144233"/>
          </a:xfrm>
          <a:custGeom>
            <a:avLst/>
            <a:gdLst/>
            <a:ahLst/>
            <a:cxnLst/>
            <a:rect l="l" t="t" r="r" b="b"/>
            <a:pathLst>
              <a:path w="3304953" h="2144233">
                <a:moveTo>
                  <a:pt x="106332" y="0"/>
                </a:moveTo>
                <a:lnTo>
                  <a:pt x="3198621" y="0"/>
                </a:lnTo>
                <a:cubicBezTo>
                  <a:pt x="3257307" y="0"/>
                  <a:pt x="3304953" y="47646"/>
                  <a:pt x="3304953" y="106332"/>
                </a:cubicBezTo>
                <a:lnTo>
                  <a:pt x="3304953" y="2037900"/>
                </a:lnTo>
                <a:cubicBezTo>
                  <a:pt x="3304953" y="2096587"/>
                  <a:pt x="3257307" y="2144233"/>
                  <a:pt x="3198621" y="2144233"/>
                </a:cubicBezTo>
                <a:lnTo>
                  <a:pt x="106332" y="2144233"/>
                </a:lnTo>
                <a:cubicBezTo>
                  <a:pt x="47646" y="2144233"/>
                  <a:pt x="0" y="2096587"/>
                  <a:pt x="0" y="2037900"/>
                </a:cubicBezTo>
                <a:lnTo>
                  <a:pt x="0" y="106332"/>
                </a:lnTo>
                <a:cubicBezTo>
                  <a:pt x="0" y="47646"/>
                  <a:pt x="47646" y="0"/>
                  <a:pt x="106332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9E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67070" y="4908698"/>
            <a:ext cx="212651" cy="212651"/>
          </a:xfrm>
          <a:custGeom>
            <a:avLst/>
            <a:gdLst/>
            <a:ahLst/>
            <a:cxnLst/>
            <a:rect l="l" t="t" r="r" b="b"/>
            <a:pathLst>
              <a:path w="212651" h="212651">
                <a:moveTo>
                  <a:pt x="106326" y="0"/>
                </a:moveTo>
                <a:cubicBezTo>
                  <a:pt x="108236" y="0"/>
                  <a:pt x="110147" y="415"/>
                  <a:pt x="111891" y="1204"/>
                </a:cubicBezTo>
                <a:lnTo>
                  <a:pt x="190140" y="34390"/>
                </a:lnTo>
                <a:cubicBezTo>
                  <a:pt x="199277" y="38252"/>
                  <a:pt x="206089" y="47265"/>
                  <a:pt x="206047" y="58147"/>
                </a:cubicBezTo>
                <a:cubicBezTo>
                  <a:pt x="205840" y="99348"/>
                  <a:pt x="188894" y="174731"/>
                  <a:pt x="117332" y="208996"/>
                </a:cubicBezTo>
                <a:cubicBezTo>
                  <a:pt x="110396" y="212319"/>
                  <a:pt x="102338" y="212319"/>
                  <a:pt x="95402" y="208996"/>
                </a:cubicBezTo>
                <a:cubicBezTo>
                  <a:pt x="23799" y="174731"/>
                  <a:pt x="6895" y="99348"/>
                  <a:pt x="6687" y="58147"/>
                </a:cubicBezTo>
                <a:cubicBezTo>
                  <a:pt x="6645" y="47265"/>
                  <a:pt x="13457" y="38252"/>
                  <a:pt x="22594" y="34390"/>
                </a:cubicBezTo>
                <a:lnTo>
                  <a:pt x="100802" y="1204"/>
                </a:lnTo>
                <a:cubicBezTo>
                  <a:pt x="102546" y="415"/>
                  <a:pt x="104415" y="0"/>
                  <a:pt x="106326" y="0"/>
                </a:cubicBezTo>
                <a:close/>
                <a:moveTo>
                  <a:pt x="106326" y="27744"/>
                </a:moveTo>
                <a:lnTo>
                  <a:pt x="106326" y="184782"/>
                </a:lnTo>
                <a:cubicBezTo>
                  <a:pt x="163642" y="157038"/>
                  <a:pt x="179051" y="95568"/>
                  <a:pt x="179424" y="58770"/>
                </a:cubicBezTo>
                <a:lnTo>
                  <a:pt x="106326" y="27786"/>
                </a:lnTo>
                <a:lnTo>
                  <a:pt x="106326" y="27786"/>
                </a:ln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2628" y="4890977"/>
            <a:ext cx="1373372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5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Prevent Crashes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0488" y="5245395"/>
            <a:ext cx="3012558" cy="1426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6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Proper error handling prevents server crashes from unexpected client behavior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10900" y="4709337"/>
            <a:ext cx="3304953" cy="2144233"/>
          </a:xfrm>
          <a:custGeom>
            <a:avLst/>
            <a:gdLst/>
            <a:ahLst/>
            <a:cxnLst/>
            <a:rect l="l" t="t" r="r" b="b"/>
            <a:pathLst>
              <a:path w="3304953" h="2144233">
                <a:moveTo>
                  <a:pt x="106332" y="0"/>
                </a:moveTo>
                <a:lnTo>
                  <a:pt x="3198621" y="0"/>
                </a:lnTo>
                <a:cubicBezTo>
                  <a:pt x="3257307" y="0"/>
                  <a:pt x="3304953" y="47646"/>
                  <a:pt x="3304953" y="106332"/>
                </a:cubicBezTo>
                <a:lnTo>
                  <a:pt x="3304953" y="2037900"/>
                </a:lnTo>
                <a:cubicBezTo>
                  <a:pt x="3304953" y="2096587"/>
                  <a:pt x="3257307" y="2144233"/>
                  <a:pt x="3198621" y="2144233"/>
                </a:cubicBezTo>
                <a:lnTo>
                  <a:pt x="106332" y="2144233"/>
                </a:lnTo>
                <a:cubicBezTo>
                  <a:pt x="47646" y="2144233"/>
                  <a:pt x="0" y="2096587"/>
                  <a:pt x="0" y="2037900"/>
                </a:cubicBezTo>
                <a:lnTo>
                  <a:pt x="0" y="106332"/>
                </a:lnTo>
                <a:cubicBezTo>
                  <a:pt x="0" y="47646"/>
                  <a:pt x="47646" y="0"/>
                  <a:pt x="106332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DE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005830" y="4908698"/>
            <a:ext cx="239233" cy="212651"/>
          </a:xfrm>
          <a:custGeom>
            <a:avLst/>
            <a:gdLst/>
            <a:ahLst/>
            <a:cxnLst/>
            <a:rect l="l" t="t" r="r" b="b"/>
            <a:pathLst>
              <a:path w="239233" h="212651">
                <a:moveTo>
                  <a:pt x="79744" y="39872"/>
                </a:moveTo>
                <a:cubicBezTo>
                  <a:pt x="79744" y="17859"/>
                  <a:pt x="97604" y="0"/>
                  <a:pt x="119616" y="0"/>
                </a:cubicBezTo>
                <a:cubicBezTo>
                  <a:pt x="141629" y="0"/>
                  <a:pt x="159488" y="17859"/>
                  <a:pt x="159488" y="39872"/>
                </a:cubicBezTo>
                <a:lnTo>
                  <a:pt x="159488" y="41367"/>
                </a:lnTo>
                <a:cubicBezTo>
                  <a:pt x="159488" y="47888"/>
                  <a:pt x="154214" y="53163"/>
                  <a:pt x="147693" y="53163"/>
                </a:cubicBezTo>
                <a:lnTo>
                  <a:pt x="91581" y="53163"/>
                </a:lnTo>
                <a:cubicBezTo>
                  <a:pt x="85060" y="53163"/>
                  <a:pt x="79786" y="47888"/>
                  <a:pt x="79786" y="41367"/>
                </a:cubicBezTo>
                <a:lnTo>
                  <a:pt x="79786" y="39872"/>
                </a:lnTo>
                <a:close/>
                <a:moveTo>
                  <a:pt x="223284" y="45188"/>
                </a:moveTo>
                <a:cubicBezTo>
                  <a:pt x="227686" y="51045"/>
                  <a:pt x="226482" y="59393"/>
                  <a:pt x="220626" y="63795"/>
                </a:cubicBezTo>
                <a:lnTo>
                  <a:pt x="180006" y="94239"/>
                </a:lnTo>
                <a:cubicBezTo>
                  <a:pt x="182207" y="97936"/>
                  <a:pt x="183868" y="102006"/>
                  <a:pt x="184907" y="106326"/>
                </a:cubicBezTo>
                <a:lnTo>
                  <a:pt x="225942" y="106326"/>
                </a:lnTo>
                <a:cubicBezTo>
                  <a:pt x="233293" y="106326"/>
                  <a:pt x="239233" y="112265"/>
                  <a:pt x="239233" y="119616"/>
                </a:cubicBezTo>
                <a:cubicBezTo>
                  <a:pt x="239233" y="126968"/>
                  <a:pt x="233293" y="132907"/>
                  <a:pt x="225942" y="132907"/>
                </a:cubicBezTo>
                <a:lnTo>
                  <a:pt x="186070" y="132907"/>
                </a:lnTo>
                <a:lnTo>
                  <a:pt x="186070" y="146198"/>
                </a:lnTo>
                <a:cubicBezTo>
                  <a:pt x="186070" y="147278"/>
                  <a:pt x="186028" y="148399"/>
                  <a:pt x="185987" y="149479"/>
                </a:cubicBezTo>
                <a:lnTo>
                  <a:pt x="220626" y="175437"/>
                </a:lnTo>
                <a:cubicBezTo>
                  <a:pt x="226482" y="179840"/>
                  <a:pt x="227686" y="188188"/>
                  <a:pt x="223284" y="194044"/>
                </a:cubicBezTo>
                <a:cubicBezTo>
                  <a:pt x="218881" y="199900"/>
                  <a:pt x="210533" y="201105"/>
                  <a:pt x="204677" y="196702"/>
                </a:cubicBezTo>
                <a:lnTo>
                  <a:pt x="178469" y="177057"/>
                </a:lnTo>
                <a:cubicBezTo>
                  <a:pt x="168833" y="195415"/>
                  <a:pt x="150849" y="208705"/>
                  <a:pt x="129584" y="211904"/>
                </a:cubicBezTo>
                <a:lnTo>
                  <a:pt x="129584" y="116294"/>
                </a:lnTo>
                <a:cubicBezTo>
                  <a:pt x="129584" y="110770"/>
                  <a:pt x="125140" y="106326"/>
                  <a:pt x="119616" y="106326"/>
                </a:cubicBezTo>
                <a:cubicBezTo>
                  <a:pt x="114092" y="106326"/>
                  <a:pt x="109648" y="110770"/>
                  <a:pt x="109648" y="116294"/>
                </a:cubicBezTo>
                <a:lnTo>
                  <a:pt x="109648" y="211904"/>
                </a:lnTo>
                <a:cubicBezTo>
                  <a:pt x="88383" y="208705"/>
                  <a:pt x="70399" y="195415"/>
                  <a:pt x="60763" y="177057"/>
                </a:cubicBezTo>
                <a:lnTo>
                  <a:pt x="34556" y="196702"/>
                </a:lnTo>
                <a:cubicBezTo>
                  <a:pt x="28700" y="201105"/>
                  <a:pt x="20351" y="199900"/>
                  <a:pt x="15949" y="194044"/>
                </a:cubicBezTo>
                <a:cubicBezTo>
                  <a:pt x="11546" y="188188"/>
                  <a:pt x="12751" y="179840"/>
                  <a:pt x="18607" y="175437"/>
                </a:cubicBezTo>
                <a:lnTo>
                  <a:pt x="53246" y="149479"/>
                </a:lnTo>
                <a:cubicBezTo>
                  <a:pt x="53204" y="148399"/>
                  <a:pt x="53163" y="147319"/>
                  <a:pt x="53163" y="146198"/>
                </a:cubicBezTo>
                <a:lnTo>
                  <a:pt x="53163" y="132907"/>
                </a:lnTo>
                <a:lnTo>
                  <a:pt x="13291" y="132907"/>
                </a:lnTo>
                <a:cubicBezTo>
                  <a:pt x="5939" y="132907"/>
                  <a:pt x="0" y="126968"/>
                  <a:pt x="0" y="119616"/>
                </a:cubicBezTo>
                <a:cubicBezTo>
                  <a:pt x="0" y="112265"/>
                  <a:pt x="5939" y="106326"/>
                  <a:pt x="13291" y="106326"/>
                </a:cubicBezTo>
                <a:lnTo>
                  <a:pt x="54326" y="106326"/>
                </a:lnTo>
                <a:cubicBezTo>
                  <a:pt x="55364" y="102006"/>
                  <a:pt x="57025" y="97936"/>
                  <a:pt x="59227" y="94239"/>
                </a:cubicBezTo>
                <a:lnTo>
                  <a:pt x="18607" y="63795"/>
                </a:lnTo>
                <a:cubicBezTo>
                  <a:pt x="12751" y="59393"/>
                  <a:pt x="11546" y="51045"/>
                  <a:pt x="15949" y="45188"/>
                </a:cubicBezTo>
                <a:cubicBezTo>
                  <a:pt x="20351" y="39332"/>
                  <a:pt x="28700" y="38128"/>
                  <a:pt x="34556" y="42530"/>
                </a:cubicBezTo>
                <a:lnTo>
                  <a:pt x="79744" y="76422"/>
                </a:lnTo>
                <a:cubicBezTo>
                  <a:pt x="84853" y="74303"/>
                  <a:pt x="90460" y="73099"/>
                  <a:pt x="96358" y="73099"/>
                </a:cubicBezTo>
                <a:lnTo>
                  <a:pt x="142875" y="73099"/>
                </a:lnTo>
                <a:cubicBezTo>
                  <a:pt x="148773" y="73099"/>
                  <a:pt x="154380" y="74262"/>
                  <a:pt x="159488" y="76422"/>
                </a:cubicBezTo>
                <a:lnTo>
                  <a:pt x="204677" y="42530"/>
                </a:lnTo>
                <a:cubicBezTo>
                  <a:pt x="210533" y="38128"/>
                  <a:pt x="218881" y="39332"/>
                  <a:pt x="223284" y="45188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364679" y="4890977"/>
            <a:ext cx="1541721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5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Handle Malformed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992539" y="5245395"/>
            <a:ext cx="3012558" cy="1426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6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Gracefully handle malformed HTTP requests and protocol violations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38265" y="1249326"/>
            <a:ext cx="4492256" cy="3491023"/>
          </a:xfrm>
          <a:custGeom>
            <a:avLst/>
            <a:gdLst/>
            <a:ahLst/>
            <a:cxnLst/>
            <a:rect l="l" t="t" r="r" b="b"/>
            <a:pathLst>
              <a:path w="4492256" h="3491023">
                <a:moveTo>
                  <a:pt x="141770" y="0"/>
                </a:moveTo>
                <a:lnTo>
                  <a:pt x="4350485" y="0"/>
                </a:lnTo>
                <a:cubicBezTo>
                  <a:pt x="4428783" y="0"/>
                  <a:pt x="4492256" y="63473"/>
                  <a:pt x="4492256" y="141770"/>
                </a:cubicBezTo>
                <a:lnTo>
                  <a:pt x="4492256" y="3349253"/>
                </a:lnTo>
                <a:cubicBezTo>
                  <a:pt x="4492256" y="3427550"/>
                  <a:pt x="4428783" y="3491023"/>
                  <a:pt x="4350485" y="3491023"/>
                </a:cubicBezTo>
                <a:lnTo>
                  <a:pt x="141770" y="3491023"/>
                </a:lnTo>
                <a:cubicBezTo>
                  <a:pt x="63473" y="3491023"/>
                  <a:pt x="0" y="3427550"/>
                  <a:pt x="0" y="3349253"/>
                </a:cubicBezTo>
                <a:lnTo>
                  <a:pt x="0" y="141770"/>
                </a:lnTo>
                <a:cubicBezTo>
                  <a:pt x="0" y="63473"/>
                  <a:pt x="63473" y="0"/>
                  <a:pt x="141770" y="0"/>
                </a:cubicBezTo>
                <a:close/>
              </a:path>
            </a:pathLst>
          </a:custGeom>
          <a:gradFill flip="none" rotWithShape="1">
            <a:gsLst>
              <a:gs pos="0">
                <a:srgbClr val="4ADE8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2540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546486" y="1470837"/>
            <a:ext cx="177209" cy="177209"/>
          </a:xfrm>
          <a:custGeom>
            <a:avLst/>
            <a:gdLst/>
            <a:ahLst/>
            <a:cxnLst/>
            <a:rect l="l" t="t" r="r" b="b"/>
            <a:pathLst>
              <a:path w="177209" h="177209">
                <a:moveTo>
                  <a:pt x="88605" y="177209"/>
                </a:moveTo>
                <a:cubicBezTo>
                  <a:pt x="137507" y="177209"/>
                  <a:pt x="177209" y="137507"/>
                  <a:pt x="177209" y="88605"/>
                </a:cubicBezTo>
                <a:cubicBezTo>
                  <a:pt x="177209" y="39702"/>
                  <a:pt x="137507" y="0"/>
                  <a:pt x="88605" y="0"/>
                </a:cubicBezTo>
                <a:cubicBezTo>
                  <a:pt x="39702" y="0"/>
                  <a:pt x="0" y="39702"/>
                  <a:pt x="0" y="88605"/>
                </a:cubicBezTo>
                <a:cubicBezTo>
                  <a:pt x="0" y="137507"/>
                  <a:pt x="39702" y="177209"/>
                  <a:pt x="88605" y="177209"/>
                </a:cubicBezTo>
                <a:close/>
                <a:moveTo>
                  <a:pt x="88605" y="47071"/>
                </a:moveTo>
                <a:cubicBezTo>
                  <a:pt x="93208" y="47071"/>
                  <a:pt x="96911" y="50775"/>
                  <a:pt x="96911" y="55378"/>
                </a:cubicBezTo>
                <a:lnTo>
                  <a:pt x="96911" y="94142"/>
                </a:lnTo>
                <a:cubicBezTo>
                  <a:pt x="96911" y="98746"/>
                  <a:pt x="93208" y="102449"/>
                  <a:pt x="88605" y="102449"/>
                </a:cubicBezTo>
                <a:cubicBezTo>
                  <a:pt x="84001" y="102449"/>
                  <a:pt x="80298" y="98746"/>
                  <a:pt x="80298" y="94142"/>
                </a:cubicBezTo>
                <a:lnTo>
                  <a:pt x="80298" y="55378"/>
                </a:lnTo>
                <a:cubicBezTo>
                  <a:pt x="80298" y="50775"/>
                  <a:pt x="84001" y="47071"/>
                  <a:pt x="88605" y="47071"/>
                </a:cubicBezTo>
                <a:close/>
                <a:moveTo>
                  <a:pt x="79363" y="121831"/>
                </a:moveTo>
                <a:cubicBezTo>
                  <a:pt x="79153" y="118401"/>
                  <a:pt x="80864" y="115138"/>
                  <a:pt x="83804" y="113359"/>
                </a:cubicBezTo>
                <a:cubicBezTo>
                  <a:pt x="86745" y="111580"/>
                  <a:pt x="90430" y="111580"/>
                  <a:pt x="93370" y="113359"/>
                </a:cubicBezTo>
                <a:cubicBezTo>
                  <a:pt x="96311" y="115138"/>
                  <a:pt x="98021" y="118401"/>
                  <a:pt x="97811" y="121831"/>
                </a:cubicBezTo>
                <a:cubicBezTo>
                  <a:pt x="98021" y="125262"/>
                  <a:pt x="96311" y="128525"/>
                  <a:pt x="93370" y="130304"/>
                </a:cubicBezTo>
                <a:cubicBezTo>
                  <a:pt x="90430" y="132083"/>
                  <a:pt x="86745" y="132083"/>
                  <a:pt x="83804" y="130304"/>
                </a:cubicBezTo>
                <a:cubicBezTo>
                  <a:pt x="80864" y="128525"/>
                  <a:pt x="79153" y="125262"/>
                  <a:pt x="79363" y="121831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45846" y="1435395"/>
            <a:ext cx="3987209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5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Error Types to Handle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542056" y="1825256"/>
            <a:ext cx="4102395" cy="602512"/>
          </a:xfrm>
          <a:custGeom>
            <a:avLst/>
            <a:gdLst/>
            <a:ahLst/>
            <a:cxnLst/>
            <a:rect l="l" t="t" r="r" b="b"/>
            <a:pathLst>
              <a:path w="4102395" h="602512">
                <a:moveTo>
                  <a:pt x="35442" y="0"/>
                </a:moveTo>
                <a:lnTo>
                  <a:pt x="4031510" y="0"/>
                </a:lnTo>
                <a:cubicBezTo>
                  <a:pt x="4070659" y="0"/>
                  <a:pt x="4102395" y="31737"/>
                  <a:pt x="4102395" y="70885"/>
                </a:cubicBezTo>
                <a:lnTo>
                  <a:pt x="4102395" y="531626"/>
                </a:lnTo>
                <a:cubicBezTo>
                  <a:pt x="4102395" y="570775"/>
                  <a:pt x="4070659" y="602512"/>
                  <a:pt x="4031510" y="602512"/>
                </a:cubicBezTo>
                <a:lnTo>
                  <a:pt x="35442" y="602512"/>
                </a:lnTo>
                <a:cubicBezTo>
                  <a:pt x="15868" y="602512"/>
                  <a:pt x="0" y="586644"/>
                  <a:pt x="0" y="567070"/>
                </a:cubicBezTo>
                <a:lnTo>
                  <a:pt x="0" y="35442"/>
                </a:lnTo>
                <a:cubicBezTo>
                  <a:pt x="0" y="15881"/>
                  <a:pt x="15881" y="0"/>
                  <a:pt x="3544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542056" y="1825256"/>
            <a:ext cx="35442" cy="602512"/>
          </a:xfrm>
          <a:custGeom>
            <a:avLst/>
            <a:gdLst/>
            <a:ahLst/>
            <a:cxnLst/>
            <a:rect l="l" t="t" r="r" b="b"/>
            <a:pathLst>
              <a:path w="35442" h="602512">
                <a:moveTo>
                  <a:pt x="35442" y="0"/>
                </a:moveTo>
                <a:lnTo>
                  <a:pt x="35442" y="0"/>
                </a:lnTo>
                <a:lnTo>
                  <a:pt x="35442" y="602512"/>
                </a:lnTo>
                <a:lnTo>
                  <a:pt x="35442" y="602512"/>
                </a:lnTo>
                <a:cubicBezTo>
                  <a:pt x="15868" y="602512"/>
                  <a:pt x="0" y="586644"/>
                  <a:pt x="0" y="567070"/>
                </a:cubicBezTo>
                <a:lnTo>
                  <a:pt x="0" y="35442"/>
                </a:lnTo>
                <a:cubicBezTo>
                  <a:pt x="0" y="15881"/>
                  <a:pt x="15881" y="0"/>
                  <a:pt x="35442" y="0"/>
                </a:cubicBez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666102" y="1931581"/>
            <a:ext cx="3942907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Parse Errors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66102" y="2144233"/>
            <a:ext cx="3934047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Malformed HTTP syntax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542056" y="2534093"/>
            <a:ext cx="4102395" cy="602512"/>
          </a:xfrm>
          <a:custGeom>
            <a:avLst/>
            <a:gdLst/>
            <a:ahLst/>
            <a:cxnLst/>
            <a:rect l="l" t="t" r="r" b="b"/>
            <a:pathLst>
              <a:path w="4102395" h="602512">
                <a:moveTo>
                  <a:pt x="35442" y="0"/>
                </a:moveTo>
                <a:lnTo>
                  <a:pt x="4031510" y="0"/>
                </a:lnTo>
                <a:cubicBezTo>
                  <a:pt x="4070659" y="0"/>
                  <a:pt x="4102395" y="31737"/>
                  <a:pt x="4102395" y="70885"/>
                </a:cubicBezTo>
                <a:lnTo>
                  <a:pt x="4102395" y="531626"/>
                </a:lnTo>
                <a:cubicBezTo>
                  <a:pt x="4102395" y="570775"/>
                  <a:pt x="4070659" y="602512"/>
                  <a:pt x="4031510" y="602512"/>
                </a:cubicBezTo>
                <a:lnTo>
                  <a:pt x="35442" y="602512"/>
                </a:lnTo>
                <a:cubicBezTo>
                  <a:pt x="15868" y="602512"/>
                  <a:pt x="0" y="586644"/>
                  <a:pt x="0" y="567070"/>
                </a:cubicBezTo>
                <a:lnTo>
                  <a:pt x="0" y="35442"/>
                </a:lnTo>
                <a:cubicBezTo>
                  <a:pt x="0" y="15881"/>
                  <a:pt x="15881" y="0"/>
                  <a:pt x="3544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542056" y="2534093"/>
            <a:ext cx="35442" cy="602512"/>
          </a:xfrm>
          <a:custGeom>
            <a:avLst/>
            <a:gdLst/>
            <a:ahLst/>
            <a:cxnLst/>
            <a:rect l="l" t="t" r="r" b="b"/>
            <a:pathLst>
              <a:path w="35442" h="602512">
                <a:moveTo>
                  <a:pt x="35442" y="0"/>
                </a:moveTo>
                <a:lnTo>
                  <a:pt x="35442" y="0"/>
                </a:lnTo>
                <a:lnTo>
                  <a:pt x="35442" y="602512"/>
                </a:lnTo>
                <a:lnTo>
                  <a:pt x="35442" y="602512"/>
                </a:lnTo>
                <a:cubicBezTo>
                  <a:pt x="15868" y="602512"/>
                  <a:pt x="0" y="586644"/>
                  <a:pt x="0" y="567070"/>
                </a:cubicBezTo>
                <a:lnTo>
                  <a:pt x="0" y="35442"/>
                </a:lnTo>
                <a:cubicBezTo>
                  <a:pt x="0" y="15881"/>
                  <a:pt x="15881" y="0"/>
                  <a:pt x="35442" y="0"/>
                </a:cubicBez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666102" y="2640419"/>
            <a:ext cx="3942907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Protocol Errors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666102" y="2853070"/>
            <a:ext cx="3934047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Invalid HTTP version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542056" y="3242930"/>
            <a:ext cx="4102395" cy="602512"/>
          </a:xfrm>
          <a:custGeom>
            <a:avLst/>
            <a:gdLst/>
            <a:ahLst/>
            <a:cxnLst/>
            <a:rect l="l" t="t" r="r" b="b"/>
            <a:pathLst>
              <a:path w="4102395" h="602512">
                <a:moveTo>
                  <a:pt x="35442" y="0"/>
                </a:moveTo>
                <a:lnTo>
                  <a:pt x="4031510" y="0"/>
                </a:lnTo>
                <a:cubicBezTo>
                  <a:pt x="4070659" y="0"/>
                  <a:pt x="4102395" y="31737"/>
                  <a:pt x="4102395" y="70885"/>
                </a:cubicBezTo>
                <a:lnTo>
                  <a:pt x="4102395" y="531626"/>
                </a:lnTo>
                <a:cubicBezTo>
                  <a:pt x="4102395" y="570775"/>
                  <a:pt x="4070659" y="602512"/>
                  <a:pt x="4031510" y="602512"/>
                </a:cubicBezTo>
                <a:lnTo>
                  <a:pt x="35442" y="602512"/>
                </a:lnTo>
                <a:cubicBezTo>
                  <a:pt x="15868" y="602512"/>
                  <a:pt x="0" y="586644"/>
                  <a:pt x="0" y="567070"/>
                </a:cubicBezTo>
                <a:lnTo>
                  <a:pt x="0" y="35442"/>
                </a:lnTo>
                <a:cubicBezTo>
                  <a:pt x="0" y="15881"/>
                  <a:pt x="15881" y="0"/>
                  <a:pt x="3544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542056" y="3242930"/>
            <a:ext cx="35442" cy="602512"/>
          </a:xfrm>
          <a:custGeom>
            <a:avLst/>
            <a:gdLst/>
            <a:ahLst/>
            <a:cxnLst/>
            <a:rect l="l" t="t" r="r" b="b"/>
            <a:pathLst>
              <a:path w="35442" h="602512">
                <a:moveTo>
                  <a:pt x="35442" y="0"/>
                </a:moveTo>
                <a:lnTo>
                  <a:pt x="35442" y="0"/>
                </a:lnTo>
                <a:lnTo>
                  <a:pt x="35442" y="602512"/>
                </a:lnTo>
                <a:lnTo>
                  <a:pt x="35442" y="602512"/>
                </a:lnTo>
                <a:cubicBezTo>
                  <a:pt x="15868" y="602512"/>
                  <a:pt x="0" y="586644"/>
                  <a:pt x="0" y="567070"/>
                </a:cubicBezTo>
                <a:lnTo>
                  <a:pt x="0" y="35442"/>
                </a:lnTo>
                <a:cubicBezTo>
                  <a:pt x="0" y="15881"/>
                  <a:pt x="15881" y="0"/>
                  <a:pt x="35442" y="0"/>
                </a:cubicBez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666102" y="3349256"/>
            <a:ext cx="3942907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Timeout Errors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666102" y="3561907"/>
            <a:ext cx="3934047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Request took too long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542056" y="3951767"/>
            <a:ext cx="4102395" cy="602512"/>
          </a:xfrm>
          <a:custGeom>
            <a:avLst/>
            <a:gdLst/>
            <a:ahLst/>
            <a:cxnLst/>
            <a:rect l="l" t="t" r="r" b="b"/>
            <a:pathLst>
              <a:path w="4102395" h="602512">
                <a:moveTo>
                  <a:pt x="35442" y="0"/>
                </a:moveTo>
                <a:lnTo>
                  <a:pt x="4031510" y="0"/>
                </a:lnTo>
                <a:cubicBezTo>
                  <a:pt x="4070659" y="0"/>
                  <a:pt x="4102395" y="31737"/>
                  <a:pt x="4102395" y="70885"/>
                </a:cubicBezTo>
                <a:lnTo>
                  <a:pt x="4102395" y="531626"/>
                </a:lnTo>
                <a:cubicBezTo>
                  <a:pt x="4102395" y="570775"/>
                  <a:pt x="4070659" y="602512"/>
                  <a:pt x="4031510" y="602512"/>
                </a:cubicBezTo>
                <a:lnTo>
                  <a:pt x="35442" y="602512"/>
                </a:lnTo>
                <a:cubicBezTo>
                  <a:pt x="15868" y="602512"/>
                  <a:pt x="0" y="586644"/>
                  <a:pt x="0" y="567070"/>
                </a:cubicBezTo>
                <a:lnTo>
                  <a:pt x="0" y="35442"/>
                </a:lnTo>
                <a:cubicBezTo>
                  <a:pt x="0" y="15881"/>
                  <a:pt x="15881" y="0"/>
                  <a:pt x="3544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542056" y="3951767"/>
            <a:ext cx="35442" cy="602512"/>
          </a:xfrm>
          <a:custGeom>
            <a:avLst/>
            <a:gdLst/>
            <a:ahLst/>
            <a:cxnLst/>
            <a:rect l="l" t="t" r="r" b="b"/>
            <a:pathLst>
              <a:path w="35442" h="602512">
                <a:moveTo>
                  <a:pt x="35442" y="0"/>
                </a:moveTo>
                <a:lnTo>
                  <a:pt x="35442" y="0"/>
                </a:lnTo>
                <a:lnTo>
                  <a:pt x="35442" y="602512"/>
                </a:lnTo>
                <a:lnTo>
                  <a:pt x="35442" y="602512"/>
                </a:lnTo>
                <a:cubicBezTo>
                  <a:pt x="15868" y="602512"/>
                  <a:pt x="0" y="586644"/>
                  <a:pt x="0" y="567070"/>
                </a:cubicBezTo>
                <a:lnTo>
                  <a:pt x="0" y="35442"/>
                </a:lnTo>
                <a:cubicBezTo>
                  <a:pt x="0" y="15881"/>
                  <a:pt x="15881" y="0"/>
                  <a:pt x="35442" y="0"/>
                </a:cubicBez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666102" y="4058093"/>
            <a:ext cx="3942907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Connection Errors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666102" y="4270744"/>
            <a:ext cx="3934047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Client disconnected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333835" y="4930849"/>
            <a:ext cx="4501116" cy="1922721"/>
          </a:xfrm>
          <a:custGeom>
            <a:avLst/>
            <a:gdLst/>
            <a:ahLst/>
            <a:cxnLst/>
            <a:rect l="l" t="t" r="r" b="b"/>
            <a:pathLst>
              <a:path w="4501116" h="1922721">
                <a:moveTo>
                  <a:pt x="106326" y="0"/>
                </a:moveTo>
                <a:lnTo>
                  <a:pt x="4394790" y="0"/>
                </a:lnTo>
                <a:cubicBezTo>
                  <a:pt x="4453512" y="0"/>
                  <a:pt x="4501116" y="47604"/>
                  <a:pt x="4501116" y="106326"/>
                </a:cubicBezTo>
                <a:lnTo>
                  <a:pt x="4501116" y="1816394"/>
                </a:lnTo>
                <a:cubicBezTo>
                  <a:pt x="4501116" y="1875117"/>
                  <a:pt x="4453512" y="1922721"/>
                  <a:pt x="4394790" y="1922721"/>
                </a:cubicBezTo>
                <a:lnTo>
                  <a:pt x="106326" y="1922721"/>
                </a:lnTo>
                <a:cubicBezTo>
                  <a:pt x="47604" y="1922721"/>
                  <a:pt x="0" y="1875117"/>
                  <a:pt x="0" y="1816394"/>
                </a:cubicBezTo>
                <a:lnTo>
                  <a:pt x="0" y="106326"/>
                </a:lnTo>
                <a:cubicBezTo>
                  <a:pt x="0" y="47643"/>
                  <a:pt x="47643" y="0"/>
                  <a:pt x="106326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9E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515474" y="5112488"/>
            <a:ext cx="4217581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6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Practices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547593" y="5537791"/>
            <a:ext cx="139552" cy="159488"/>
          </a:xfrm>
          <a:custGeom>
            <a:avLst/>
            <a:gdLst/>
            <a:ahLst/>
            <a:cxnLst/>
            <a:rect l="l" t="t" r="r" b="b"/>
            <a:pathLst>
              <a:path w="139552" h="159488">
                <a:moveTo>
                  <a:pt x="135441" y="21836"/>
                </a:moveTo>
                <a:cubicBezTo>
                  <a:pt x="139895" y="25076"/>
                  <a:pt x="140892" y="31306"/>
                  <a:pt x="137652" y="35760"/>
                </a:cubicBezTo>
                <a:lnTo>
                  <a:pt x="57908" y="145409"/>
                </a:lnTo>
                <a:cubicBezTo>
                  <a:pt x="56195" y="147776"/>
                  <a:pt x="53547" y="149240"/>
                  <a:pt x="50619" y="149489"/>
                </a:cubicBezTo>
                <a:cubicBezTo>
                  <a:pt x="47691" y="149738"/>
                  <a:pt x="44856" y="148648"/>
                  <a:pt x="42800" y="146592"/>
                </a:cubicBezTo>
                <a:lnTo>
                  <a:pt x="2928" y="106720"/>
                </a:lnTo>
                <a:cubicBezTo>
                  <a:pt x="-966" y="102826"/>
                  <a:pt x="-966" y="96503"/>
                  <a:pt x="2928" y="92609"/>
                </a:cubicBezTo>
                <a:cubicBezTo>
                  <a:pt x="6822" y="88715"/>
                  <a:pt x="13145" y="88715"/>
                  <a:pt x="17039" y="92609"/>
                </a:cubicBezTo>
                <a:lnTo>
                  <a:pt x="48656" y="124226"/>
                </a:lnTo>
                <a:lnTo>
                  <a:pt x="121548" y="24017"/>
                </a:lnTo>
                <a:cubicBezTo>
                  <a:pt x="124787" y="19562"/>
                  <a:pt x="131017" y="18565"/>
                  <a:pt x="135472" y="21805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821160" y="5502349"/>
            <a:ext cx="1373372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Always handle errors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547593" y="5856767"/>
            <a:ext cx="139552" cy="159488"/>
          </a:xfrm>
          <a:custGeom>
            <a:avLst/>
            <a:gdLst/>
            <a:ahLst/>
            <a:cxnLst/>
            <a:rect l="l" t="t" r="r" b="b"/>
            <a:pathLst>
              <a:path w="139552" h="159488">
                <a:moveTo>
                  <a:pt x="135441" y="21836"/>
                </a:moveTo>
                <a:cubicBezTo>
                  <a:pt x="139895" y="25076"/>
                  <a:pt x="140892" y="31306"/>
                  <a:pt x="137652" y="35760"/>
                </a:cubicBezTo>
                <a:lnTo>
                  <a:pt x="57908" y="145409"/>
                </a:lnTo>
                <a:cubicBezTo>
                  <a:pt x="56195" y="147776"/>
                  <a:pt x="53547" y="149240"/>
                  <a:pt x="50619" y="149489"/>
                </a:cubicBezTo>
                <a:cubicBezTo>
                  <a:pt x="47691" y="149738"/>
                  <a:pt x="44856" y="148648"/>
                  <a:pt x="42800" y="146592"/>
                </a:cubicBezTo>
                <a:lnTo>
                  <a:pt x="2928" y="106720"/>
                </a:lnTo>
                <a:cubicBezTo>
                  <a:pt x="-966" y="102826"/>
                  <a:pt x="-966" y="96503"/>
                  <a:pt x="2928" y="92609"/>
                </a:cubicBezTo>
                <a:cubicBezTo>
                  <a:pt x="6822" y="88715"/>
                  <a:pt x="13145" y="88715"/>
                  <a:pt x="17039" y="92609"/>
                </a:cubicBezTo>
                <a:lnTo>
                  <a:pt x="48656" y="124226"/>
                </a:lnTo>
                <a:lnTo>
                  <a:pt x="121548" y="24017"/>
                </a:lnTo>
                <a:cubicBezTo>
                  <a:pt x="124787" y="19562"/>
                  <a:pt x="131017" y="18565"/>
                  <a:pt x="135472" y="21805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821160" y="5821326"/>
            <a:ext cx="1577163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 errors for debugging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547593" y="6175744"/>
            <a:ext cx="139552" cy="159488"/>
          </a:xfrm>
          <a:custGeom>
            <a:avLst/>
            <a:gdLst/>
            <a:ahLst/>
            <a:cxnLst/>
            <a:rect l="l" t="t" r="r" b="b"/>
            <a:pathLst>
              <a:path w="139552" h="159488">
                <a:moveTo>
                  <a:pt x="135441" y="21836"/>
                </a:moveTo>
                <a:cubicBezTo>
                  <a:pt x="139895" y="25076"/>
                  <a:pt x="140892" y="31306"/>
                  <a:pt x="137652" y="35760"/>
                </a:cubicBezTo>
                <a:lnTo>
                  <a:pt x="57908" y="145409"/>
                </a:lnTo>
                <a:cubicBezTo>
                  <a:pt x="56195" y="147776"/>
                  <a:pt x="53547" y="149240"/>
                  <a:pt x="50619" y="149489"/>
                </a:cubicBezTo>
                <a:cubicBezTo>
                  <a:pt x="47691" y="149738"/>
                  <a:pt x="44856" y="148648"/>
                  <a:pt x="42800" y="146592"/>
                </a:cubicBezTo>
                <a:lnTo>
                  <a:pt x="2928" y="106720"/>
                </a:lnTo>
                <a:cubicBezTo>
                  <a:pt x="-966" y="102826"/>
                  <a:pt x="-966" y="96503"/>
                  <a:pt x="2928" y="92609"/>
                </a:cubicBezTo>
                <a:cubicBezTo>
                  <a:pt x="6822" y="88715"/>
                  <a:pt x="13145" y="88715"/>
                  <a:pt x="17039" y="92609"/>
                </a:cubicBezTo>
                <a:lnTo>
                  <a:pt x="48656" y="124226"/>
                </a:lnTo>
                <a:lnTo>
                  <a:pt x="121548" y="24017"/>
                </a:lnTo>
                <a:cubicBezTo>
                  <a:pt x="124787" y="19562"/>
                  <a:pt x="131017" y="18565"/>
                  <a:pt x="135472" y="21805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821160" y="6140302"/>
            <a:ext cx="1639186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Don't expose stack traces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547593" y="6494721"/>
            <a:ext cx="139552" cy="159488"/>
          </a:xfrm>
          <a:custGeom>
            <a:avLst/>
            <a:gdLst/>
            <a:ahLst/>
            <a:cxnLst/>
            <a:rect l="l" t="t" r="r" b="b"/>
            <a:pathLst>
              <a:path w="139552" h="159488">
                <a:moveTo>
                  <a:pt x="135441" y="21836"/>
                </a:moveTo>
                <a:cubicBezTo>
                  <a:pt x="139895" y="25076"/>
                  <a:pt x="140892" y="31306"/>
                  <a:pt x="137652" y="35760"/>
                </a:cubicBezTo>
                <a:lnTo>
                  <a:pt x="57908" y="145409"/>
                </a:lnTo>
                <a:cubicBezTo>
                  <a:pt x="56195" y="147776"/>
                  <a:pt x="53547" y="149240"/>
                  <a:pt x="50619" y="149489"/>
                </a:cubicBezTo>
                <a:cubicBezTo>
                  <a:pt x="47691" y="149738"/>
                  <a:pt x="44856" y="148648"/>
                  <a:pt x="42800" y="146592"/>
                </a:cubicBezTo>
                <a:lnTo>
                  <a:pt x="2928" y="106720"/>
                </a:lnTo>
                <a:cubicBezTo>
                  <a:pt x="-966" y="102826"/>
                  <a:pt x="-966" y="96503"/>
                  <a:pt x="2928" y="92609"/>
                </a:cubicBezTo>
                <a:cubicBezTo>
                  <a:pt x="6822" y="88715"/>
                  <a:pt x="13145" y="88715"/>
                  <a:pt x="17039" y="92609"/>
                </a:cubicBezTo>
                <a:lnTo>
                  <a:pt x="48656" y="124226"/>
                </a:lnTo>
                <a:lnTo>
                  <a:pt x="121548" y="24017"/>
                </a:lnTo>
                <a:cubicBezTo>
                  <a:pt x="124787" y="19562"/>
                  <a:pt x="131017" y="18565"/>
                  <a:pt x="135472" y="21805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821160" y="6459279"/>
            <a:ext cx="1337930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monitoring tools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mdpi.com/9cdd77dce4ad8c8086f445e83322cfdefa8d5e2c.jpg"/>
          <p:cNvPicPr>
            <a:picLocks noChangeAspect="1"/>
          </p:cNvPicPr>
          <p:nvPr/>
        </p:nvPicPr>
        <p:blipFill>
          <a:blip r:embed="rId3">
            <a:alphaModFix amt="30000"/>
          </a:blip>
          <a:srcRect l="15576" r="1557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/>
              </a:gs>
              <a:gs pos="50000">
                <a:srgbClr val="1A1D21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385763" y="1733550"/>
            <a:ext cx="1571625" cy="428625"/>
          </a:xfrm>
          <a:custGeom>
            <a:avLst/>
            <a:gdLst/>
            <a:ahLst/>
            <a:cxnLst/>
            <a:rect l="l" t="t" r="r" b="b"/>
            <a:pathLst>
              <a:path w="1571625" h="428625">
                <a:moveTo>
                  <a:pt x="114301" y="0"/>
                </a:moveTo>
                <a:lnTo>
                  <a:pt x="1457324" y="0"/>
                </a:lnTo>
                <a:cubicBezTo>
                  <a:pt x="1520451" y="0"/>
                  <a:pt x="1571625" y="51174"/>
                  <a:pt x="1571625" y="114301"/>
                </a:cubicBezTo>
                <a:lnTo>
                  <a:pt x="1571625" y="314324"/>
                </a:lnTo>
                <a:cubicBezTo>
                  <a:pt x="1571625" y="377451"/>
                  <a:pt x="1520451" y="428625"/>
                  <a:pt x="1457324" y="428625"/>
                </a:cubicBezTo>
                <a:lnTo>
                  <a:pt x="114301" y="428625"/>
                </a:lnTo>
                <a:cubicBezTo>
                  <a:pt x="51174" y="428625"/>
                  <a:pt x="0" y="377451"/>
                  <a:pt x="0" y="3143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 w="12700">
            <a:solidFill>
              <a:srgbClr val="4A9E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81025" y="1809750"/>
            <a:ext cx="1271588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kern="0" spc="75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SECTION 08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395538"/>
            <a:ext cx="44958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HTTPS &amp;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338638"/>
            <a:ext cx="42672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5F6B7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Securing communications with TLS/SSL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5091113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447800" y="5091113"/>
            <a:ext cx="457200" cy="38100"/>
          </a:xfrm>
          <a:custGeom>
            <a:avLst/>
            <a:gdLst/>
            <a:ahLst/>
            <a:cxnLst/>
            <a:rect l="l" t="t" r="r" b="b"/>
            <a:pathLst>
              <a:path w="457200" h="38100">
                <a:moveTo>
                  <a:pt x="0" y="0"/>
                </a:moveTo>
                <a:lnTo>
                  <a:pt x="457200" y="0"/>
                </a:lnTo>
                <a:lnTo>
                  <a:pt x="457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9EFF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057400" y="5091113"/>
            <a:ext cx="228600" cy="38100"/>
          </a:xfrm>
          <a:custGeom>
            <a:avLst/>
            <a:gdLst/>
            <a:ahLst/>
            <a:cxnLst/>
            <a:rect l="l" t="t" r="r" b="b"/>
            <a:pathLst>
              <a:path w="228600" h="38100">
                <a:moveTo>
                  <a:pt x="0" y="0"/>
                </a:moveTo>
                <a:lnTo>
                  <a:pt x="228600" y="0"/>
                </a:lnTo>
                <a:lnTo>
                  <a:pt x="228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9EFF">
              <a:alpha val="25098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kern="0" spc="100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HTTPS &amp; SECURITY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 vs HTTPS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1469" y="1115219"/>
            <a:ext cx="5675313" cy="1912938"/>
          </a:xfrm>
          <a:custGeom>
            <a:avLst/>
            <a:gdLst/>
            <a:ahLst/>
            <a:cxnLst/>
            <a:rect l="l" t="t" r="r" b="b"/>
            <a:pathLst>
              <a:path w="5675313" h="1912938">
                <a:moveTo>
                  <a:pt x="127000" y="0"/>
                </a:moveTo>
                <a:lnTo>
                  <a:pt x="5548313" y="0"/>
                </a:lnTo>
                <a:cubicBezTo>
                  <a:pt x="5618453" y="0"/>
                  <a:pt x="5675313" y="56860"/>
                  <a:pt x="5675313" y="127000"/>
                </a:cubicBezTo>
                <a:lnTo>
                  <a:pt x="5675313" y="1785938"/>
                </a:lnTo>
                <a:cubicBezTo>
                  <a:pt x="5675312" y="1856078"/>
                  <a:pt x="5618453" y="1912938"/>
                  <a:pt x="5548313" y="1912938"/>
                </a:cubicBezTo>
                <a:lnTo>
                  <a:pt x="127000" y="1912938"/>
                </a:lnTo>
                <a:cubicBezTo>
                  <a:pt x="56860" y="1912938"/>
                  <a:pt x="0" y="1856078"/>
                  <a:pt x="0" y="1785938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gradFill flip="none" rotWithShape="1">
            <a:gsLst>
              <a:gs pos="0">
                <a:srgbClr val="EF4444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EF4444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84187" y="1277938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95250" y="0"/>
                </a:moveTo>
                <a:lnTo>
                  <a:pt x="412750" y="0"/>
                </a:lnTo>
                <a:cubicBezTo>
                  <a:pt x="465320" y="0"/>
                  <a:pt x="508000" y="42680"/>
                  <a:pt x="508000" y="95250"/>
                </a:cubicBezTo>
                <a:lnTo>
                  <a:pt x="508000" y="412750"/>
                </a:lnTo>
                <a:cubicBezTo>
                  <a:pt x="508000" y="465320"/>
                  <a:pt x="465320" y="508000"/>
                  <a:pt x="412750" y="508000"/>
                </a:cubicBezTo>
                <a:lnTo>
                  <a:pt x="95250" y="508000"/>
                </a:lnTo>
                <a:cubicBezTo>
                  <a:pt x="42680" y="508000"/>
                  <a:pt x="0" y="465320"/>
                  <a:pt x="0" y="412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EF4444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50875" y="1412875"/>
            <a:ext cx="178594" cy="238125"/>
          </a:xfrm>
          <a:custGeom>
            <a:avLst/>
            <a:gdLst/>
            <a:ahLst/>
            <a:cxnLst/>
            <a:rect l="l" t="t" r="r" b="b"/>
            <a:pathLst>
              <a:path w="178594" h="238125">
                <a:moveTo>
                  <a:pt x="59531" y="44648"/>
                </a:moveTo>
                <a:cubicBezTo>
                  <a:pt x="59531" y="28231"/>
                  <a:pt x="72879" y="14883"/>
                  <a:pt x="89297" y="14883"/>
                </a:cubicBezTo>
                <a:cubicBezTo>
                  <a:pt x="104040" y="14883"/>
                  <a:pt x="116272" y="25580"/>
                  <a:pt x="118644" y="39672"/>
                </a:cubicBezTo>
                <a:cubicBezTo>
                  <a:pt x="119993" y="47765"/>
                  <a:pt x="127667" y="53253"/>
                  <a:pt x="135806" y="51904"/>
                </a:cubicBezTo>
                <a:cubicBezTo>
                  <a:pt x="143945" y="50555"/>
                  <a:pt x="149386" y="42881"/>
                  <a:pt x="148037" y="34742"/>
                </a:cubicBezTo>
                <a:cubicBezTo>
                  <a:pt x="143294" y="6558"/>
                  <a:pt x="118830" y="-14883"/>
                  <a:pt x="89297" y="-14883"/>
                </a:cubicBezTo>
                <a:cubicBezTo>
                  <a:pt x="56415" y="-14883"/>
                  <a:pt x="29766" y="11767"/>
                  <a:pt x="29766" y="44648"/>
                </a:cubicBezTo>
                <a:lnTo>
                  <a:pt x="29766" y="74414"/>
                </a:lnTo>
                <a:cubicBezTo>
                  <a:pt x="13348" y="74414"/>
                  <a:pt x="0" y="87762"/>
                  <a:pt x="0" y="104180"/>
                </a:cubicBezTo>
                <a:lnTo>
                  <a:pt x="0" y="208359"/>
                </a:lnTo>
                <a:cubicBezTo>
                  <a:pt x="0" y="224777"/>
                  <a:pt x="13348" y="238125"/>
                  <a:pt x="29766" y="238125"/>
                </a:cubicBezTo>
                <a:lnTo>
                  <a:pt x="148828" y="238125"/>
                </a:lnTo>
                <a:cubicBezTo>
                  <a:pt x="165246" y="238125"/>
                  <a:pt x="178594" y="224777"/>
                  <a:pt x="178594" y="208359"/>
                </a:cubicBezTo>
                <a:lnTo>
                  <a:pt x="178594" y="104180"/>
                </a:lnTo>
                <a:cubicBezTo>
                  <a:pt x="178594" y="87762"/>
                  <a:pt x="165246" y="74414"/>
                  <a:pt x="148828" y="74414"/>
                </a:cubicBezTo>
                <a:lnTo>
                  <a:pt x="59531" y="74414"/>
                </a:lnTo>
                <a:lnTo>
                  <a:pt x="59531" y="44648"/>
                </a:ln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19188" y="1277938"/>
            <a:ext cx="92868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19188" y="1563688"/>
            <a:ext cx="881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Unencrypted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0063" y="1952625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36246" y="36246"/>
                </a:moveTo>
                <a:cubicBezTo>
                  <a:pt x="38286" y="34206"/>
                  <a:pt x="41585" y="34206"/>
                  <a:pt x="43604" y="36246"/>
                </a:cubicBezTo>
                <a:lnTo>
                  <a:pt x="55541" y="48183"/>
                </a:lnTo>
                <a:lnTo>
                  <a:pt x="67478" y="36246"/>
                </a:lnTo>
                <a:cubicBezTo>
                  <a:pt x="69518" y="34206"/>
                  <a:pt x="72817" y="34206"/>
                  <a:pt x="74836" y="36246"/>
                </a:cubicBezTo>
                <a:cubicBezTo>
                  <a:pt x="76854" y="38286"/>
                  <a:pt x="76876" y="41585"/>
                  <a:pt x="74836" y="43604"/>
                </a:cubicBezTo>
                <a:lnTo>
                  <a:pt x="62898" y="55541"/>
                </a:lnTo>
                <a:lnTo>
                  <a:pt x="74836" y="67478"/>
                </a:lnTo>
                <a:cubicBezTo>
                  <a:pt x="76876" y="69518"/>
                  <a:pt x="76876" y="72817"/>
                  <a:pt x="74836" y="74836"/>
                </a:cubicBezTo>
                <a:cubicBezTo>
                  <a:pt x="72796" y="76854"/>
                  <a:pt x="69497" y="76876"/>
                  <a:pt x="67478" y="74836"/>
                </a:cubicBezTo>
                <a:lnTo>
                  <a:pt x="55541" y="62898"/>
                </a:lnTo>
                <a:lnTo>
                  <a:pt x="43604" y="74836"/>
                </a:lnTo>
                <a:cubicBezTo>
                  <a:pt x="41563" y="76876"/>
                  <a:pt x="38264" y="76876"/>
                  <a:pt x="36246" y="74836"/>
                </a:cubicBezTo>
                <a:cubicBezTo>
                  <a:pt x="34227" y="72796"/>
                  <a:pt x="34206" y="69497"/>
                  <a:pt x="36246" y="67478"/>
                </a:cubicBezTo>
                <a:lnTo>
                  <a:pt x="48183" y="55541"/>
                </a:lnTo>
                <a:lnTo>
                  <a:pt x="36246" y="43604"/>
                </a:lnTo>
                <a:cubicBezTo>
                  <a:pt x="34206" y="41563"/>
                  <a:pt x="34206" y="38264"/>
                  <a:pt x="36246" y="36246"/>
                </a:cubicBez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6594" y="1912938"/>
            <a:ext cx="1246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sent in plain text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0063" y="2206625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36246" y="36246"/>
                </a:moveTo>
                <a:cubicBezTo>
                  <a:pt x="38286" y="34206"/>
                  <a:pt x="41585" y="34206"/>
                  <a:pt x="43604" y="36246"/>
                </a:cubicBezTo>
                <a:lnTo>
                  <a:pt x="55541" y="48183"/>
                </a:lnTo>
                <a:lnTo>
                  <a:pt x="67478" y="36246"/>
                </a:lnTo>
                <a:cubicBezTo>
                  <a:pt x="69518" y="34206"/>
                  <a:pt x="72817" y="34206"/>
                  <a:pt x="74836" y="36246"/>
                </a:cubicBezTo>
                <a:cubicBezTo>
                  <a:pt x="76854" y="38286"/>
                  <a:pt x="76876" y="41585"/>
                  <a:pt x="74836" y="43604"/>
                </a:cubicBezTo>
                <a:lnTo>
                  <a:pt x="62898" y="55541"/>
                </a:lnTo>
                <a:lnTo>
                  <a:pt x="74836" y="67478"/>
                </a:lnTo>
                <a:cubicBezTo>
                  <a:pt x="76876" y="69518"/>
                  <a:pt x="76876" y="72817"/>
                  <a:pt x="74836" y="74836"/>
                </a:cubicBezTo>
                <a:cubicBezTo>
                  <a:pt x="72796" y="76854"/>
                  <a:pt x="69497" y="76876"/>
                  <a:pt x="67478" y="74836"/>
                </a:cubicBezTo>
                <a:lnTo>
                  <a:pt x="55541" y="62898"/>
                </a:lnTo>
                <a:lnTo>
                  <a:pt x="43604" y="74836"/>
                </a:lnTo>
                <a:cubicBezTo>
                  <a:pt x="41563" y="76876"/>
                  <a:pt x="38264" y="76876"/>
                  <a:pt x="36246" y="74836"/>
                </a:cubicBezTo>
                <a:cubicBezTo>
                  <a:pt x="34227" y="72796"/>
                  <a:pt x="34206" y="69497"/>
                  <a:pt x="36246" y="67478"/>
                </a:cubicBezTo>
                <a:lnTo>
                  <a:pt x="48183" y="55541"/>
                </a:lnTo>
                <a:lnTo>
                  <a:pt x="36246" y="43604"/>
                </a:lnTo>
                <a:cubicBezTo>
                  <a:pt x="34206" y="41563"/>
                  <a:pt x="34206" y="38264"/>
                  <a:pt x="36246" y="36246"/>
                </a:cubicBez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6594" y="2166938"/>
            <a:ext cx="149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Vulnerable to interception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0063" y="2460625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36246" y="36246"/>
                </a:moveTo>
                <a:cubicBezTo>
                  <a:pt x="38286" y="34206"/>
                  <a:pt x="41585" y="34206"/>
                  <a:pt x="43604" y="36246"/>
                </a:cubicBezTo>
                <a:lnTo>
                  <a:pt x="55541" y="48183"/>
                </a:lnTo>
                <a:lnTo>
                  <a:pt x="67478" y="36246"/>
                </a:lnTo>
                <a:cubicBezTo>
                  <a:pt x="69518" y="34206"/>
                  <a:pt x="72817" y="34206"/>
                  <a:pt x="74836" y="36246"/>
                </a:cubicBezTo>
                <a:cubicBezTo>
                  <a:pt x="76854" y="38286"/>
                  <a:pt x="76876" y="41585"/>
                  <a:pt x="74836" y="43604"/>
                </a:cubicBezTo>
                <a:lnTo>
                  <a:pt x="62898" y="55541"/>
                </a:lnTo>
                <a:lnTo>
                  <a:pt x="74836" y="67478"/>
                </a:lnTo>
                <a:cubicBezTo>
                  <a:pt x="76876" y="69518"/>
                  <a:pt x="76876" y="72817"/>
                  <a:pt x="74836" y="74836"/>
                </a:cubicBezTo>
                <a:cubicBezTo>
                  <a:pt x="72796" y="76854"/>
                  <a:pt x="69497" y="76876"/>
                  <a:pt x="67478" y="74836"/>
                </a:cubicBezTo>
                <a:lnTo>
                  <a:pt x="55541" y="62898"/>
                </a:lnTo>
                <a:lnTo>
                  <a:pt x="43604" y="74836"/>
                </a:lnTo>
                <a:cubicBezTo>
                  <a:pt x="41563" y="76876"/>
                  <a:pt x="38264" y="76876"/>
                  <a:pt x="36246" y="74836"/>
                </a:cubicBezTo>
                <a:cubicBezTo>
                  <a:pt x="34227" y="72796"/>
                  <a:pt x="34206" y="69497"/>
                  <a:pt x="36246" y="67478"/>
                </a:cubicBezTo>
                <a:lnTo>
                  <a:pt x="48183" y="55541"/>
                </a:lnTo>
                <a:lnTo>
                  <a:pt x="36246" y="43604"/>
                </a:lnTo>
                <a:cubicBezTo>
                  <a:pt x="34206" y="41563"/>
                  <a:pt x="34206" y="38264"/>
                  <a:pt x="36246" y="36246"/>
                </a:cubicBez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6594" y="2420938"/>
            <a:ext cx="1031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authentication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0063" y="2714625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36246" y="36246"/>
                </a:moveTo>
                <a:cubicBezTo>
                  <a:pt x="38286" y="34206"/>
                  <a:pt x="41585" y="34206"/>
                  <a:pt x="43604" y="36246"/>
                </a:cubicBezTo>
                <a:lnTo>
                  <a:pt x="55541" y="48183"/>
                </a:lnTo>
                <a:lnTo>
                  <a:pt x="67478" y="36246"/>
                </a:lnTo>
                <a:cubicBezTo>
                  <a:pt x="69518" y="34206"/>
                  <a:pt x="72817" y="34206"/>
                  <a:pt x="74836" y="36246"/>
                </a:cubicBezTo>
                <a:cubicBezTo>
                  <a:pt x="76854" y="38286"/>
                  <a:pt x="76876" y="41585"/>
                  <a:pt x="74836" y="43604"/>
                </a:cubicBezTo>
                <a:lnTo>
                  <a:pt x="62898" y="55541"/>
                </a:lnTo>
                <a:lnTo>
                  <a:pt x="74836" y="67478"/>
                </a:lnTo>
                <a:cubicBezTo>
                  <a:pt x="76876" y="69518"/>
                  <a:pt x="76876" y="72817"/>
                  <a:pt x="74836" y="74836"/>
                </a:cubicBezTo>
                <a:cubicBezTo>
                  <a:pt x="72796" y="76854"/>
                  <a:pt x="69497" y="76876"/>
                  <a:pt x="67478" y="74836"/>
                </a:cubicBezTo>
                <a:lnTo>
                  <a:pt x="55541" y="62898"/>
                </a:lnTo>
                <a:lnTo>
                  <a:pt x="43604" y="74836"/>
                </a:lnTo>
                <a:cubicBezTo>
                  <a:pt x="41563" y="76876"/>
                  <a:pt x="38264" y="76876"/>
                  <a:pt x="36246" y="74836"/>
                </a:cubicBezTo>
                <a:cubicBezTo>
                  <a:pt x="34227" y="72796"/>
                  <a:pt x="34206" y="69497"/>
                  <a:pt x="36246" y="67478"/>
                </a:cubicBezTo>
                <a:lnTo>
                  <a:pt x="48183" y="55541"/>
                </a:lnTo>
                <a:lnTo>
                  <a:pt x="36246" y="43604"/>
                </a:lnTo>
                <a:cubicBezTo>
                  <a:pt x="34206" y="41563"/>
                  <a:pt x="34206" y="38264"/>
                  <a:pt x="36246" y="36246"/>
                </a:cubicBez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6594" y="2674938"/>
            <a:ext cx="1539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suitable for production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21469" y="3194844"/>
            <a:ext cx="5675313" cy="4214813"/>
          </a:xfrm>
          <a:custGeom>
            <a:avLst/>
            <a:gdLst/>
            <a:ahLst/>
            <a:cxnLst/>
            <a:rect l="l" t="t" r="r" b="b"/>
            <a:pathLst>
              <a:path w="5675313" h="4214813">
                <a:moveTo>
                  <a:pt x="126992" y="0"/>
                </a:moveTo>
                <a:lnTo>
                  <a:pt x="5548320" y="0"/>
                </a:lnTo>
                <a:cubicBezTo>
                  <a:pt x="5618456" y="0"/>
                  <a:pt x="5675313" y="56856"/>
                  <a:pt x="5675313" y="126992"/>
                </a:cubicBezTo>
                <a:lnTo>
                  <a:pt x="5675313" y="4087820"/>
                </a:lnTo>
                <a:cubicBezTo>
                  <a:pt x="5675313" y="4157956"/>
                  <a:pt x="5618456" y="4214813"/>
                  <a:pt x="5548320" y="4214813"/>
                </a:cubicBezTo>
                <a:lnTo>
                  <a:pt x="126992" y="4214813"/>
                </a:lnTo>
                <a:cubicBezTo>
                  <a:pt x="56856" y="4214813"/>
                  <a:pt x="0" y="4157956"/>
                  <a:pt x="0" y="4087820"/>
                </a:cubicBezTo>
                <a:lnTo>
                  <a:pt x="0" y="126992"/>
                </a:lnTo>
                <a:cubicBezTo>
                  <a:pt x="0" y="56903"/>
                  <a:pt x="56903" y="0"/>
                  <a:pt x="126992" y="0"/>
                </a:cubicBezTo>
                <a:close/>
              </a:path>
            </a:pathLst>
          </a:custGeom>
          <a:gradFill flip="none" rotWithShape="1">
            <a:gsLst>
              <a:gs pos="0">
                <a:srgbClr val="4ADE8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84187" y="3357563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95250" y="0"/>
                </a:moveTo>
                <a:lnTo>
                  <a:pt x="412750" y="0"/>
                </a:lnTo>
                <a:cubicBezTo>
                  <a:pt x="465320" y="0"/>
                  <a:pt x="508000" y="42680"/>
                  <a:pt x="508000" y="95250"/>
                </a:cubicBezTo>
                <a:lnTo>
                  <a:pt x="508000" y="412750"/>
                </a:lnTo>
                <a:cubicBezTo>
                  <a:pt x="508000" y="465320"/>
                  <a:pt x="465320" y="508000"/>
                  <a:pt x="412750" y="508000"/>
                </a:cubicBezTo>
                <a:lnTo>
                  <a:pt x="95250" y="508000"/>
                </a:lnTo>
                <a:cubicBezTo>
                  <a:pt x="42680" y="508000"/>
                  <a:pt x="0" y="465320"/>
                  <a:pt x="0" y="412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50875" y="3492500"/>
            <a:ext cx="178594" cy="238125"/>
          </a:xfrm>
          <a:custGeom>
            <a:avLst/>
            <a:gdLst/>
            <a:ahLst/>
            <a:cxnLst/>
            <a:rect l="l" t="t" r="r" b="b"/>
            <a:pathLst>
              <a:path w="178594" h="238125">
                <a:moveTo>
                  <a:pt x="59531" y="44648"/>
                </a:moveTo>
                <a:lnTo>
                  <a:pt x="59531" y="74414"/>
                </a:lnTo>
                <a:lnTo>
                  <a:pt x="119062" y="74414"/>
                </a:lnTo>
                <a:lnTo>
                  <a:pt x="119062" y="44648"/>
                </a:lnTo>
                <a:cubicBezTo>
                  <a:pt x="119062" y="28231"/>
                  <a:pt x="105714" y="14883"/>
                  <a:pt x="89297" y="14883"/>
                </a:cubicBezTo>
                <a:cubicBezTo>
                  <a:pt x="72879" y="14883"/>
                  <a:pt x="59531" y="28231"/>
                  <a:pt x="59531" y="44648"/>
                </a:cubicBezTo>
                <a:close/>
                <a:moveTo>
                  <a:pt x="29766" y="74414"/>
                </a:moveTo>
                <a:lnTo>
                  <a:pt x="29766" y="44648"/>
                </a:lnTo>
                <a:cubicBezTo>
                  <a:pt x="29766" y="11767"/>
                  <a:pt x="56415" y="-14883"/>
                  <a:pt x="89297" y="-14883"/>
                </a:cubicBezTo>
                <a:cubicBezTo>
                  <a:pt x="122179" y="-14883"/>
                  <a:pt x="148828" y="11767"/>
                  <a:pt x="148828" y="44648"/>
                </a:cubicBezTo>
                <a:lnTo>
                  <a:pt x="148828" y="74414"/>
                </a:lnTo>
                <a:cubicBezTo>
                  <a:pt x="165246" y="74414"/>
                  <a:pt x="178594" y="87762"/>
                  <a:pt x="178594" y="104180"/>
                </a:cubicBezTo>
                <a:lnTo>
                  <a:pt x="178594" y="208359"/>
                </a:lnTo>
                <a:cubicBezTo>
                  <a:pt x="178594" y="224777"/>
                  <a:pt x="165246" y="238125"/>
                  <a:pt x="148828" y="238125"/>
                </a:cubicBezTo>
                <a:lnTo>
                  <a:pt x="29766" y="238125"/>
                </a:lnTo>
                <a:cubicBezTo>
                  <a:pt x="13348" y="238125"/>
                  <a:pt x="0" y="224777"/>
                  <a:pt x="0" y="208359"/>
                </a:cubicBezTo>
                <a:lnTo>
                  <a:pt x="0" y="104180"/>
                </a:lnTo>
                <a:cubicBezTo>
                  <a:pt x="0" y="87762"/>
                  <a:pt x="13348" y="74414"/>
                  <a:pt x="29766" y="74414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119188" y="3357563"/>
            <a:ext cx="11033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19188" y="3643313"/>
            <a:ext cx="1055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 + TLS/SSL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00063" y="4032250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73881" y="46165"/>
                </a:moveTo>
                <a:lnTo>
                  <a:pt x="56517" y="73946"/>
                </a:lnTo>
                <a:cubicBezTo>
                  <a:pt x="55606" y="75400"/>
                  <a:pt x="54043" y="76312"/>
                  <a:pt x="52329" y="76398"/>
                </a:cubicBezTo>
                <a:cubicBezTo>
                  <a:pt x="50614" y="76485"/>
                  <a:pt x="48964" y="75704"/>
                  <a:pt x="47944" y="74315"/>
                </a:cubicBezTo>
                <a:lnTo>
                  <a:pt x="37526" y="60424"/>
                </a:lnTo>
                <a:cubicBezTo>
                  <a:pt x="35790" y="58124"/>
                  <a:pt x="36268" y="54868"/>
                  <a:pt x="38568" y="53132"/>
                </a:cubicBezTo>
                <a:cubicBezTo>
                  <a:pt x="40869" y="51395"/>
                  <a:pt x="44124" y="51873"/>
                  <a:pt x="45861" y="54173"/>
                </a:cubicBezTo>
                <a:lnTo>
                  <a:pt x="51721" y="61987"/>
                </a:lnTo>
                <a:lnTo>
                  <a:pt x="65047" y="40652"/>
                </a:lnTo>
                <a:cubicBezTo>
                  <a:pt x="66566" y="38221"/>
                  <a:pt x="69779" y="37461"/>
                  <a:pt x="72231" y="39002"/>
                </a:cubicBezTo>
                <a:cubicBezTo>
                  <a:pt x="74684" y="40543"/>
                  <a:pt x="75422" y="43734"/>
                  <a:pt x="73881" y="46186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6594" y="3992563"/>
            <a:ext cx="161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Encrypted data transmission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00063" y="4286250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73881" y="46165"/>
                </a:moveTo>
                <a:lnTo>
                  <a:pt x="56517" y="73946"/>
                </a:lnTo>
                <a:cubicBezTo>
                  <a:pt x="55606" y="75400"/>
                  <a:pt x="54043" y="76312"/>
                  <a:pt x="52329" y="76398"/>
                </a:cubicBezTo>
                <a:cubicBezTo>
                  <a:pt x="50614" y="76485"/>
                  <a:pt x="48964" y="75704"/>
                  <a:pt x="47944" y="74315"/>
                </a:cubicBezTo>
                <a:lnTo>
                  <a:pt x="37526" y="60424"/>
                </a:lnTo>
                <a:cubicBezTo>
                  <a:pt x="35790" y="58124"/>
                  <a:pt x="36268" y="54868"/>
                  <a:pt x="38568" y="53132"/>
                </a:cubicBezTo>
                <a:cubicBezTo>
                  <a:pt x="40869" y="51395"/>
                  <a:pt x="44124" y="51873"/>
                  <a:pt x="45861" y="54173"/>
                </a:cubicBezTo>
                <a:lnTo>
                  <a:pt x="51721" y="61987"/>
                </a:lnTo>
                <a:lnTo>
                  <a:pt x="65047" y="40652"/>
                </a:lnTo>
                <a:cubicBezTo>
                  <a:pt x="66566" y="38221"/>
                  <a:pt x="69779" y="37461"/>
                  <a:pt x="72231" y="39002"/>
                </a:cubicBezTo>
                <a:cubicBezTo>
                  <a:pt x="74684" y="40543"/>
                  <a:pt x="75422" y="43734"/>
                  <a:pt x="73881" y="46186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6594" y="4246563"/>
            <a:ext cx="1325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Secure communication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00063" y="4540250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73881" y="46165"/>
                </a:moveTo>
                <a:lnTo>
                  <a:pt x="56517" y="73946"/>
                </a:lnTo>
                <a:cubicBezTo>
                  <a:pt x="55606" y="75400"/>
                  <a:pt x="54043" y="76312"/>
                  <a:pt x="52329" y="76398"/>
                </a:cubicBezTo>
                <a:cubicBezTo>
                  <a:pt x="50614" y="76485"/>
                  <a:pt x="48964" y="75704"/>
                  <a:pt x="47944" y="74315"/>
                </a:cubicBezTo>
                <a:lnTo>
                  <a:pt x="37526" y="60424"/>
                </a:lnTo>
                <a:cubicBezTo>
                  <a:pt x="35790" y="58124"/>
                  <a:pt x="36268" y="54868"/>
                  <a:pt x="38568" y="53132"/>
                </a:cubicBezTo>
                <a:cubicBezTo>
                  <a:pt x="40869" y="51395"/>
                  <a:pt x="44124" y="51873"/>
                  <a:pt x="45861" y="54173"/>
                </a:cubicBezTo>
                <a:lnTo>
                  <a:pt x="51721" y="61987"/>
                </a:lnTo>
                <a:lnTo>
                  <a:pt x="65047" y="40652"/>
                </a:lnTo>
                <a:cubicBezTo>
                  <a:pt x="66566" y="38221"/>
                  <a:pt x="69779" y="37461"/>
                  <a:pt x="72231" y="39002"/>
                </a:cubicBezTo>
                <a:cubicBezTo>
                  <a:pt x="74684" y="40543"/>
                  <a:pt x="75422" y="43734"/>
                  <a:pt x="73881" y="46186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6594" y="4500563"/>
            <a:ext cx="1230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Server authentication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00063" y="4794250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73881" y="46165"/>
                </a:moveTo>
                <a:lnTo>
                  <a:pt x="56517" y="73946"/>
                </a:lnTo>
                <a:cubicBezTo>
                  <a:pt x="55606" y="75400"/>
                  <a:pt x="54043" y="76312"/>
                  <a:pt x="52329" y="76398"/>
                </a:cubicBezTo>
                <a:cubicBezTo>
                  <a:pt x="50614" y="76485"/>
                  <a:pt x="48964" y="75704"/>
                  <a:pt x="47944" y="74315"/>
                </a:cubicBezTo>
                <a:lnTo>
                  <a:pt x="37526" y="60424"/>
                </a:lnTo>
                <a:cubicBezTo>
                  <a:pt x="35790" y="58124"/>
                  <a:pt x="36268" y="54868"/>
                  <a:pt x="38568" y="53132"/>
                </a:cubicBezTo>
                <a:cubicBezTo>
                  <a:pt x="40869" y="51395"/>
                  <a:pt x="44124" y="51873"/>
                  <a:pt x="45861" y="54173"/>
                </a:cubicBezTo>
                <a:lnTo>
                  <a:pt x="51721" y="61987"/>
                </a:lnTo>
                <a:lnTo>
                  <a:pt x="65047" y="40652"/>
                </a:lnTo>
                <a:cubicBezTo>
                  <a:pt x="66566" y="38221"/>
                  <a:pt x="69779" y="37461"/>
                  <a:pt x="72231" y="39002"/>
                </a:cubicBezTo>
                <a:cubicBezTo>
                  <a:pt x="74684" y="40543"/>
                  <a:pt x="75422" y="43734"/>
                  <a:pt x="73881" y="46186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86594" y="4754563"/>
            <a:ext cx="1325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Required in production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99188" y="1119188"/>
            <a:ext cx="5667375" cy="3254375"/>
          </a:xfrm>
          <a:custGeom>
            <a:avLst/>
            <a:gdLst/>
            <a:ahLst/>
            <a:cxnLst/>
            <a:rect l="l" t="t" r="r" b="b"/>
            <a:pathLst>
              <a:path w="5667375" h="3254375">
                <a:moveTo>
                  <a:pt x="126986" y="0"/>
                </a:moveTo>
                <a:lnTo>
                  <a:pt x="5540389" y="0"/>
                </a:lnTo>
                <a:cubicBezTo>
                  <a:pt x="5610475" y="0"/>
                  <a:pt x="5667375" y="56900"/>
                  <a:pt x="5667375" y="126986"/>
                </a:cubicBezTo>
                <a:lnTo>
                  <a:pt x="5667375" y="3127389"/>
                </a:lnTo>
                <a:cubicBezTo>
                  <a:pt x="5667375" y="3197522"/>
                  <a:pt x="5610522" y="3254375"/>
                  <a:pt x="5540389" y="3254375"/>
                </a:cubicBezTo>
                <a:lnTo>
                  <a:pt x="126986" y="3254375"/>
                </a:lnTo>
                <a:cubicBezTo>
                  <a:pt x="56853" y="3254375"/>
                  <a:pt x="0" y="3197522"/>
                  <a:pt x="0" y="3127389"/>
                </a:cubicBezTo>
                <a:lnTo>
                  <a:pt x="0" y="126986"/>
                </a:lnTo>
                <a:cubicBezTo>
                  <a:pt x="0" y="56853"/>
                  <a:pt x="56853" y="0"/>
                  <a:pt x="126986" y="0"/>
                </a:cubicBezTo>
                <a:close/>
              </a:path>
            </a:pathLst>
          </a:custGeom>
          <a:gradFill flip="none" rotWithShape="1">
            <a:gsLst>
              <a:gs pos="0">
                <a:srgbClr val="4A9EF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25400">
            <a:solidFill>
              <a:srgbClr val="4A9E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385719" y="1317625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0"/>
                </a:moveTo>
                <a:cubicBezTo>
                  <a:pt x="80801" y="0"/>
                  <a:pt x="82228" y="310"/>
                  <a:pt x="83530" y="899"/>
                </a:cubicBezTo>
                <a:lnTo>
                  <a:pt x="141945" y="25673"/>
                </a:lnTo>
                <a:cubicBezTo>
                  <a:pt x="148766" y="28556"/>
                  <a:pt x="153851" y="35285"/>
                  <a:pt x="153820" y="43408"/>
                </a:cubicBezTo>
                <a:cubicBezTo>
                  <a:pt x="153665" y="74166"/>
                  <a:pt x="141015" y="130442"/>
                  <a:pt x="87592" y="156021"/>
                </a:cubicBezTo>
                <a:cubicBezTo>
                  <a:pt x="82414" y="158502"/>
                  <a:pt x="76398" y="158502"/>
                  <a:pt x="71220" y="156021"/>
                </a:cubicBezTo>
                <a:cubicBezTo>
                  <a:pt x="17766" y="130442"/>
                  <a:pt x="5147" y="74166"/>
                  <a:pt x="4992" y="43408"/>
                </a:cubicBezTo>
                <a:cubicBezTo>
                  <a:pt x="4961" y="35285"/>
                  <a:pt x="10046" y="28556"/>
                  <a:pt x="16867" y="25673"/>
                </a:cubicBezTo>
                <a:lnTo>
                  <a:pt x="75251" y="899"/>
                </a:lnTo>
                <a:cubicBezTo>
                  <a:pt x="76553" y="310"/>
                  <a:pt x="77949" y="0"/>
                  <a:pt x="79375" y="0"/>
                </a:cubicBezTo>
                <a:close/>
                <a:moveTo>
                  <a:pt x="79375" y="20712"/>
                </a:moveTo>
                <a:lnTo>
                  <a:pt x="79375" y="137945"/>
                </a:lnTo>
                <a:cubicBezTo>
                  <a:pt x="122163" y="117233"/>
                  <a:pt x="133666" y="71344"/>
                  <a:pt x="133945" y="43873"/>
                </a:cubicBezTo>
                <a:lnTo>
                  <a:pt x="79375" y="20743"/>
                </a:lnTo>
                <a:lnTo>
                  <a:pt x="79375" y="20743"/>
                </a:ln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564313" y="1285875"/>
            <a:ext cx="5214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HTTPS is Mandatory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81750" y="1635125"/>
            <a:ext cx="5318125" cy="571500"/>
          </a:xfrm>
          <a:custGeom>
            <a:avLst/>
            <a:gdLst/>
            <a:ahLst/>
            <a:cxnLst/>
            <a:rect l="l" t="t" r="r" b="b"/>
            <a:pathLst>
              <a:path w="5318125" h="571500">
                <a:moveTo>
                  <a:pt x="31750" y="0"/>
                </a:moveTo>
                <a:lnTo>
                  <a:pt x="5254626" y="0"/>
                </a:lnTo>
                <a:cubicBezTo>
                  <a:pt x="5289695" y="0"/>
                  <a:pt x="5318125" y="28430"/>
                  <a:pt x="5318125" y="63499"/>
                </a:cubicBezTo>
                <a:lnTo>
                  <a:pt x="5318125" y="508001"/>
                </a:lnTo>
                <a:cubicBezTo>
                  <a:pt x="5318125" y="543070"/>
                  <a:pt x="5289695" y="571500"/>
                  <a:pt x="5254626" y="571500"/>
                </a:cubicBezTo>
                <a:lnTo>
                  <a:pt x="31750" y="571500"/>
                </a:lnTo>
                <a:cubicBezTo>
                  <a:pt x="14227" y="571500"/>
                  <a:pt x="0" y="557273"/>
                  <a:pt x="0" y="53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381750" y="1635125"/>
            <a:ext cx="31750" cy="571500"/>
          </a:xfrm>
          <a:custGeom>
            <a:avLst/>
            <a:gdLst/>
            <a:ahLst/>
            <a:cxnLst/>
            <a:rect l="l" t="t" r="r" b="b"/>
            <a:pathLst>
              <a:path w="31750" h="571500">
                <a:moveTo>
                  <a:pt x="31750" y="0"/>
                </a:moveTo>
                <a:lnTo>
                  <a:pt x="31750" y="0"/>
                </a:lnTo>
                <a:lnTo>
                  <a:pt x="31750" y="571500"/>
                </a:lnTo>
                <a:lnTo>
                  <a:pt x="31750" y="571500"/>
                </a:lnTo>
                <a:cubicBezTo>
                  <a:pt x="14227" y="571500"/>
                  <a:pt x="0" y="557273"/>
                  <a:pt x="0" y="53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492875" y="1730375"/>
            <a:ext cx="5175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Protection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92875" y="1952625"/>
            <a:ext cx="516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Prevents man-in-the-middle attacks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81750" y="2301875"/>
            <a:ext cx="5318125" cy="571500"/>
          </a:xfrm>
          <a:custGeom>
            <a:avLst/>
            <a:gdLst/>
            <a:ahLst/>
            <a:cxnLst/>
            <a:rect l="l" t="t" r="r" b="b"/>
            <a:pathLst>
              <a:path w="5318125" h="571500">
                <a:moveTo>
                  <a:pt x="31750" y="0"/>
                </a:moveTo>
                <a:lnTo>
                  <a:pt x="5254626" y="0"/>
                </a:lnTo>
                <a:cubicBezTo>
                  <a:pt x="5289695" y="0"/>
                  <a:pt x="5318125" y="28430"/>
                  <a:pt x="5318125" y="63499"/>
                </a:cubicBezTo>
                <a:lnTo>
                  <a:pt x="5318125" y="508001"/>
                </a:lnTo>
                <a:cubicBezTo>
                  <a:pt x="5318125" y="543070"/>
                  <a:pt x="5289695" y="571500"/>
                  <a:pt x="5254626" y="571500"/>
                </a:cubicBezTo>
                <a:lnTo>
                  <a:pt x="31750" y="571500"/>
                </a:lnTo>
                <a:cubicBezTo>
                  <a:pt x="14227" y="571500"/>
                  <a:pt x="0" y="557273"/>
                  <a:pt x="0" y="53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381750" y="2301875"/>
            <a:ext cx="31750" cy="571500"/>
          </a:xfrm>
          <a:custGeom>
            <a:avLst/>
            <a:gdLst/>
            <a:ahLst/>
            <a:cxnLst/>
            <a:rect l="l" t="t" r="r" b="b"/>
            <a:pathLst>
              <a:path w="31750" h="571500">
                <a:moveTo>
                  <a:pt x="31750" y="0"/>
                </a:moveTo>
                <a:lnTo>
                  <a:pt x="31750" y="0"/>
                </a:lnTo>
                <a:lnTo>
                  <a:pt x="31750" y="571500"/>
                </a:lnTo>
                <a:lnTo>
                  <a:pt x="31750" y="571500"/>
                </a:lnTo>
                <a:cubicBezTo>
                  <a:pt x="14227" y="571500"/>
                  <a:pt x="0" y="557273"/>
                  <a:pt x="0" y="53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492875" y="2397125"/>
            <a:ext cx="5175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Trust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492875" y="2619375"/>
            <a:ext cx="516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Browser shows security indicators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81750" y="2968625"/>
            <a:ext cx="5318125" cy="571500"/>
          </a:xfrm>
          <a:custGeom>
            <a:avLst/>
            <a:gdLst/>
            <a:ahLst/>
            <a:cxnLst/>
            <a:rect l="l" t="t" r="r" b="b"/>
            <a:pathLst>
              <a:path w="5318125" h="571500">
                <a:moveTo>
                  <a:pt x="31750" y="0"/>
                </a:moveTo>
                <a:lnTo>
                  <a:pt x="5254626" y="0"/>
                </a:lnTo>
                <a:cubicBezTo>
                  <a:pt x="5289695" y="0"/>
                  <a:pt x="5318125" y="28430"/>
                  <a:pt x="5318125" y="63499"/>
                </a:cubicBezTo>
                <a:lnTo>
                  <a:pt x="5318125" y="508001"/>
                </a:lnTo>
                <a:cubicBezTo>
                  <a:pt x="5318125" y="543070"/>
                  <a:pt x="5289695" y="571500"/>
                  <a:pt x="5254626" y="571500"/>
                </a:cubicBezTo>
                <a:lnTo>
                  <a:pt x="31750" y="571500"/>
                </a:lnTo>
                <a:cubicBezTo>
                  <a:pt x="14227" y="571500"/>
                  <a:pt x="0" y="557273"/>
                  <a:pt x="0" y="53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381750" y="2968625"/>
            <a:ext cx="31750" cy="571500"/>
          </a:xfrm>
          <a:custGeom>
            <a:avLst/>
            <a:gdLst/>
            <a:ahLst/>
            <a:cxnLst/>
            <a:rect l="l" t="t" r="r" b="b"/>
            <a:pathLst>
              <a:path w="31750" h="571500">
                <a:moveTo>
                  <a:pt x="31750" y="0"/>
                </a:moveTo>
                <a:lnTo>
                  <a:pt x="31750" y="0"/>
                </a:lnTo>
                <a:lnTo>
                  <a:pt x="31750" y="571500"/>
                </a:lnTo>
                <a:lnTo>
                  <a:pt x="31750" y="571500"/>
                </a:lnTo>
                <a:cubicBezTo>
                  <a:pt x="14227" y="571500"/>
                  <a:pt x="0" y="557273"/>
                  <a:pt x="0" y="53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492875" y="3063875"/>
            <a:ext cx="5175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SEO Ranking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492875" y="3286125"/>
            <a:ext cx="516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Google prioritizes HTTPS sites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81750" y="3635375"/>
            <a:ext cx="5318125" cy="571500"/>
          </a:xfrm>
          <a:custGeom>
            <a:avLst/>
            <a:gdLst/>
            <a:ahLst/>
            <a:cxnLst/>
            <a:rect l="l" t="t" r="r" b="b"/>
            <a:pathLst>
              <a:path w="5318125" h="571500">
                <a:moveTo>
                  <a:pt x="31750" y="0"/>
                </a:moveTo>
                <a:lnTo>
                  <a:pt x="5254626" y="0"/>
                </a:lnTo>
                <a:cubicBezTo>
                  <a:pt x="5289695" y="0"/>
                  <a:pt x="5318125" y="28430"/>
                  <a:pt x="5318125" y="63499"/>
                </a:cubicBezTo>
                <a:lnTo>
                  <a:pt x="5318125" y="508001"/>
                </a:lnTo>
                <a:cubicBezTo>
                  <a:pt x="5318125" y="543070"/>
                  <a:pt x="5289695" y="571500"/>
                  <a:pt x="5254626" y="571500"/>
                </a:cubicBezTo>
                <a:lnTo>
                  <a:pt x="31750" y="571500"/>
                </a:lnTo>
                <a:cubicBezTo>
                  <a:pt x="14227" y="571500"/>
                  <a:pt x="0" y="557273"/>
                  <a:pt x="0" y="53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381750" y="3635375"/>
            <a:ext cx="31750" cy="571500"/>
          </a:xfrm>
          <a:custGeom>
            <a:avLst/>
            <a:gdLst/>
            <a:ahLst/>
            <a:cxnLst/>
            <a:rect l="l" t="t" r="r" b="b"/>
            <a:pathLst>
              <a:path w="31750" h="571500">
                <a:moveTo>
                  <a:pt x="31750" y="0"/>
                </a:moveTo>
                <a:lnTo>
                  <a:pt x="31750" y="0"/>
                </a:lnTo>
                <a:lnTo>
                  <a:pt x="31750" y="571500"/>
                </a:lnTo>
                <a:lnTo>
                  <a:pt x="31750" y="571500"/>
                </a:lnTo>
                <a:cubicBezTo>
                  <a:pt x="14227" y="571500"/>
                  <a:pt x="0" y="557273"/>
                  <a:pt x="0" y="53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492875" y="3730625"/>
            <a:ext cx="5175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Compliance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492875" y="3952875"/>
            <a:ext cx="516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Required for PCI DSS, GDPR….algorithms / package..</a:t>
            </a:r>
            <a:r>
              <a:rPr lang="en-US" sz="875" dirty="0" err="1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e.g</a:t>
            </a:r>
            <a:r>
              <a:rPr lang="en-US" sz="875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chrome blocks for security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195219" y="4544219"/>
            <a:ext cx="5675313" cy="2865438"/>
          </a:xfrm>
          <a:custGeom>
            <a:avLst/>
            <a:gdLst/>
            <a:ahLst/>
            <a:cxnLst/>
            <a:rect l="l" t="t" r="r" b="b"/>
            <a:pathLst>
              <a:path w="5675313" h="2865438">
                <a:moveTo>
                  <a:pt x="95247" y="0"/>
                </a:moveTo>
                <a:lnTo>
                  <a:pt x="5580065" y="0"/>
                </a:lnTo>
                <a:cubicBezTo>
                  <a:pt x="5632669" y="0"/>
                  <a:pt x="5675313" y="42644"/>
                  <a:pt x="5675313" y="95247"/>
                </a:cubicBezTo>
                <a:lnTo>
                  <a:pt x="5675313" y="2770190"/>
                </a:lnTo>
                <a:cubicBezTo>
                  <a:pt x="5675313" y="2822794"/>
                  <a:pt x="5632669" y="2865438"/>
                  <a:pt x="5580065" y="2865438"/>
                </a:cubicBezTo>
                <a:lnTo>
                  <a:pt x="95247" y="2865438"/>
                </a:lnTo>
                <a:cubicBezTo>
                  <a:pt x="42644" y="2865438"/>
                  <a:pt x="0" y="2822794"/>
                  <a:pt x="0" y="2770190"/>
                </a:cubicBezTo>
                <a:lnTo>
                  <a:pt x="0" y="95247"/>
                </a:lnTo>
                <a:cubicBezTo>
                  <a:pt x="0" y="42644"/>
                  <a:pt x="42644" y="0"/>
                  <a:pt x="95247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9E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357938" y="4706938"/>
            <a:ext cx="5421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HTTPS in Node.js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361906" y="5060156"/>
            <a:ext cx="5341938" cy="2182813"/>
          </a:xfrm>
          <a:custGeom>
            <a:avLst/>
            <a:gdLst/>
            <a:ahLst/>
            <a:cxnLst/>
            <a:rect l="l" t="t" r="r" b="b"/>
            <a:pathLst>
              <a:path w="5341938" h="2182813">
                <a:moveTo>
                  <a:pt x="63498" y="0"/>
                </a:moveTo>
                <a:lnTo>
                  <a:pt x="5278439" y="0"/>
                </a:lnTo>
                <a:cubicBezTo>
                  <a:pt x="5313508" y="0"/>
                  <a:pt x="5341938" y="28429"/>
                  <a:pt x="5341938" y="63498"/>
                </a:cubicBezTo>
                <a:lnTo>
                  <a:pt x="5341938" y="2119314"/>
                </a:lnTo>
                <a:cubicBezTo>
                  <a:pt x="5341938" y="2154383"/>
                  <a:pt x="5313508" y="2182813"/>
                  <a:pt x="5278439" y="2182813"/>
                </a:cubicBezTo>
                <a:lnTo>
                  <a:pt x="63498" y="2182813"/>
                </a:lnTo>
                <a:cubicBezTo>
                  <a:pt x="28429" y="2182813"/>
                  <a:pt x="0" y="2154383"/>
                  <a:pt x="0" y="2119314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 w="12700">
            <a:solidFill>
              <a:srgbClr val="4A9EF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461125" y="5159375"/>
            <a:ext cx="5199063" cy="198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const</a:t>
            </a:r>
            <a:r>
              <a:rPr lang="en-US" sz="875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https = </a:t>
            </a:r>
            <a:r>
              <a:rPr lang="en-US" sz="875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require</a:t>
            </a:r>
            <a:r>
              <a:rPr lang="en-US" sz="875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875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"https"</a:t>
            </a:r>
            <a:r>
              <a:rPr lang="en-US" sz="875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const</a:t>
            </a:r>
            <a:r>
              <a:rPr lang="en-US" sz="875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fs = </a:t>
            </a:r>
            <a:r>
              <a:rPr lang="en-US" sz="875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require</a:t>
            </a:r>
            <a:r>
              <a:rPr lang="en-US" sz="875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875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"fs"</a:t>
            </a:r>
            <a:r>
              <a:rPr lang="en-US" sz="875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const</a:t>
            </a:r>
            <a:r>
              <a:rPr lang="en-US" sz="875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options =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key: fs.</a:t>
            </a:r>
            <a:r>
              <a:rPr lang="en-US" sz="875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readFileSync</a:t>
            </a:r>
            <a:r>
              <a:rPr lang="en-US" sz="875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875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"key.pem"</a:t>
            </a:r>
            <a:r>
              <a:rPr lang="en-US" sz="875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cert: fs.</a:t>
            </a:r>
            <a:r>
              <a:rPr lang="en-US" sz="875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readFileSync</a:t>
            </a:r>
            <a:r>
              <a:rPr lang="en-US" sz="875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875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"cert.pem"</a:t>
            </a:r>
            <a:r>
              <a:rPr lang="en-US" sz="875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https.</a:t>
            </a:r>
            <a:r>
              <a:rPr lang="en-US" sz="875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createServer</a:t>
            </a:r>
            <a:r>
              <a:rPr lang="en-US" sz="875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(options, (req, res) =&gt;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res.</a:t>
            </a:r>
            <a:r>
              <a:rPr lang="en-US" sz="875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end</a:t>
            </a:r>
            <a:r>
              <a:rPr lang="en-US" sz="875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875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"Secure!"</a:t>
            </a:r>
            <a:r>
              <a:rPr lang="en-US" sz="875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}).</a:t>
            </a:r>
            <a:r>
              <a:rPr lang="en-US" sz="875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listen</a:t>
            </a:r>
            <a:r>
              <a:rPr lang="en-US" sz="875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875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443</a:t>
            </a:r>
            <a:r>
              <a:rPr lang="en-US" sz="875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kern="0" spc="120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HTTPS &amp; SECURITY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TLS Concepts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338263"/>
            <a:ext cx="2133600" cy="2047875"/>
          </a:xfrm>
          <a:custGeom>
            <a:avLst/>
            <a:gdLst/>
            <a:ahLst/>
            <a:cxnLst/>
            <a:rect l="l" t="t" r="r" b="b"/>
            <a:pathLst>
              <a:path w="2133600" h="2047875">
                <a:moveTo>
                  <a:pt x="152403" y="0"/>
                </a:moveTo>
                <a:lnTo>
                  <a:pt x="1981197" y="0"/>
                </a:lnTo>
                <a:cubicBezTo>
                  <a:pt x="2065311" y="0"/>
                  <a:pt x="2133600" y="68289"/>
                  <a:pt x="2133600" y="152403"/>
                </a:cubicBezTo>
                <a:lnTo>
                  <a:pt x="2133600" y="1895472"/>
                </a:lnTo>
                <a:cubicBezTo>
                  <a:pt x="2133600" y="1979586"/>
                  <a:pt x="2065311" y="2047875"/>
                  <a:pt x="1981197" y="2047875"/>
                </a:cubicBezTo>
                <a:lnTo>
                  <a:pt x="152403" y="2047875"/>
                </a:lnTo>
                <a:cubicBezTo>
                  <a:pt x="68289" y="2047875"/>
                  <a:pt x="0" y="1979586"/>
                  <a:pt x="0" y="1895472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gradFill flip="none" rotWithShape="1">
            <a:gsLst>
              <a:gs pos="0">
                <a:srgbClr val="4A9EF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9EF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81025" y="15335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02469" y="166687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0050" y="31700"/>
                </a:moveTo>
                <a:lnTo>
                  <a:pt x="56666" y="79921"/>
                </a:lnTo>
                <a:cubicBezTo>
                  <a:pt x="54955" y="81818"/>
                  <a:pt x="55029" y="84758"/>
                  <a:pt x="56852" y="86581"/>
                </a:cubicBezTo>
                <a:cubicBezTo>
                  <a:pt x="68200" y="97929"/>
                  <a:pt x="86618" y="97929"/>
                  <a:pt x="97966" y="86581"/>
                </a:cubicBezTo>
                <a:lnTo>
                  <a:pt x="109798" y="74749"/>
                </a:lnTo>
                <a:cubicBezTo>
                  <a:pt x="111361" y="73186"/>
                  <a:pt x="113333" y="72330"/>
                  <a:pt x="115342" y="72182"/>
                </a:cubicBezTo>
                <a:cubicBezTo>
                  <a:pt x="117872" y="71958"/>
                  <a:pt x="120476" y="72814"/>
                  <a:pt x="122411" y="74749"/>
                </a:cubicBezTo>
                <a:lnTo>
                  <a:pt x="188119" y="139898"/>
                </a:lnTo>
                <a:lnTo>
                  <a:pt x="214313" y="119063"/>
                </a:lnTo>
                <a:lnTo>
                  <a:pt x="214313" y="11906"/>
                </a:lnTo>
                <a:lnTo>
                  <a:pt x="172641" y="35719"/>
                </a:lnTo>
                <a:lnTo>
                  <a:pt x="163785" y="29803"/>
                </a:lnTo>
                <a:cubicBezTo>
                  <a:pt x="157907" y="25896"/>
                  <a:pt x="151023" y="23812"/>
                  <a:pt x="143954" y="23812"/>
                </a:cubicBezTo>
                <a:lnTo>
                  <a:pt x="117760" y="23812"/>
                </a:lnTo>
                <a:cubicBezTo>
                  <a:pt x="117351" y="23812"/>
                  <a:pt x="116904" y="23812"/>
                  <a:pt x="116495" y="23850"/>
                </a:cubicBezTo>
                <a:cubicBezTo>
                  <a:pt x="110207" y="24185"/>
                  <a:pt x="104291" y="27012"/>
                  <a:pt x="100050" y="31700"/>
                </a:cubicBezTo>
                <a:close/>
                <a:moveTo>
                  <a:pt x="43383" y="67977"/>
                </a:moveTo>
                <a:lnTo>
                  <a:pt x="83121" y="23812"/>
                </a:lnTo>
                <a:lnTo>
                  <a:pt x="68387" y="23812"/>
                </a:lnTo>
                <a:cubicBezTo>
                  <a:pt x="58899" y="23812"/>
                  <a:pt x="49820" y="27570"/>
                  <a:pt x="43123" y="34268"/>
                </a:cubicBezTo>
                <a:lnTo>
                  <a:pt x="41672" y="35719"/>
                </a:lnTo>
                <a:lnTo>
                  <a:pt x="0" y="11906"/>
                </a:lnTo>
                <a:lnTo>
                  <a:pt x="0" y="119063"/>
                </a:lnTo>
                <a:lnTo>
                  <a:pt x="58192" y="167543"/>
                </a:lnTo>
                <a:cubicBezTo>
                  <a:pt x="66749" y="174687"/>
                  <a:pt x="77539" y="178594"/>
                  <a:pt x="88664" y="178594"/>
                </a:cubicBezTo>
                <a:lnTo>
                  <a:pt x="94506" y="178594"/>
                </a:lnTo>
                <a:lnTo>
                  <a:pt x="91901" y="175989"/>
                </a:lnTo>
                <a:cubicBezTo>
                  <a:pt x="88404" y="172492"/>
                  <a:pt x="88404" y="166836"/>
                  <a:pt x="91901" y="163376"/>
                </a:cubicBezTo>
                <a:cubicBezTo>
                  <a:pt x="95399" y="159916"/>
                  <a:pt x="101054" y="159879"/>
                  <a:pt x="104515" y="163376"/>
                </a:cubicBezTo>
                <a:lnTo>
                  <a:pt x="119769" y="178631"/>
                </a:lnTo>
                <a:lnTo>
                  <a:pt x="123118" y="178631"/>
                </a:lnTo>
                <a:cubicBezTo>
                  <a:pt x="130225" y="178631"/>
                  <a:pt x="137182" y="177031"/>
                  <a:pt x="143508" y="174054"/>
                </a:cubicBezTo>
                <a:lnTo>
                  <a:pt x="133573" y="164083"/>
                </a:lnTo>
                <a:cubicBezTo>
                  <a:pt x="130076" y="160586"/>
                  <a:pt x="130076" y="154930"/>
                  <a:pt x="133573" y="151470"/>
                </a:cubicBezTo>
                <a:cubicBezTo>
                  <a:pt x="137071" y="148010"/>
                  <a:pt x="142726" y="147972"/>
                  <a:pt x="146186" y="151470"/>
                </a:cubicBezTo>
                <a:lnTo>
                  <a:pt x="158093" y="163376"/>
                </a:lnTo>
                <a:lnTo>
                  <a:pt x="164604" y="156865"/>
                </a:lnTo>
                <a:cubicBezTo>
                  <a:pt x="167915" y="153553"/>
                  <a:pt x="168883" y="148754"/>
                  <a:pt x="167432" y="144549"/>
                </a:cubicBezTo>
                <a:lnTo>
                  <a:pt x="116123" y="93650"/>
                </a:lnTo>
                <a:lnTo>
                  <a:pt x="110579" y="99194"/>
                </a:lnTo>
                <a:cubicBezTo>
                  <a:pt x="92236" y="117537"/>
                  <a:pt x="62545" y="117537"/>
                  <a:pt x="44202" y="99194"/>
                </a:cubicBezTo>
                <a:cubicBezTo>
                  <a:pt x="35644" y="90636"/>
                  <a:pt x="35309" y="76907"/>
                  <a:pt x="43383" y="67940"/>
                </a:cubicBez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81025" y="2105025"/>
            <a:ext cx="1838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Handshake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81025" y="2447925"/>
            <a:ext cx="18192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Initial process where client and server agree on encryption parameters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676823" y="1338263"/>
            <a:ext cx="2133600" cy="2047875"/>
          </a:xfrm>
          <a:custGeom>
            <a:avLst/>
            <a:gdLst/>
            <a:ahLst/>
            <a:cxnLst/>
            <a:rect l="l" t="t" r="r" b="b"/>
            <a:pathLst>
              <a:path w="2133600" h="2047875">
                <a:moveTo>
                  <a:pt x="152403" y="0"/>
                </a:moveTo>
                <a:lnTo>
                  <a:pt x="1981197" y="0"/>
                </a:lnTo>
                <a:cubicBezTo>
                  <a:pt x="2065311" y="0"/>
                  <a:pt x="2133600" y="68289"/>
                  <a:pt x="2133600" y="152403"/>
                </a:cubicBezTo>
                <a:lnTo>
                  <a:pt x="2133600" y="1895472"/>
                </a:lnTo>
                <a:cubicBezTo>
                  <a:pt x="2133600" y="1979586"/>
                  <a:pt x="2065311" y="2047875"/>
                  <a:pt x="1981197" y="2047875"/>
                </a:cubicBezTo>
                <a:lnTo>
                  <a:pt x="152403" y="2047875"/>
                </a:lnTo>
                <a:cubicBezTo>
                  <a:pt x="68289" y="2047875"/>
                  <a:pt x="0" y="1979586"/>
                  <a:pt x="0" y="1895472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gradFill flip="none" rotWithShape="1">
            <a:gsLst>
              <a:gs pos="0">
                <a:srgbClr val="4ADE8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872085" y="15335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993529" y="166687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88999" y="-2977"/>
                </a:moveTo>
                <a:cubicBezTo>
                  <a:pt x="86730" y="-5283"/>
                  <a:pt x="83418" y="-6214"/>
                  <a:pt x="80293" y="-5358"/>
                </a:cubicBezTo>
                <a:cubicBezTo>
                  <a:pt x="77167" y="-4502"/>
                  <a:pt x="74749" y="-2084"/>
                  <a:pt x="73968" y="1042"/>
                </a:cubicBezTo>
                <a:lnTo>
                  <a:pt x="68275" y="23440"/>
                </a:lnTo>
                <a:cubicBezTo>
                  <a:pt x="67866" y="25078"/>
                  <a:pt x="66191" y="26045"/>
                  <a:pt x="64591" y="25561"/>
                </a:cubicBezTo>
                <a:lnTo>
                  <a:pt x="42342" y="19310"/>
                </a:lnTo>
                <a:cubicBezTo>
                  <a:pt x="39216" y="18417"/>
                  <a:pt x="35868" y="19310"/>
                  <a:pt x="33598" y="21580"/>
                </a:cubicBezTo>
                <a:cubicBezTo>
                  <a:pt x="31328" y="23850"/>
                  <a:pt x="30435" y="27198"/>
                  <a:pt x="31328" y="30324"/>
                </a:cubicBezTo>
                <a:lnTo>
                  <a:pt x="37616" y="52574"/>
                </a:lnTo>
                <a:cubicBezTo>
                  <a:pt x="38063" y="54173"/>
                  <a:pt x="37095" y="55848"/>
                  <a:pt x="35496" y="56257"/>
                </a:cubicBezTo>
                <a:lnTo>
                  <a:pt x="13060" y="61950"/>
                </a:lnTo>
                <a:cubicBezTo>
                  <a:pt x="9934" y="62731"/>
                  <a:pt x="7479" y="65187"/>
                  <a:pt x="6623" y="68312"/>
                </a:cubicBezTo>
                <a:cubicBezTo>
                  <a:pt x="5767" y="71438"/>
                  <a:pt x="6697" y="74749"/>
                  <a:pt x="9004" y="77019"/>
                </a:cubicBezTo>
                <a:lnTo>
                  <a:pt x="25561" y="93129"/>
                </a:lnTo>
                <a:cubicBezTo>
                  <a:pt x="26752" y="94283"/>
                  <a:pt x="26752" y="96217"/>
                  <a:pt x="25561" y="97408"/>
                </a:cubicBezTo>
                <a:lnTo>
                  <a:pt x="9041" y="113519"/>
                </a:lnTo>
                <a:cubicBezTo>
                  <a:pt x="6734" y="115788"/>
                  <a:pt x="5804" y="119100"/>
                  <a:pt x="6660" y="122225"/>
                </a:cubicBezTo>
                <a:cubicBezTo>
                  <a:pt x="7516" y="125350"/>
                  <a:pt x="9971" y="127769"/>
                  <a:pt x="13097" y="128588"/>
                </a:cubicBezTo>
                <a:lnTo>
                  <a:pt x="35496" y="134280"/>
                </a:lnTo>
                <a:cubicBezTo>
                  <a:pt x="37133" y="134689"/>
                  <a:pt x="38100" y="136364"/>
                  <a:pt x="37616" y="137964"/>
                </a:cubicBezTo>
                <a:lnTo>
                  <a:pt x="31328" y="160176"/>
                </a:lnTo>
                <a:cubicBezTo>
                  <a:pt x="30435" y="163302"/>
                  <a:pt x="31328" y="166650"/>
                  <a:pt x="33598" y="168920"/>
                </a:cubicBezTo>
                <a:cubicBezTo>
                  <a:pt x="35868" y="171190"/>
                  <a:pt x="39216" y="172083"/>
                  <a:pt x="42342" y="171190"/>
                </a:cubicBezTo>
                <a:lnTo>
                  <a:pt x="64591" y="164902"/>
                </a:lnTo>
                <a:cubicBezTo>
                  <a:pt x="66191" y="164455"/>
                  <a:pt x="67866" y="165422"/>
                  <a:pt x="68275" y="167022"/>
                </a:cubicBezTo>
                <a:lnTo>
                  <a:pt x="73968" y="189421"/>
                </a:lnTo>
                <a:cubicBezTo>
                  <a:pt x="74749" y="192546"/>
                  <a:pt x="77205" y="195002"/>
                  <a:pt x="80330" y="195858"/>
                </a:cubicBezTo>
                <a:cubicBezTo>
                  <a:pt x="83455" y="196714"/>
                  <a:pt x="86767" y="195783"/>
                  <a:pt x="89036" y="193477"/>
                </a:cubicBezTo>
                <a:lnTo>
                  <a:pt x="105147" y="176919"/>
                </a:lnTo>
                <a:cubicBezTo>
                  <a:pt x="106300" y="175729"/>
                  <a:pt x="108235" y="175729"/>
                  <a:pt x="109426" y="176919"/>
                </a:cubicBezTo>
                <a:lnTo>
                  <a:pt x="125499" y="193477"/>
                </a:lnTo>
                <a:cubicBezTo>
                  <a:pt x="127769" y="195783"/>
                  <a:pt x="131080" y="196714"/>
                  <a:pt x="134206" y="195858"/>
                </a:cubicBezTo>
                <a:cubicBezTo>
                  <a:pt x="137331" y="195002"/>
                  <a:pt x="139750" y="192546"/>
                  <a:pt x="140568" y="189421"/>
                </a:cubicBezTo>
                <a:lnTo>
                  <a:pt x="146261" y="167060"/>
                </a:lnTo>
                <a:cubicBezTo>
                  <a:pt x="146670" y="165422"/>
                  <a:pt x="148344" y="164455"/>
                  <a:pt x="149944" y="164939"/>
                </a:cubicBezTo>
                <a:lnTo>
                  <a:pt x="172194" y="171227"/>
                </a:lnTo>
                <a:cubicBezTo>
                  <a:pt x="175320" y="172120"/>
                  <a:pt x="178668" y="171227"/>
                  <a:pt x="180938" y="168957"/>
                </a:cubicBezTo>
                <a:cubicBezTo>
                  <a:pt x="183207" y="166687"/>
                  <a:pt x="184100" y="163339"/>
                  <a:pt x="183207" y="160213"/>
                </a:cubicBezTo>
                <a:lnTo>
                  <a:pt x="176919" y="137964"/>
                </a:lnTo>
                <a:cubicBezTo>
                  <a:pt x="176473" y="136364"/>
                  <a:pt x="177440" y="134689"/>
                  <a:pt x="179040" y="134280"/>
                </a:cubicBezTo>
                <a:lnTo>
                  <a:pt x="201439" y="128588"/>
                </a:lnTo>
                <a:cubicBezTo>
                  <a:pt x="204564" y="127806"/>
                  <a:pt x="207020" y="125350"/>
                  <a:pt x="207876" y="122225"/>
                </a:cubicBezTo>
                <a:cubicBezTo>
                  <a:pt x="208731" y="119100"/>
                  <a:pt x="207801" y="115751"/>
                  <a:pt x="205494" y="113519"/>
                </a:cubicBezTo>
                <a:lnTo>
                  <a:pt x="188937" y="97408"/>
                </a:lnTo>
                <a:cubicBezTo>
                  <a:pt x="187747" y="96255"/>
                  <a:pt x="187747" y="94320"/>
                  <a:pt x="188937" y="93129"/>
                </a:cubicBezTo>
                <a:lnTo>
                  <a:pt x="205494" y="77019"/>
                </a:lnTo>
                <a:cubicBezTo>
                  <a:pt x="207801" y="74749"/>
                  <a:pt x="208731" y="71437"/>
                  <a:pt x="207876" y="68312"/>
                </a:cubicBezTo>
                <a:cubicBezTo>
                  <a:pt x="207020" y="65187"/>
                  <a:pt x="204564" y="62768"/>
                  <a:pt x="201439" y="61950"/>
                </a:cubicBezTo>
                <a:lnTo>
                  <a:pt x="179040" y="56257"/>
                </a:lnTo>
                <a:cubicBezTo>
                  <a:pt x="177403" y="55848"/>
                  <a:pt x="176436" y="54173"/>
                  <a:pt x="176919" y="52574"/>
                </a:cubicBezTo>
                <a:lnTo>
                  <a:pt x="183207" y="30324"/>
                </a:lnTo>
                <a:cubicBezTo>
                  <a:pt x="184100" y="27198"/>
                  <a:pt x="183207" y="23850"/>
                  <a:pt x="180938" y="21580"/>
                </a:cubicBezTo>
                <a:cubicBezTo>
                  <a:pt x="178668" y="19310"/>
                  <a:pt x="175320" y="18417"/>
                  <a:pt x="172194" y="19310"/>
                </a:cubicBezTo>
                <a:lnTo>
                  <a:pt x="149944" y="25598"/>
                </a:lnTo>
                <a:cubicBezTo>
                  <a:pt x="148344" y="26045"/>
                  <a:pt x="146670" y="25078"/>
                  <a:pt x="146261" y="23478"/>
                </a:cubicBezTo>
                <a:lnTo>
                  <a:pt x="140568" y="1042"/>
                </a:lnTo>
                <a:cubicBezTo>
                  <a:pt x="139787" y="-2084"/>
                  <a:pt x="137331" y="-4539"/>
                  <a:pt x="134206" y="-5395"/>
                </a:cubicBezTo>
                <a:cubicBezTo>
                  <a:pt x="131080" y="-6251"/>
                  <a:pt x="127769" y="-5321"/>
                  <a:pt x="125499" y="-3014"/>
                </a:cubicBezTo>
                <a:lnTo>
                  <a:pt x="109389" y="13581"/>
                </a:lnTo>
                <a:cubicBezTo>
                  <a:pt x="108235" y="14771"/>
                  <a:pt x="106300" y="14771"/>
                  <a:pt x="105110" y="13581"/>
                </a:cubicBezTo>
                <a:lnTo>
                  <a:pt x="88999" y="-2977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872085" y="2105025"/>
            <a:ext cx="1838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Certificates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872085" y="2447925"/>
            <a:ext cx="18192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Digital documents that verify server identity and enable encryption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967883" y="1338263"/>
            <a:ext cx="2133600" cy="2047875"/>
          </a:xfrm>
          <a:custGeom>
            <a:avLst/>
            <a:gdLst/>
            <a:ahLst/>
            <a:cxnLst/>
            <a:rect l="l" t="t" r="r" b="b"/>
            <a:pathLst>
              <a:path w="2133600" h="2047875">
                <a:moveTo>
                  <a:pt x="152403" y="0"/>
                </a:moveTo>
                <a:lnTo>
                  <a:pt x="1981197" y="0"/>
                </a:lnTo>
                <a:cubicBezTo>
                  <a:pt x="2065311" y="0"/>
                  <a:pt x="2133600" y="68289"/>
                  <a:pt x="2133600" y="152403"/>
                </a:cubicBezTo>
                <a:lnTo>
                  <a:pt x="2133600" y="1895472"/>
                </a:lnTo>
                <a:cubicBezTo>
                  <a:pt x="2133600" y="1979586"/>
                  <a:pt x="2065311" y="2047875"/>
                  <a:pt x="1981197" y="2047875"/>
                </a:cubicBezTo>
                <a:lnTo>
                  <a:pt x="152403" y="2047875"/>
                </a:lnTo>
                <a:cubicBezTo>
                  <a:pt x="68289" y="2047875"/>
                  <a:pt x="0" y="1979586"/>
                  <a:pt x="0" y="1895472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gradFill flip="none" rotWithShape="1">
            <a:gsLst>
              <a:gs pos="0">
                <a:srgbClr val="4A9EF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9EF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163145" y="15335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296495" y="16668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25016" y="130969"/>
                </a:moveTo>
                <a:cubicBezTo>
                  <a:pt x="161181" y="130969"/>
                  <a:pt x="190500" y="101650"/>
                  <a:pt x="190500" y="65484"/>
                </a:cubicBezTo>
                <a:cubicBezTo>
                  <a:pt x="190500" y="29319"/>
                  <a:pt x="161181" y="0"/>
                  <a:pt x="125016" y="0"/>
                </a:cubicBezTo>
                <a:cubicBezTo>
                  <a:pt x="88850" y="0"/>
                  <a:pt x="59531" y="29319"/>
                  <a:pt x="59531" y="65484"/>
                </a:cubicBezTo>
                <a:cubicBezTo>
                  <a:pt x="59531" y="72442"/>
                  <a:pt x="60610" y="79177"/>
                  <a:pt x="62619" y="85465"/>
                </a:cubicBezTo>
                <a:lnTo>
                  <a:pt x="2604" y="145479"/>
                </a:lnTo>
                <a:cubicBezTo>
                  <a:pt x="930" y="147154"/>
                  <a:pt x="0" y="149423"/>
                  <a:pt x="0" y="151805"/>
                </a:cubicBezTo>
                <a:lnTo>
                  <a:pt x="0" y="181570"/>
                </a:lnTo>
                <a:cubicBezTo>
                  <a:pt x="0" y="186519"/>
                  <a:pt x="3981" y="190500"/>
                  <a:pt x="8930" y="190500"/>
                </a:cubicBezTo>
                <a:lnTo>
                  <a:pt x="38695" y="190500"/>
                </a:lnTo>
                <a:cubicBezTo>
                  <a:pt x="43644" y="190500"/>
                  <a:pt x="47625" y="186519"/>
                  <a:pt x="47625" y="181570"/>
                </a:cubicBezTo>
                <a:lnTo>
                  <a:pt x="47625" y="166688"/>
                </a:lnTo>
                <a:lnTo>
                  <a:pt x="62508" y="166688"/>
                </a:lnTo>
                <a:cubicBezTo>
                  <a:pt x="67456" y="166688"/>
                  <a:pt x="71438" y="162706"/>
                  <a:pt x="71438" y="157758"/>
                </a:cubicBezTo>
                <a:lnTo>
                  <a:pt x="71438" y="142875"/>
                </a:lnTo>
                <a:lnTo>
                  <a:pt x="86320" y="142875"/>
                </a:lnTo>
                <a:cubicBezTo>
                  <a:pt x="88702" y="142875"/>
                  <a:pt x="90971" y="141945"/>
                  <a:pt x="92646" y="140271"/>
                </a:cubicBezTo>
                <a:lnTo>
                  <a:pt x="105035" y="127881"/>
                </a:lnTo>
                <a:cubicBezTo>
                  <a:pt x="111323" y="129890"/>
                  <a:pt x="118058" y="130969"/>
                  <a:pt x="125016" y="130969"/>
                </a:cubicBezTo>
                <a:close/>
                <a:moveTo>
                  <a:pt x="139898" y="35719"/>
                </a:moveTo>
                <a:cubicBezTo>
                  <a:pt x="148112" y="35719"/>
                  <a:pt x="154781" y="42388"/>
                  <a:pt x="154781" y="50602"/>
                </a:cubicBezTo>
                <a:cubicBezTo>
                  <a:pt x="154781" y="58816"/>
                  <a:pt x="148112" y="65484"/>
                  <a:pt x="139898" y="65484"/>
                </a:cubicBezTo>
                <a:cubicBezTo>
                  <a:pt x="131684" y="65484"/>
                  <a:pt x="125016" y="58816"/>
                  <a:pt x="125016" y="50602"/>
                </a:cubicBezTo>
                <a:cubicBezTo>
                  <a:pt x="125016" y="42388"/>
                  <a:pt x="131684" y="35719"/>
                  <a:pt x="139898" y="35719"/>
                </a:cubicBez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163145" y="2105025"/>
            <a:ext cx="1838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Encryption Keys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63145" y="2447925"/>
            <a:ext cx="18192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 and private keys used for secure data encryption/decryption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5763" y="3586163"/>
            <a:ext cx="6715125" cy="2886075"/>
          </a:xfrm>
          <a:custGeom>
            <a:avLst/>
            <a:gdLst/>
            <a:ahLst/>
            <a:cxnLst/>
            <a:rect l="l" t="t" r="r" b="b"/>
            <a:pathLst>
              <a:path w="6715125" h="2886075">
                <a:moveTo>
                  <a:pt x="114289" y="0"/>
                </a:moveTo>
                <a:lnTo>
                  <a:pt x="6600836" y="0"/>
                </a:lnTo>
                <a:cubicBezTo>
                  <a:pt x="6663914" y="0"/>
                  <a:pt x="6715125" y="51211"/>
                  <a:pt x="6715125" y="114289"/>
                </a:cubicBezTo>
                <a:lnTo>
                  <a:pt x="6715125" y="2771786"/>
                </a:lnTo>
                <a:cubicBezTo>
                  <a:pt x="6715125" y="2834906"/>
                  <a:pt x="6663956" y="2886075"/>
                  <a:pt x="6600836" y="2886075"/>
                </a:cubicBezTo>
                <a:lnTo>
                  <a:pt x="114289" y="2886075"/>
                </a:lnTo>
                <a:cubicBezTo>
                  <a:pt x="51211" y="2886075"/>
                  <a:pt x="0" y="2834864"/>
                  <a:pt x="0" y="2771786"/>
                </a:cubicBezTo>
                <a:lnTo>
                  <a:pt x="0" y="114289"/>
                </a:lnTo>
                <a:cubicBezTo>
                  <a:pt x="0" y="51169"/>
                  <a:pt x="51169" y="0"/>
                  <a:pt x="114289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9E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81025" y="3781425"/>
            <a:ext cx="6419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TLS Handshake Process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81025" y="42005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38163" y="4200525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4A9E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14425" y="4200525"/>
            <a:ext cx="3162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Client Hello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14425" y="4429125"/>
            <a:ext cx="3152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Client sends supported TLS versions and cipher suites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81025" y="47339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38163" y="4733925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4A9E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14425" y="4733925"/>
            <a:ext cx="3305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Server Hello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14425" y="4962525"/>
            <a:ext cx="3295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Server responds with chosen TLS version and certificate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81025" y="52673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38163" y="5267325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14425" y="5267325"/>
            <a:ext cx="2333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Exchange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14425" y="5495925"/>
            <a:ext cx="2324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Client and server generate session keys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81025" y="58007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38163" y="5800725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114425" y="5800725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Secure Communication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114425" y="6029325"/>
            <a:ext cx="1933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Encrypted data exchange begins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339980" y="1343025"/>
            <a:ext cx="4457700" cy="2114550"/>
          </a:xfrm>
          <a:custGeom>
            <a:avLst/>
            <a:gdLst/>
            <a:ahLst/>
            <a:cxnLst/>
            <a:rect l="l" t="t" r="r" b="b"/>
            <a:pathLst>
              <a:path w="4457700" h="2114550">
                <a:moveTo>
                  <a:pt x="152396" y="0"/>
                </a:moveTo>
                <a:lnTo>
                  <a:pt x="4305304" y="0"/>
                </a:lnTo>
                <a:cubicBezTo>
                  <a:pt x="4389470" y="0"/>
                  <a:pt x="4457700" y="68230"/>
                  <a:pt x="4457700" y="152396"/>
                </a:cubicBezTo>
                <a:lnTo>
                  <a:pt x="4457700" y="1962154"/>
                </a:lnTo>
                <a:cubicBezTo>
                  <a:pt x="4457700" y="2046320"/>
                  <a:pt x="4389470" y="2114550"/>
                  <a:pt x="4305304" y="2114550"/>
                </a:cubicBezTo>
                <a:lnTo>
                  <a:pt x="152396" y="2114550"/>
                </a:lnTo>
                <a:cubicBezTo>
                  <a:pt x="68230" y="2114550"/>
                  <a:pt x="0" y="2046320"/>
                  <a:pt x="0" y="1962154"/>
                </a:cubicBezTo>
                <a:lnTo>
                  <a:pt x="0" y="152396"/>
                </a:lnTo>
                <a:cubicBezTo>
                  <a:pt x="0" y="68286"/>
                  <a:pt x="68286" y="0"/>
                  <a:pt x="152396" y="0"/>
                </a:cubicBezTo>
                <a:close/>
              </a:path>
            </a:pathLst>
          </a:custGeom>
          <a:gradFill flip="none" rotWithShape="1">
            <a:gsLst>
              <a:gs pos="0">
                <a:srgbClr val="4ADE8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2540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554292" y="15621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39750" y="38933"/>
                </a:moveTo>
                <a:cubicBezTo>
                  <a:pt x="143857" y="35674"/>
                  <a:pt x="146447" y="30629"/>
                  <a:pt x="146447" y="25003"/>
                </a:cubicBezTo>
                <a:cubicBezTo>
                  <a:pt x="146447" y="15136"/>
                  <a:pt x="138455" y="7144"/>
                  <a:pt x="128588" y="7144"/>
                </a:cubicBezTo>
                <a:cubicBezTo>
                  <a:pt x="118720" y="7144"/>
                  <a:pt x="110728" y="15136"/>
                  <a:pt x="110728" y="25003"/>
                </a:cubicBezTo>
                <a:cubicBezTo>
                  <a:pt x="110728" y="30629"/>
                  <a:pt x="113362" y="35674"/>
                  <a:pt x="117425" y="38933"/>
                </a:cubicBezTo>
                <a:lnTo>
                  <a:pt x="86886" y="86975"/>
                </a:lnTo>
                <a:cubicBezTo>
                  <a:pt x="82421" y="93985"/>
                  <a:pt x="72911" y="95726"/>
                  <a:pt x="66258" y="90726"/>
                </a:cubicBezTo>
                <a:lnTo>
                  <a:pt x="39692" y="70857"/>
                </a:lnTo>
                <a:cubicBezTo>
                  <a:pt x="41702" y="68000"/>
                  <a:pt x="42863" y="64472"/>
                  <a:pt x="42863" y="60722"/>
                </a:cubicBezTo>
                <a:cubicBezTo>
                  <a:pt x="42863" y="50855"/>
                  <a:pt x="34870" y="42863"/>
                  <a:pt x="25003" y="42863"/>
                </a:cubicBezTo>
                <a:cubicBezTo>
                  <a:pt x="15136" y="42863"/>
                  <a:pt x="7144" y="50855"/>
                  <a:pt x="7144" y="60722"/>
                </a:cubicBezTo>
                <a:cubicBezTo>
                  <a:pt x="7144" y="70455"/>
                  <a:pt x="14957" y="78403"/>
                  <a:pt x="24646" y="78581"/>
                </a:cubicBezTo>
                <a:lnTo>
                  <a:pt x="39201" y="175692"/>
                </a:lnTo>
                <a:cubicBezTo>
                  <a:pt x="41300" y="189667"/>
                  <a:pt x="53310" y="200025"/>
                  <a:pt x="67464" y="200025"/>
                </a:cubicBezTo>
                <a:lnTo>
                  <a:pt x="189711" y="200025"/>
                </a:lnTo>
                <a:cubicBezTo>
                  <a:pt x="203865" y="200025"/>
                  <a:pt x="215875" y="189667"/>
                  <a:pt x="217974" y="175692"/>
                </a:cubicBezTo>
                <a:lnTo>
                  <a:pt x="232529" y="78581"/>
                </a:lnTo>
                <a:cubicBezTo>
                  <a:pt x="242218" y="78403"/>
                  <a:pt x="250031" y="70455"/>
                  <a:pt x="250031" y="60722"/>
                </a:cubicBezTo>
                <a:cubicBezTo>
                  <a:pt x="250031" y="50855"/>
                  <a:pt x="242039" y="42863"/>
                  <a:pt x="232172" y="42863"/>
                </a:cubicBezTo>
                <a:cubicBezTo>
                  <a:pt x="222305" y="42863"/>
                  <a:pt x="214313" y="50855"/>
                  <a:pt x="214313" y="60722"/>
                </a:cubicBezTo>
                <a:cubicBezTo>
                  <a:pt x="214313" y="64472"/>
                  <a:pt x="215473" y="68000"/>
                  <a:pt x="217483" y="70857"/>
                </a:cubicBezTo>
                <a:lnTo>
                  <a:pt x="190961" y="90770"/>
                </a:lnTo>
                <a:cubicBezTo>
                  <a:pt x="184309" y="95771"/>
                  <a:pt x="174799" y="94030"/>
                  <a:pt x="170334" y="87020"/>
                </a:cubicBezTo>
                <a:lnTo>
                  <a:pt x="139750" y="38933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940055" y="1543050"/>
            <a:ext cx="2457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👉 Senior Interview Favorite!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559055" y="1962150"/>
            <a:ext cx="4038600" cy="1295400"/>
          </a:xfrm>
          <a:custGeom>
            <a:avLst/>
            <a:gdLst/>
            <a:ahLst/>
            <a:cxnLst/>
            <a:rect l="l" t="t" r="r" b="b"/>
            <a:pathLst>
              <a:path w="4038600" h="1295400">
                <a:moveTo>
                  <a:pt x="38100" y="0"/>
                </a:moveTo>
                <a:lnTo>
                  <a:pt x="3924294" y="0"/>
                </a:lnTo>
                <a:cubicBezTo>
                  <a:pt x="3987423" y="0"/>
                  <a:pt x="4038600" y="51177"/>
                  <a:pt x="4038600" y="114306"/>
                </a:cubicBezTo>
                <a:lnTo>
                  <a:pt x="4038600" y="1181094"/>
                </a:lnTo>
                <a:cubicBezTo>
                  <a:pt x="4038600" y="1244223"/>
                  <a:pt x="3987423" y="1295400"/>
                  <a:pt x="3924294" y="1295400"/>
                </a:cubicBez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7559055" y="1962150"/>
            <a:ext cx="38100" cy="1295400"/>
          </a:xfrm>
          <a:custGeom>
            <a:avLst/>
            <a:gdLst/>
            <a:ahLst/>
            <a:cxnLst/>
            <a:rect l="l" t="t" r="r" b="b"/>
            <a:pathLst>
              <a:path w="38100" h="1295400">
                <a:moveTo>
                  <a:pt x="38100" y="0"/>
                </a:moveTo>
                <a:lnTo>
                  <a:pt x="38100" y="0"/>
                </a:lnTo>
                <a:lnTo>
                  <a:pt x="38100" y="1295400"/>
                </a:ln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730505" y="2114550"/>
            <a:ext cx="37909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TLS handshake and certificate chains is a </a:t>
            </a:r>
            <a:r>
              <a:rPr lang="en-US" sz="1200" b="1" dirty="0">
                <a:solidFill>
                  <a:srgbClr val="4ADE80"/>
                </a:solidFill>
                <a:highlight>
                  <a:srgbClr val="4ADE80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common senior-level interview topic </a:t>
            </a: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Be prepared to explain the full handshake process and the difference between symmetric and asymmetric encryption.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335217" y="3662362"/>
            <a:ext cx="4467225" cy="2809875"/>
          </a:xfrm>
          <a:custGeom>
            <a:avLst/>
            <a:gdLst/>
            <a:ahLst/>
            <a:cxnLst/>
            <a:rect l="l" t="t" r="r" b="b"/>
            <a:pathLst>
              <a:path w="4467225" h="2809875">
                <a:moveTo>
                  <a:pt x="114306" y="0"/>
                </a:moveTo>
                <a:lnTo>
                  <a:pt x="4352919" y="0"/>
                </a:lnTo>
                <a:cubicBezTo>
                  <a:pt x="4416049" y="0"/>
                  <a:pt x="4467225" y="51176"/>
                  <a:pt x="4467225" y="114306"/>
                </a:cubicBezTo>
                <a:lnTo>
                  <a:pt x="4467225" y="2695569"/>
                </a:lnTo>
                <a:cubicBezTo>
                  <a:pt x="4467225" y="2758699"/>
                  <a:pt x="4416049" y="2809875"/>
                  <a:pt x="4352919" y="2809875"/>
                </a:cubicBezTo>
                <a:lnTo>
                  <a:pt x="114306" y="2809875"/>
                </a:lnTo>
                <a:cubicBezTo>
                  <a:pt x="51176" y="2809875"/>
                  <a:pt x="0" y="2758699"/>
                  <a:pt x="0" y="2695569"/>
                </a:cubicBezTo>
                <a:lnTo>
                  <a:pt x="0" y="114306"/>
                </a:lnTo>
                <a:cubicBezTo>
                  <a:pt x="0" y="51176"/>
                  <a:pt x="51176" y="0"/>
                  <a:pt x="114306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9E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7530480" y="3857625"/>
            <a:ext cx="4162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Certificate Types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554292" y="43148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859092" y="4276725"/>
            <a:ext cx="1590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DV (Domain Validated)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859092" y="4505325"/>
            <a:ext cx="1581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Basic validation, cheapest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554292" y="48482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859092" y="4810125"/>
            <a:ext cx="41805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 (Organization Validated)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859091" y="5038724"/>
            <a:ext cx="407670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verification</a:t>
            </a:r>
            <a:b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</a:b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e.g. for domain validate, used by hosting service provider, 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554292" y="53816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859092" y="5343525"/>
            <a:ext cx="1704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 (Extended Validation)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859092" y="5572125"/>
            <a:ext cx="1695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Highest trust level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5c98d9eb9ce18f0d1c390a4a3c9d8b393b5b87c9.jpg"/>
          <p:cNvPicPr>
            <a:picLocks noChangeAspect="1"/>
          </p:cNvPicPr>
          <p:nvPr/>
        </p:nvPicPr>
        <p:blipFill>
          <a:blip r:embed="rId3">
            <a:alphaModFix amt="30000"/>
          </a:blip>
          <a:srcRect l="16667" r="16667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/>
              </a:gs>
              <a:gs pos="50000">
                <a:srgbClr val="1A1D21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385763" y="1733550"/>
            <a:ext cx="1562100" cy="428625"/>
          </a:xfrm>
          <a:custGeom>
            <a:avLst/>
            <a:gdLst/>
            <a:ahLst/>
            <a:cxnLst/>
            <a:rect l="l" t="t" r="r" b="b"/>
            <a:pathLst>
              <a:path w="1562100" h="428625">
                <a:moveTo>
                  <a:pt x="114301" y="0"/>
                </a:moveTo>
                <a:lnTo>
                  <a:pt x="1447799" y="0"/>
                </a:lnTo>
                <a:cubicBezTo>
                  <a:pt x="1510926" y="0"/>
                  <a:pt x="1562100" y="51174"/>
                  <a:pt x="1562100" y="114301"/>
                </a:cubicBezTo>
                <a:lnTo>
                  <a:pt x="1562100" y="314324"/>
                </a:lnTo>
                <a:cubicBezTo>
                  <a:pt x="1562100" y="377451"/>
                  <a:pt x="1510926" y="428625"/>
                  <a:pt x="1447799" y="428625"/>
                </a:cubicBezTo>
                <a:lnTo>
                  <a:pt x="114301" y="428625"/>
                </a:lnTo>
                <a:cubicBezTo>
                  <a:pt x="51174" y="428625"/>
                  <a:pt x="0" y="377451"/>
                  <a:pt x="0" y="3143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 w="12700">
            <a:solidFill>
              <a:srgbClr val="4A9E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81025" y="1809750"/>
            <a:ext cx="1268611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kern="0" spc="75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SECTION 09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395538"/>
            <a:ext cx="4943475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Optimization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338638"/>
            <a:ext cx="47148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5F6B7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Techniques for scaling Node.js HTTP servers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5091113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447800" y="5091113"/>
            <a:ext cx="457200" cy="38100"/>
          </a:xfrm>
          <a:custGeom>
            <a:avLst/>
            <a:gdLst/>
            <a:ahLst/>
            <a:cxnLst/>
            <a:rect l="l" t="t" r="r" b="b"/>
            <a:pathLst>
              <a:path w="457200" h="38100">
                <a:moveTo>
                  <a:pt x="0" y="0"/>
                </a:moveTo>
                <a:lnTo>
                  <a:pt x="457200" y="0"/>
                </a:lnTo>
                <a:lnTo>
                  <a:pt x="457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9EFF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057400" y="5091113"/>
            <a:ext cx="228600" cy="38100"/>
          </a:xfrm>
          <a:custGeom>
            <a:avLst/>
            <a:gdLst/>
            <a:ahLst/>
            <a:cxnLst/>
            <a:rect l="l" t="t" r="r" b="b"/>
            <a:pathLst>
              <a:path w="228600" h="38100">
                <a:moveTo>
                  <a:pt x="0" y="0"/>
                </a:moveTo>
                <a:lnTo>
                  <a:pt x="228600" y="0"/>
                </a:lnTo>
                <a:lnTo>
                  <a:pt x="228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9EFF">
              <a:alpha val="25098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2625" y="352625"/>
            <a:ext cx="11557275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kern="0" spc="111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OPTIMIZATION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2625" y="634725"/>
            <a:ext cx="11698325" cy="423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32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Node Clustering…..</a:t>
            </a:r>
            <a:r>
              <a:rPr lang="en-US" sz="3332" b="1" dirty="0" err="1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devs</a:t>
            </a:r>
            <a:r>
              <a:rPr lang="en-US" sz="3332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have to open manually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7033" y="1238594"/>
            <a:ext cx="6197380" cy="4257944"/>
          </a:xfrm>
          <a:custGeom>
            <a:avLst/>
            <a:gdLst/>
            <a:ahLst/>
            <a:cxnLst/>
            <a:rect l="l" t="t" r="r" b="b"/>
            <a:pathLst>
              <a:path w="6197380" h="4257944">
                <a:moveTo>
                  <a:pt x="141066" y="0"/>
                </a:moveTo>
                <a:lnTo>
                  <a:pt x="6056314" y="0"/>
                </a:lnTo>
                <a:cubicBezTo>
                  <a:pt x="6134222" y="0"/>
                  <a:pt x="6197380" y="63157"/>
                  <a:pt x="6197380" y="141066"/>
                </a:cubicBezTo>
                <a:lnTo>
                  <a:pt x="6197380" y="4116878"/>
                </a:lnTo>
                <a:cubicBezTo>
                  <a:pt x="6197380" y="4194786"/>
                  <a:pt x="6134222" y="4257944"/>
                  <a:pt x="6056314" y="4257944"/>
                </a:cubicBezTo>
                <a:lnTo>
                  <a:pt x="141066" y="4257944"/>
                </a:lnTo>
                <a:cubicBezTo>
                  <a:pt x="63157" y="4257944"/>
                  <a:pt x="0" y="4194786"/>
                  <a:pt x="0" y="4116878"/>
                </a:cubicBezTo>
                <a:lnTo>
                  <a:pt x="0" y="141066"/>
                </a:lnTo>
                <a:cubicBezTo>
                  <a:pt x="0" y="63157"/>
                  <a:pt x="63157" y="0"/>
                  <a:pt x="141066" y="0"/>
                </a:cubicBezTo>
                <a:close/>
              </a:path>
            </a:pathLst>
          </a:custGeom>
          <a:gradFill flip="none" rotWithShape="1">
            <a:gsLst>
              <a:gs pos="0">
                <a:srgbClr val="4A9EF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9EF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772" y="1454577"/>
            <a:ext cx="198351" cy="176312"/>
          </a:xfrm>
          <a:custGeom>
            <a:avLst/>
            <a:gdLst/>
            <a:ahLst/>
            <a:cxnLst/>
            <a:rect l="l" t="t" r="r" b="b"/>
            <a:pathLst>
              <a:path w="198351" h="176312">
                <a:moveTo>
                  <a:pt x="124245" y="413"/>
                </a:moveTo>
                <a:cubicBezTo>
                  <a:pt x="118391" y="-1274"/>
                  <a:pt x="112296" y="2135"/>
                  <a:pt x="110608" y="7989"/>
                </a:cubicBezTo>
                <a:lnTo>
                  <a:pt x="66530" y="162262"/>
                </a:lnTo>
                <a:cubicBezTo>
                  <a:pt x="64843" y="168117"/>
                  <a:pt x="68252" y="174212"/>
                  <a:pt x="74106" y="175899"/>
                </a:cubicBezTo>
                <a:cubicBezTo>
                  <a:pt x="79960" y="177586"/>
                  <a:pt x="86056" y="174177"/>
                  <a:pt x="87743" y="168323"/>
                </a:cubicBezTo>
                <a:lnTo>
                  <a:pt x="131821" y="14050"/>
                </a:lnTo>
                <a:cubicBezTo>
                  <a:pt x="133508" y="8196"/>
                  <a:pt x="130099" y="2101"/>
                  <a:pt x="124245" y="413"/>
                </a:cubicBezTo>
                <a:close/>
                <a:moveTo>
                  <a:pt x="146491" y="47281"/>
                </a:moveTo>
                <a:cubicBezTo>
                  <a:pt x="142186" y="51585"/>
                  <a:pt x="142186" y="58576"/>
                  <a:pt x="146491" y="62880"/>
                </a:cubicBezTo>
                <a:lnTo>
                  <a:pt x="171767" y="88156"/>
                </a:lnTo>
                <a:lnTo>
                  <a:pt x="146491" y="113432"/>
                </a:lnTo>
                <a:cubicBezTo>
                  <a:pt x="142186" y="117737"/>
                  <a:pt x="142186" y="124727"/>
                  <a:pt x="146491" y="129032"/>
                </a:cubicBezTo>
                <a:cubicBezTo>
                  <a:pt x="150795" y="133336"/>
                  <a:pt x="157786" y="133336"/>
                  <a:pt x="162090" y="129032"/>
                </a:cubicBezTo>
                <a:lnTo>
                  <a:pt x="195149" y="95973"/>
                </a:lnTo>
                <a:cubicBezTo>
                  <a:pt x="199453" y="91669"/>
                  <a:pt x="199453" y="84678"/>
                  <a:pt x="195149" y="80374"/>
                </a:cubicBezTo>
                <a:lnTo>
                  <a:pt x="162090" y="47315"/>
                </a:lnTo>
                <a:cubicBezTo>
                  <a:pt x="157786" y="43011"/>
                  <a:pt x="150795" y="43011"/>
                  <a:pt x="146491" y="47315"/>
                </a:cubicBezTo>
                <a:close/>
                <a:moveTo>
                  <a:pt x="51895" y="47281"/>
                </a:moveTo>
                <a:cubicBezTo>
                  <a:pt x="47591" y="42976"/>
                  <a:pt x="40600" y="42976"/>
                  <a:pt x="36296" y="47281"/>
                </a:cubicBezTo>
                <a:lnTo>
                  <a:pt x="3237" y="80339"/>
                </a:lnTo>
                <a:cubicBezTo>
                  <a:pt x="-1068" y="84644"/>
                  <a:pt x="-1068" y="91634"/>
                  <a:pt x="3237" y="95939"/>
                </a:cubicBezTo>
                <a:lnTo>
                  <a:pt x="36296" y="128997"/>
                </a:lnTo>
                <a:cubicBezTo>
                  <a:pt x="40600" y="133302"/>
                  <a:pt x="47591" y="133302"/>
                  <a:pt x="51895" y="128997"/>
                </a:cubicBezTo>
                <a:cubicBezTo>
                  <a:pt x="56200" y="124693"/>
                  <a:pt x="56200" y="117702"/>
                  <a:pt x="51895" y="113398"/>
                </a:cubicBezTo>
                <a:lnTo>
                  <a:pt x="26619" y="88156"/>
                </a:lnTo>
                <a:lnTo>
                  <a:pt x="51861" y="62880"/>
                </a:lnTo>
                <a:cubicBezTo>
                  <a:pt x="56165" y="58576"/>
                  <a:pt x="56165" y="51585"/>
                  <a:pt x="51861" y="47281"/>
                </a:cubicBez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58143" y="1419315"/>
            <a:ext cx="5703705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8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Basic Cluster Setup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2161" y="1811610"/>
            <a:ext cx="5827124" cy="3499800"/>
          </a:xfrm>
          <a:custGeom>
            <a:avLst/>
            <a:gdLst/>
            <a:ahLst/>
            <a:cxnLst/>
            <a:rect l="l" t="t" r="r" b="b"/>
            <a:pathLst>
              <a:path w="5827124" h="3499800">
                <a:moveTo>
                  <a:pt x="105799" y="0"/>
                </a:moveTo>
                <a:lnTo>
                  <a:pt x="5721325" y="0"/>
                </a:lnTo>
                <a:cubicBezTo>
                  <a:pt x="5779756" y="0"/>
                  <a:pt x="5827124" y="47368"/>
                  <a:pt x="5827124" y="105799"/>
                </a:cubicBezTo>
                <a:lnTo>
                  <a:pt x="5827124" y="3394001"/>
                </a:lnTo>
                <a:cubicBezTo>
                  <a:pt x="5827124" y="3452433"/>
                  <a:pt x="5779756" y="3499800"/>
                  <a:pt x="5721325" y="3499800"/>
                </a:cubicBezTo>
                <a:lnTo>
                  <a:pt x="105799" y="3499800"/>
                </a:lnTo>
                <a:cubicBezTo>
                  <a:pt x="47368" y="3499800"/>
                  <a:pt x="0" y="3452433"/>
                  <a:pt x="0" y="3394001"/>
                </a:cubicBezTo>
                <a:lnTo>
                  <a:pt x="0" y="105799"/>
                </a:lnTo>
                <a:cubicBezTo>
                  <a:pt x="0" y="47407"/>
                  <a:pt x="47407" y="0"/>
                  <a:pt x="105799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 w="12700">
            <a:solidFill>
              <a:srgbClr val="4A9EF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7618" y="1957067"/>
            <a:ext cx="5597918" cy="3208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72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const</a:t>
            </a:r>
            <a:r>
              <a:rPr lang="en-US" sz="972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cluster = </a:t>
            </a:r>
            <a:r>
              <a:rPr lang="en-US" sz="972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require</a:t>
            </a:r>
            <a:r>
              <a:rPr lang="en-US" sz="972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972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"cluster"</a:t>
            </a:r>
            <a:r>
              <a:rPr lang="en-US" sz="972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72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const</a:t>
            </a:r>
            <a:r>
              <a:rPr lang="en-US" sz="972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http = </a:t>
            </a:r>
            <a:r>
              <a:rPr lang="en-US" sz="972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require</a:t>
            </a:r>
            <a:r>
              <a:rPr lang="en-US" sz="972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972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"http"</a:t>
            </a:r>
            <a:r>
              <a:rPr lang="en-US" sz="972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72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const</a:t>
            </a:r>
            <a:r>
              <a:rPr lang="en-US" sz="972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os = </a:t>
            </a:r>
            <a:r>
              <a:rPr lang="en-US" sz="972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require</a:t>
            </a:r>
            <a:r>
              <a:rPr lang="en-US" sz="972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972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"os"</a:t>
            </a:r>
            <a:r>
              <a:rPr lang="en-US" sz="972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72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</a:t>
            </a:r>
            <a:r>
              <a:rPr lang="en-US" sz="972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(cluster.isMaster)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72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</a:t>
            </a:r>
            <a:r>
              <a:rPr lang="en-US" sz="972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 Fork workers</a:t>
            </a:r>
            <a:r>
              <a:rPr lang="en-US" sz="972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const</a:t>
            </a:r>
            <a:r>
              <a:rPr lang="en-US" sz="972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numCPUs = os.</a:t>
            </a:r>
            <a:r>
              <a:rPr lang="en-US" sz="972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cpus</a:t>
            </a:r>
            <a:r>
              <a:rPr lang="en-US" sz="972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().length;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72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</a:t>
            </a:r>
            <a:r>
              <a:rPr lang="en-US" sz="972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</a:t>
            </a:r>
            <a:r>
              <a:rPr lang="en-US" sz="972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(</a:t>
            </a:r>
            <a:r>
              <a:rPr lang="en-US" sz="972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let</a:t>
            </a:r>
            <a:r>
              <a:rPr lang="en-US" sz="972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i = </a:t>
            </a:r>
            <a:r>
              <a:rPr lang="en-US" sz="972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</a:t>
            </a:r>
            <a:r>
              <a:rPr lang="en-US" sz="972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; i &lt; numCPUs; i++)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72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cluster.</a:t>
            </a:r>
            <a:r>
              <a:rPr lang="en-US" sz="972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fork</a:t>
            </a:r>
            <a:r>
              <a:rPr lang="en-US" sz="972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72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}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72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 </a:t>
            </a:r>
            <a:r>
              <a:rPr lang="en-US" sz="972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else</a:t>
            </a:r>
            <a:r>
              <a:rPr lang="en-US" sz="972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72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</a:t>
            </a:r>
            <a:r>
              <a:rPr lang="en-US" sz="972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 Worker process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72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http.</a:t>
            </a:r>
            <a:r>
              <a:rPr lang="en-US" sz="972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createServer</a:t>
            </a:r>
            <a:r>
              <a:rPr lang="en-US" sz="972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((req, res) =&gt;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72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res.</a:t>
            </a:r>
            <a:r>
              <a:rPr lang="en-US" sz="972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end</a:t>
            </a:r>
            <a:r>
              <a:rPr lang="en-US" sz="972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972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`Worker ${process.pid}`</a:t>
            </a:r>
            <a:r>
              <a:rPr lang="en-US" sz="972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72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}).</a:t>
            </a:r>
            <a:r>
              <a:rPr lang="en-US" sz="972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listen</a:t>
            </a:r>
            <a:r>
              <a:rPr lang="en-US" sz="972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972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3000</a:t>
            </a:r>
            <a:r>
              <a:rPr lang="en-US" sz="972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72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57033" y="5681666"/>
            <a:ext cx="3023757" cy="1172477"/>
          </a:xfrm>
          <a:custGeom>
            <a:avLst/>
            <a:gdLst/>
            <a:ahLst/>
            <a:cxnLst/>
            <a:rect l="l" t="t" r="r" b="b"/>
            <a:pathLst>
              <a:path w="3023757" h="1172477">
                <a:moveTo>
                  <a:pt x="105793" y="0"/>
                </a:moveTo>
                <a:lnTo>
                  <a:pt x="2917964" y="0"/>
                </a:lnTo>
                <a:cubicBezTo>
                  <a:pt x="2976392" y="0"/>
                  <a:pt x="3023757" y="47365"/>
                  <a:pt x="3023757" y="105793"/>
                </a:cubicBezTo>
                <a:lnTo>
                  <a:pt x="3023757" y="1066685"/>
                </a:lnTo>
                <a:cubicBezTo>
                  <a:pt x="3023757" y="1125112"/>
                  <a:pt x="2976392" y="1172477"/>
                  <a:pt x="2917964" y="1172477"/>
                </a:cubicBezTo>
                <a:lnTo>
                  <a:pt x="105793" y="1172477"/>
                </a:lnTo>
                <a:cubicBezTo>
                  <a:pt x="47365" y="1172477"/>
                  <a:pt x="0" y="1125112"/>
                  <a:pt x="0" y="1066685"/>
                </a:cubicBezTo>
                <a:lnTo>
                  <a:pt x="0" y="105793"/>
                </a:lnTo>
                <a:cubicBezTo>
                  <a:pt x="0" y="47365"/>
                  <a:pt x="47365" y="0"/>
                  <a:pt x="105793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9E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64200" y="5880017"/>
            <a:ext cx="211575" cy="211575"/>
          </a:xfrm>
          <a:custGeom>
            <a:avLst/>
            <a:gdLst/>
            <a:ahLst/>
            <a:cxnLst/>
            <a:rect l="l" t="t" r="r" b="b"/>
            <a:pathLst>
              <a:path w="211575" h="211575">
                <a:moveTo>
                  <a:pt x="72729" y="9918"/>
                </a:moveTo>
                <a:cubicBezTo>
                  <a:pt x="72729" y="4422"/>
                  <a:pt x="68307" y="0"/>
                  <a:pt x="62811" y="0"/>
                </a:cubicBezTo>
                <a:cubicBezTo>
                  <a:pt x="57315" y="0"/>
                  <a:pt x="52894" y="4422"/>
                  <a:pt x="52894" y="9918"/>
                </a:cubicBezTo>
                <a:lnTo>
                  <a:pt x="52894" y="26447"/>
                </a:lnTo>
                <a:cubicBezTo>
                  <a:pt x="38307" y="26447"/>
                  <a:pt x="26447" y="38307"/>
                  <a:pt x="26447" y="52894"/>
                </a:cubicBezTo>
                <a:lnTo>
                  <a:pt x="9918" y="52894"/>
                </a:lnTo>
                <a:cubicBezTo>
                  <a:pt x="4422" y="52894"/>
                  <a:pt x="0" y="57315"/>
                  <a:pt x="0" y="62811"/>
                </a:cubicBezTo>
                <a:cubicBezTo>
                  <a:pt x="0" y="68307"/>
                  <a:pt x="4422" y="72729"/>
                  <a:pt x="9918" y="72729"/>
                </a:cubicBezTo>
                <a:lnTo>
                  <a:pt x="26447" y="72729"/>
                </a:lnTo>
                <a:lnTo>
                  <a:pt x="26447" y="95870"/>
                </a:lnTo>
                <a:lnTo>
                  <a:pt x="9918" y="95870"/>
                </a:lnTo>
                <a:cubicBezTo>
                  <a:pt x="4422" y="95870"/>
                  <a:pt x="0" y="100291"/>
                  <a:pt x="0" y="105787"/>
                </a:cubicBezTo>
                <a:cubicBezTo>
                  <a:pt x="0" y="111283"/>
                  <a:pt x="4422" y="115705"/>
                  <a:pt x="9918" y="115705"/>
                </a:cubicBezTo>
                <a:lnTo>
                  <a:pt x="26447" y="115705"/>
                </a:lnTo>
                <a:lnTo>
                  <a:pt x="26447" y="138846"/>
                </a:lnTo>
                <a:lnTo>
                  <a:pt x="9918" y="138846"/>
                </a:lnTo>
                <a:cubicBezTo>
                  <a:pt x="4422" y="138846"/>
                  <a:pt x="0" y="143268"/>
                  <a:pt x="0" y="148764"/>
                </a:cubicBezTo>
                <a:cubicBezTo>
                  <a:pt x="0" y="154260"/>
                  <a:pt x="4422" y="158681"/>
                  <a:pt x="9918" y="158681"/>
                </a:cubicBezTo>
                <a:lnTo>
                  <a:pt x="26447" y="158681"/>
                </a:lnTo>
                <a:cubicBezTo>
                  <a:pt x="26447" y="173268"/>
                  <a:pt x="38307" y="185128"/>
                  <a:pt x="52894" y="185128"/>
                </a:cubicBezTo>
                <a:lnTo>
                  <a:pt x="52894" y="201657"/>
                </a:lnTo>
                <a:cubicBezTo>
                  <a:pt x="52894" y="207153"/>
                  <a:pt x="57315" y="211575"/>
                  <a:pt x="62811" y="211575"/>
                </a:cubicBezTo>
                <a:cubicBezTo>
                  <a:pt x="68307" y="211575"/>
                  <a:pt x="72729" y="207153"/>
                  <a:pt x="72729" y="201657"/>
                </a:cubicBezTo>
                <a:lnTo>
                  <a:pt x="72729" y="185128"/>
                </a:lnTo>
                <a:lnTo>
                  <a:pt x="95870" y="185128"/>
                </a:lnTo>
                <a:lnTo>
                  <a:pt x="95870" y="201657"/>
                </a:lnTo>
                <a:cubicBezTo>
                  <a:pt x="95870" y="207153"/>
                  <a:pt x="100291" y="211575"/>
                  <a:pt x="105787" y="211575"/>
                </a:cubicBezTo>
                <a:cubicBezTo>
                  <a:pt x="111283" y="211575"/>
                  <a:pt x="115705" y="207153"/>
                  <a:pt x="115705" y="201657"/>
                </a:cubicBezTo>
                <a:lnTo>
                  <a:pt x="115705" y="185128"/>
                </a:lnTo>
                <a:lnTo>
                  <a:pt x="138846" y="185128"/>
                </a:lnTo>
                <a:lnTo>
                  <a:pt x="138846" y="201657"/>
                </a:lnTo>
                <a:cubicBezTo>
                  <a:pt x="138846" y="207153"/>
                  <a:pt x="143268" y="211575"/>
                  <a:pt x="148764" y="211575"/>
                </a:cubicBezTo>
                <a:cubicBezTo>
                  <a:pt x="154260" y="211575"/>
                  <a:pt x="158681" y="207153"/>
                  <a:pt x="158681" y="201657"/>
                </a:cubicBezTo>
                <a:lnTo>
                  <a:pt x="158681" y="185128"/>
                </a:lnTo>
                <a:cubicBezTo>
                  <a:pt x="173268" y="185128"/>
                  <a:pt x="185128" y="173268"/>
                  <a:pt x="185128" y="158681"/>
                </a:cubicBezTo>
                <a:lnTo>
                  <a:pt x="201657" y="158681"/>
                </a:lnTo>
                <a:cubicBezTo>
                  <a:pt x="207153" y="158681"/>
                  <a:pt x="211575" y="154260"/>
                  <a:pt x="211575" y="148764"/>
                </a:cubicBezTo>
                <a:cubicBezTo>
                  <a:pt x="211575" y="143268"/>
                  <a:pt x="207153" y="138846"/>
                  <a:pt x="201657" y="138846"/>
                </a:cubicBezTo>
                <a:lnTo>
                  <a:pt x="185128" y="138846"/>
                </a:lnTo>
                <a:lnTo>
                  <a:pt x="185128" y="115705"/>
                </a:lnTo>
                <a:lnTo>
                  <a:pt x="201657" y="115705"/>
                </a:lnTo>
                <a:cubicBezTo>
                  <a:pt x="207153" y="115705"/>
                  <a:pt x="211575" y="111283"/>
                  <a:pt x="211575" y="105787"/>
                </a:cubicBezTo>
                <a:cubicBezTo>
                  <a:pt x="211575" y="100291"/>
                  <a:pt x="207153" y="95870"/>
                  <a:pt x="201657" y="95870"/>
                </a:cubicBezTo>
                <a:lnTo>
                  <a:pt x="185128" y="95870"/>
                </a:lnTo>
                <a:lnTo>
                  <a:pt x="185128" y="72729"/>
                </a:lnTo>
                <a:lnTo>
                  <a:pt x="201657" y="72729"/>
                </a:lnTo>
                <a:cubicBezTo>
                  <a:pt x="207153" y="72729"/>
                  <a:pt x="211575" y="68307"/>
                  <a:pt x="211575" y="62811"/>
                </a:cubicBezTo>
                <a:cubicBezTo>
                  <a:pt x="211575" y="57315"/>
                  <a:pt x="207153" y="52894"/>
                  <a:pt x="201657" y="52894"/>
                </a:cubicBezTo>
                <a:lnTo>
                  <a:pt x="185128" y="52894"/>
                </a:lnTo>
                <a:cubicBezTo>
                  <a:pt x="185128" y="38307"/>
                  <a:pt x="173268" y="26447"/>
                  <a:pt x="158681" y="26447"/>
                </a:cubicBezTo>
                <a:lnTo>
                  <a:pt x="158681" y="9918"/>
                </a:lnTo>
                <a:cubicBezTo>
                  <a:pt x="158681" y="4422"/>
                  <a:pt x="154260" y="0"/>
                  <a:pt x="148764" y="0"/>
                </a:cubicBezTo>
                <a:cubicBezTo>
                  <a:pt x="143268" y="0"/>
                  <a:pt x="138846" y="4422"/>
                  <a:pt x="138846" y="9918"/>
                </a:cubicBezTo>
                <a:lnTo>
                  <a:pt x="138846" y="26447"/>
                </a:lnTo>
                <a:lnTo>
                  <a:pt x="115705" y="26447"/>
                </a:lnTo>
                <a:lnTo>
                  <a:pt x="115705" y="9918"/>
                </a:lnTo>
                <a:cubicBezTo>
                  <a:pt x="115705" y="4422"/>
                  <a:pt x="111283" y="0"/>
                  <a:pt x="105787" y="0"/>
                </a:cubicBezTo>
                <a:cubicBezTo>
                  <a:pt x="100291" y="0"/>
                  <a:pt x="95870" y="4422"/>
                  <a:pt x="95870" y="9918"/>
                </a:cubicBezTo>
                <a:lnTo>
                  <a:pt x="95870" y="26447"/>
                </a:lnTo>
                <a:lnTo>
                  <a:pt x="72729" y="26447"/>
                </a:lnTo>
                <a:lnTo>
                  <a:pt x="72729" y="9918"/>
                </a:lnTo>
                <a:close/>
                <a:moveTo>
                  <a:pt x="66117" y="52894"/>
                </a:moveTo>
                <a:lnTo>
                  <a:pt x="145458" y="52894"/>
                </a:lnTo>
                <a:cubicBezTo>
                  <a:pt x="152772" y="52894"/>
                  <a:pt x="158681" y="58803"/>
                  <a:pt x="158681" y="66117"/>
                </a:cubicBezTo>
                <a:lnTo>
                  <a:pt x="158681" y="145458"/>
                </a:lnTo>
                <a:cubicBezTo>
                  <a:pt x="158681" y="152772"/>
                  <a:pt x="152772" y="158681"/>
                  <a:pt x="145458" y="158681"/>
                </a:cubicBezTo>
                <a:lnTo>
                  <a:pt x="66117" y="158681"/>
                </a:lnTo>
                <a:cubicBezTo>
                  <a:pt x="58803" y="158681"/>
                  <a:pt x="52894" y="152772"/>
                  <a:pt x="52894" y="145458"/>
                </a:cubicBezTo>
                <a:lnTo>
                  <a:pt x="52894" y="66117"/>
                </a:lnTo>
                <a:cubicBezTo>
                  <a:pt x="52894" y="58803"/>
                  <a:pt x="58803" y="52894"/>
                  <a:pt x="66117" y="52894"/>
                </a:cubicBezTo>
                <a:close/>
                <a:moveTo>
                  <a:pt x="72729" y="72729"/>
                </a:moveTo>
                <a:lnTo>
                  <a:pt x="72729" y="138846"/>
                </a:lnTo>
                <a:lnTo>
                  <a:pt x="138846" y="138846"/>
                </a:lnTo>
                <a:lnTo>
                  <a:pt x="138846" y="72729"/>
                </a:lnTo>
                <a:lnTo>
                  <a:pt x="72729" y="72729"/>
                </a:ln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08009" y="5862386"/>
            <a:ext cx="2472781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8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Multi-Core CPUs 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7753" y="6215011"/>
            <a:ext cx="2732842" cy="458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1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Utilize all available CPU cores for maximum performance…by default cluster </a:t>
            </a:r>
            <a:r>
              <a:rPr lang="en-US" sz="1111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single  core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528451" y="5681666"/>
            <a:ext cx="3023757" cy="1172477"/>
          </a:xfrm>
          <a:custGeom>
            <a:avLst/>
            <a:gdLst/>
            <a:ahLst/>
            <a:cxnLst/>
            <a:rect l="l" t="t" r="r" b="b"/>
            <a:pathLst>
              <a:path w="3023757" h="1172477">
                <a:moveTo>
                  <a:pt x="105793" y="0"/>
                </a:moveTo>
                <a:lnTo>
                  <a:pt x="2917964" y="0"/>
                </a:lnTo>
                <a:cubicBezTo>
                  <a:pt x="2976392" y="0"/>
                  <a:pt x="3023757" y="47365"/>
                  <a:pt x="3023757" y="105793"/>
                </a:cubicBezTo>
                <a:lnTo>
                  <a:pt x="3023757" y="1066685"/>
                </a:lnTo>
                <a:cubicBezTo>
                  <a:pt x="3023757" y="1125112"/>
                  <a:pt x="2976392" y="1172477"/>
                  <a:pt x="2917964" y="1172477"/>
                </a:cubicBezTo>
                <a:lnTo>
                  <a:pt x="105793" y="1172477"/>
                </a:lnTo>
                <a:cubicBezTo>
                  <a:pt x="47365" y="1172477"/>
                  <a:pt x="0" y="1125112"/>
                  <a:pt x="0" y="1066685"/>
                </a:cubicBezTo>
                <a:lnTo>
                  <a:pt x="0" y="105793"/>
                </a:lnTo>
                <a:cubicBezTo>
                  <a:pt x="0" y="47365"/>
                  <a:pt x="47365" y="0"/>
                  <a:pt x="105793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DE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735618" y="5880017"/>
            <a:ext cx="211575" cy="211575"/>
          </a:xfrm>
          <a:custGeom>
            <a:avLst/>
            <a:gdLst/>
            <a:ahLst/>
            <a:cxnLst/>
            <a:rect l="l" t="t" r="r" b="b"/>
            <a:pathLst>
              <a:path w="211575" h="211575">
                <a:moveTo>
                  <a:pt x="26447" y="26447"/>
                </a:moveTo>
                <a:cubicBezTo>
                  <a:pt x="26447" y="19133"/>
                  <a:pt x="20538" y="13223"/>
                  <a:pt x="13223" y="13223"/>
                </a:cubicBezTo>
                <a:cubicBezTo>
                  <a:pt x="5909" y="13223"/>
                  <a:pt x="0" y="19133"/>
                  <a:pt x="0" y="26447"/>
                </a:cubicBezTo>
                <a:lnTo>
                  <a:pt x="0" y="165293"/>
                </a:lnTo>
                <a:cubicBezTo>
                  <a:pt x="0" y="183558"/>
                  <a:pt x="14794" y="198351"/>
                  <a:pt x="33059" y="198351"/>
                </a:cubicBezTo>
                <a:lnTo>
                  <a:pt x="198351" y="198351"/>
                </a:lnTo>
                <a:cubicBezTo>
                  <a:pt x="205666" y="198351"/>
                  <a:pt x="211575" y="192442"/>
                  <a:pt x="211575" y="185128"/>
                </a:cubicBezTo>
                <a:cubicBezTo>
                  <a:pt x="211575" y="177814"/>
                  <a:pt x="205666" y="171905"/>
                  <a:pt x="198351" y="171905"/>
                </a:cubicBezTo>
                <a:lnTo>
                  <a:pt x="33059" y="171905"/>
                </a:lnTo>
                <a:cubicBezTo>
                  <a:pt x="29422" y="171905"/>
                  <a:pt x="26447" y="168929"/>
                  <a:pt x="26447" y="165293"/>
                </a:cubicBezTo>
                <a:lnTo>
                  <a:pt x="26447" y="26447"/>
                </a:lnTo>
                <a:close/>
                <a:moveTo>
                  <a:pt x="194467" y="62233"/>
                </a:moveTo>
                <a:cubicBezTo>
                  <a:pt x="199632" y="57067"/>
                  <a:pt x="199632" y="48679"/>
                  <a:pt x="194467" y="43513"/>
                </a:cubicBezTo>
                <a:cubicBezTo>
                  <a:pt x="189302" y="38348"/>
                  <a:pt x="180913" y="38348"/>
                  <a:pt x="175748" y="43513"/>
                </a:cubicBezTo>
                <a:lnTo>
                  <a:pt x="132234" y="87068"/>
                </a:lnTo>
                <a:lnTo>
                  <a:pt x="108515" y="63390"/>
                </a:lnTo>
                <a:cubicBezTo>
                  <a:pt x="103349" y="58224"/>
                  <a:pt x="94961" y="58224"/>
                  <a:pt x="89795" y="63390"/>
                </a:cubicBezTo>
                <a:lnTo>
                  <a:pt x="50125" y="103060"/>
                </a:lnTo>
                <a:cubicBezTo>
                  <a:pt x="44960" y="108225"/>
                  <a:pt x="44960" y="116614"/>
                  <a:pt x="50125" y="121780"/>
                </a:cubicBezTo>
                <a:cubicBezTo>
                  <a:pt x="55290" y="126945"/>
                  <a:pt x="63679" y="126945"/>
                  <a:pt x="68844" y="121780"/>
                </a:cubicBezTo>
                <a:lnTo>
                  <a:pt x="99176" y="91448"/>
                </a:lnTo>
                <a:lnTo>
                  <a:pt x="122895" y="115168"/>
                </a:lnTo>
                <a:cubicBezTo>
                  <a:pt x="128061" y="120333"/>
                  <a:pt x="136449" y="120333"/>
                  <a:pt x="141615" y="115168"/>
                </a:cubicBezTo>
                <a:lnTo>
                  <a:pt x="194508" y="62274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079427" y="5862386"/>
            <a:ext cx="1868911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8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Improved Performance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709171" y="6215011"/>
            <a:ext cx="2732842" cy="458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1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Scale horizontally across CPU cores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774871" y="1243002"/>
            <a:ext cx="5060165" cy="2873892"/>
          </a:xfrm>
          <a:custGeom>
            <a:avLst/>
            <a:gdLst/>
            <a:ahLst/>
            <a:cxnLst/>
            <a:rect l="l" t="t" r="r" b="b"/>
            <a:pathLst>
              <a:path w="5060165" h="2873892">
                <a:moveTo>
                  <a:pt x="141051" y="0"/>
                </a:moveTo>
                <a:lnTo>
                  <a:pt x="4919114" y="0"/>
                </a:lnTo>
                <a:cubicBezTo>
                  <a:pt x="4997014" y="0"/>
                  <a:pt x="5060165" y="63151"/>
                  <a:pt x="5060165" y="141051"/>
                </a:cubicBezTo>
                <a:lnTo>
                  <a:pt x="5060165" y="2732841"/>
                </a:lnTo>
                <a:cubicBezTo>
                  <a:pt x="5060165" y="2810741"/>
                  <a:pt x="4997014" y="2873892"/>
                  <a:pt x="4919114" y="2873892"/>
                </a:cubicBezTo>
                <a:lnTo>
                  <a:pt x="141051" y="2873892"/>
                </a:lnTo>
                <a:cubicBezTo>
                  <a:pt x="63151" y="2873892"/>
                  <a:pt x="0" y="2810741"/>
                  <a:pt x="0" y="2732841"/>
                </a:cubicBezTo>
                <a:lnTo>
                  <a:pt x="0" y="141051"/>
                </a:lnTo>
                <a:cubicBezTo>
                  <a:pt x="0" y="63203"/>
                  <a:pt x="63203" y="0"/>
                  <a:pt x="141051" y="0"/>
                </a:cubicBezTo>
                <a:close/>
              </a:path>
            </a:pathLst>
          </a:custGeom>
          <a:gradFill flip="none" rotWithShape="1">
            <a:gsLst>
              <a:gs pos="0">
                <a:srgbClr val="4ADE8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2540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982039" y="1463393"/>
            <a:ext cx="176312" cy="176312"/>
          </a:xfrm>
          <a:custGeom>
            <a:avLst/>
            <a:gdLst/>
            <a:ahLst/>
            <a:cxnLst/>
            <a:rect l="l" t="t" r="r" b="b"/>
            <a:pathLst>
              <a:path w="176312" h="176312">
                <a:moveTo>
                  <a:pt x="66117" y="22039"/>
                </a:moveTo>
                <a:cubicBezTo>
                  <a:pt x="66117" y="15944"/>
                  <a:pt x="71041" y="11020"/>
                  <a:pt x="77137" y="11020"/>
                </a:cubicBezTo>
                <a:lnTo>
                  <a:pt x="99176" y="11020"/>
                </a:lnTo>
                <a:cubicBezTo>
                  <a:pt x="105271" y="11020"/>
                  <a:pt x="110195" y="15944"/>
                  <a:pt x="110195" y="22039"/>
                </a:cubicBezTo>
                <a:lnTo>
                  <a:pt x="110195" y="44078"/>
                </a:lnTo>
                <a:cubicBezTo>
                  <a:pt x="110195" y="50173"/>
                  <a:pt x="105271" y="55098"/>
                  <a:pt x="99176" y="55098"/>
                </a:cubicBezTo>
                <a:lnTo>
                  <a:pt x="96421" y="55098"/>
                </a:lnTo>
                <a:lnTo>
                  <a:pt x="96421" y="77137"/>
                </a:lnTo>
                <a:lnTo>
                  <a:pt x="137744" y="77137"/>
                </a:lnTo>
                <a:cubicBezTo>
                  <a:pt x="151450" y="77137"/>
                  <a:pt x="162538" y="88225"/>
                  <a:pt x="162538" y="101931"/>
                </a:cubicBezTo>
                <a:lnTo>
                  <a:pt x="162538" y="121215"/>
                </a:lnTo>
                <a:lnTo>
                  <a:pt x="165293" y="121215"/>
                </a:lnTo>
                <a:cubicBezTo>
                  <a:pt x="171388" y="121215"/>
                  <a:pt x="176312" y="126139"/>
                  <a:pt x="176312" y="132234"/>
                </a:cubicBezTo>
                <a:lnTo>
                  <a:pt x="176312" y="154273"/>
                </a:lnTo>
                <a:cubicBezTo>
                  <a:pt x="176312" y="160368"/>
                  <a:pt x="171388" y="165293"/>
                  <a:pt x="165293" y="165293"/>
                </a:cubicBezTo>
                <a:lnTo>
                  <a:pt x="143254" y="165293"/>
                </a:lnTo>
                <a:cubicBezTo>
                  <a:pt x="137159" y="165293"/>
                  <a:pt x="132234" y="160368"/>
                  <a:pt x="132234" y="154273"/>
                </a:cubicBezTo>
                <a:lnTo>
                  <a:pt x="132234" y="132234"/>
                </a:lnTo>
                <a:cubicBezTo>
                  <a:pt x="132234" y="126139"/>
                  <a:pt x="137159" y="121215"/>
                  <a:pt x="143254" y="121215"/>
                </a:cubicBezTo>
                <a:lnTo>
                  <a:pt x="146009" y="121215"/>
                </a:lnTo>
                <a:lnTo>
                  <a:pt x="146009" y="101931"/>
                </a:lnTo>
                <a:cubicBezTo>
                  <a:pt x="146009" y="97351"/>
                  <a:pt x="142324" y="93666"/>
                  <a:pt x="137744" y="93666"/>
                </a:cubicBezTo>
                <a:lnTo>
                  <a:pt x="96421" y="93666"/>
                </a:lnTo>
                <a:lnTo>
                  <a:pt x="96421" y="121215"/>
                </a:lnTo>
                <a:lnTo>
                  <a:pt x="99176" y="121215"/>
                </a:lnTo>
                <a:cubicBezTo>
                  <a:pt x="105271" y="121215"/>
                  <a:pt x="110195" y="126139"/>
                  <a:pt x="110195" y="132234"/>
                </a:cubicBezTo>
                <a:lnTo>
                  <a:pt x="110195" y="154273"/>
                </a:lnTo>
                <a:cubicBezTo>
                  <a:pt x="110195" y="160368"/>
                  <a:pt x="105271" y="165293"/>
                  <a:pt x="99176" y="165293"/>
                </a:cubicBezTo>
                <a:lnTo>
                  <a:pt x="77137" y="165293"/>
                </a:lnTo>
                <a:cubicBezTo>
                  <a:pt x="71041" y="165293"/>
                  <a:pt x="66117" y="160368"/>
                  <a:pt x="66117" y="154273"/>
                </a:cubicBezTo>
                <a:lnTo>
                  <a:pt x="66117" y="132234"/>
                </a:lnTo>
                <a:cubicBezTo>
                  <a:pt x="66117" y="126139"/>
                  <a:pt x="71041" y="121215"/>
                  <a:pt x="77137" y="121215"/>
                </a:cubicBezTo>
                <a:lnTo>
                  <a:pt x="79892" y="121215"/>
                </a:lnTo>
                <a:lnTo>
                  <a:pt x="79892" y="93666"/>
                </a:lnTo>
                <a:lnTo>
                  <a:pt x="38568" y="93666"/>
                </a:lnTo>
                <a:cubicBezTo>
                  <a:pt x="33988" y="93666"/>
                  <a:pt x="30304" y="97351"/>
                  <a:pt x="30304" y="101931"/>
                </a:cubicBezTo>
                <a:lnTo>
                  <a:pt x="30304" y="121215"/>
                </a:lnTo>
                <a:lnTo>
                  <a:pt x="33059" y="121215"/>
                </a:lnTo>
                <a:cubicBezTo>
                  <a:pt x="39154" y="121215"/>
                  <a:pt x="44078" y="126139"/>
                  <a:pt x="44078" y="132234"/>
                </a:cubicBezTo>
                <a:lnTo>
                  <a:pt x="44078" y="154273"/>
                </a:lnTo>
                <a:cubicBezTo>
                  <a:pt x="44078" y="160368"/>
                  <a:pt x="39154" y="165293"/>
                  <a:pt x="33059" y="165293"/>
                </a:cubicBezTo>
                <a:lnTo>
                  <a:pt x="11020" y="165293"/>
                </a:lnTo>
                <a:cubicBezTo>
                  <a:pt x="4924" y="165293"/>
                  <a:pt x="0" y="160368"/>
                  <a:pt x="0" y="154273"/>
                </a:cubicBezTo>
                <a:lnTo>
                  <a:pt x="0" y="132234"/>
                </a:lnTo>
                <a:cubicBezTo>
                  <a:pt x="0" y="126139"/>
                  <a:pt x="4924" y="121215"/>
                  <a:pt x="11020" y="121215"/>
                </a:cubicBezTo>
                <a:lnTo>
                  <a:pt x="13774" y="121215"/>
                </a:lnTo>
                <a:lnTo>
                  <a:pt x="13774" y="101931"/>
                </a:lnTo>
                <a:cubicBezTo>
                  <a:pt x="13774" y="88225"/>
                  <a:pt x="24863" y="77137"/>
                  <a:pt x="38568" y="77137"/>
                </a:cubicBezTo>
                <a:lnTo>
                  <a:pt x="79892" y="77137"/>
                </a:lnTo>
                <a:lnTo>
                  <a:pt x="79892" y="55098"/>
                </a:lnTo>
                <a:lnTo>
                  <a:pt x="77137" y="55098"/>
                </a:lnTo>
                <a:cubicBezTo>
                  <a:pt x="71041" y="55098"/>
                  <a:pt x="66117" y="50173"/>
                  <a:pt x="66117" y="44078"/>
                </a:cubicBezTo>
                <a:lnTo>
                  <a:pt x="66117" y="22039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180390" y="1428130"/>
            <a:ext cx="4557675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8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Clustering Works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977631" y="1816017"/>
            <a:ext cx="4672278" cy="634725"/>
          </a:xfrm>
          <a:custGeom>
            <a:avLst/>
            <a:gdLst/>
            <a:ahLst/>
            <a:cxnLst/>
            <a:rect l="l" t="t" r="r" b="b"/>
            <a:pathLst>
              <a:path w="4672278" h="634725">
                <a:moveTo>
                  <a:pt x="35262" y="0"/>
                </a:moveTo>
                <a:lnTo>
                  <a:pt x="4601753" y="0"/>
                </a:lnTo>
                <a:cubicBezTo>
                  <a:pt x="4640703" y="0"/>
                  <a:pt x="4672278" y="31575"/>
                  <a:pt x="4672278" y="70524"/>
                </a:cubicBezTo>
                <a:lnTo>
                  <a:pt x="4672278" y="564200"/>
                </a:lnTo>
                <a:cubicBezTo>
                  <a:pt x="4672278" y="603150"/>
                  <a:pt x="4640703" y="634725"/>
                  <a:pt x="4601753" y="634725"/>
                </a:cubicBezTo>
                <a:lnTo>
                  <a:pt x="35262" y="634725"/>
                </a:lnTo>
                <a:cubicBezTo>
                  <a:pt x="15788" y="634725"/>
                  <a:pt x="0" y="618937"/>
                  <a:pt x="0" y="599462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977631" y="1816017"/>
            <a:ext cx="35262" cy="634725"/>
          </a:xfrm>
          <a:custGeom>
            <a:avLst/>
            <a:gdLst/>
            <a:ahLst/>
            <a:cxnLst/>
            <a:rect l="l" t="t" r="r" b="b"/>
            <a:pathLst>
              <a:path w="35262" h="634725">
                <a:moveTo>
                  <a:pt x="35262" y="0"/>
                </a:moveTo>
                <a:lnTo>
                  <a:pt x="35262" y="0"/>
                </a:lnTo>
                <a:lnTo>
                  <a:pt x="35262" y="634725"/>
                </a:lnTo>
                <a:lnTo>
                  <a:pt x="35262" y="634725"/>
                </a:lnTo>
                <a:cubicBezTo>
                  <a:pt x="15788" y="634725"/>
                  <a:pt x="0" y="618937"/>
                  <a:pt x="0" y="599462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101049" y="1921805"/>
            <a:ext cx="4513597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Master Process (leader)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01049" y="2168642"/>
            <a:ext cx="4504781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Manages worker processes, doesn't handle requests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977631" y="2556529"/>
            <a:ext cx="4672278" cy="634725"/>
          </a:xfrm>
          <a:custGeom>
            <a:avLst/>
            <a:gdLst/>
            <a:ahLst/>
            <a:cxnLst/>
            <a:rect l="l" t="t" r="r" b="b"/>
            <a:pathLst>
              <a:path w="4672278" h="634725">
                <a:moveTo>
                  <a:pt x="35262" y="0"/>
                </a:moveTo>
                <a:lnTo>
                  <a:pt x="4601753" y="0"/>
                </a:lnTo>
                <a:cubicBezTo>
                  <a:pt x="4640703" y="0"/>
                  <a:pt x="4672278" y="31575"/>
                  <a:pt x="4672278" y="70524"/>
                </a:cubicBezTo>
                <a:lnTo>
                  <a:pt x="4672278" y="564200"/>
                </a:lnTo>
                <a:cubicBezTo>
                  <a:pt x="4672278" y="603150"/>
                  <a:pt x="4640703" y="634725"/>
                  <a:pt x="4601753" y="634725"/>
                </a:cubicBezTo>
                <a:lnTo>
                  <a:pt x="35262" y="634725"/>
                </a:lnTo>
                <a:cubicBezTo>
                  <a:pt x="15788" y="634725"/>
                  <a:pt x="0" y="618937"/>
                  <a:pt x="0" y="599462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977631" y="2556529"/>
            <a:ext cx="35262" cy="634725"/>
          </a:xfrm>
          <a:custGeom>
            <a:avLst/>
            <a:gdLst/>
            <a:ahLst/>
            <a:cxnLst/>
            <a:rect l="l" t="t" r="r" b="b"/>
            <a:pathLst>
              <a:path w="35262" h="634725">
                <a:moveTo>
                  <a:pt x="35262" y="0"/>
                </a:moveTo>
                <a:lnTo>
                  <a:pt x="35262" y="0"/>
                </a:lnTo>
                <a:lnTo>
                  <a:pt x="35262" y="634725"/>
                </a:lnTo>
                <a:lnTo>
                  <a:pt x="35262" y="634725"/>
                </a:lnTo>
                <a:cubicBezTo>
                  <a:pt x="15788" y="634725"/>
                  <a:pt x="0" y="618937"/>
                  <a:pt x="0" y="599462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101049" y="2662317"/>
            <a:ext cx="4513597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Worker Processes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101049" y="2909154"/>
            <a:ext cx="4504781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worker runs on a separate CPU core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977631" y="3297041"/>
            <a:ext cx="4672278" cy="634725"/>
          </a:xfrm>
          <a:custGeom>
            <a:avLst/>
            <a:gdLst/>
            <a:ahLst/>
            <a:cxnLst/>
            <a:rect l="l" t="t" r="r" b="b"/>
            <a:pathLst>
              <a:path w="4672278" h="634725">
                <a:moveTo>
                  <a:pt x="35262" y="0"/>
                </a:moveTo>
                <a:lnTo>
                  <a:pt x="4601753" y="0"/>
                </a:lnTo>
                <a:cubicBezTo>
                  <a:pt x="4640703" y="0"/>
                  <a:pt x="4672278" y="31575"/>
                  <a:pt x="4672278" y="70524"/>
                </a:cubicBezTo>
                <a:lnTo>
                  <a:pt x="4672278" y="564200"/>
                </a:lnTo>
                <a:cubicBezTo>
                  <a:pt x="4672278" y="603150"/>
                  <a:pt x="4640703" y="634725"/>
                  <a:pt x="4601753" y="634725"/>
                </a:cubicBezTo>
                <a:lnTo>
                  <a:pt x="35262" y="634725"/>
                </a:lnTo>
                <a:cubicBezTo>
                  <a:pt x="15788" y="634725"/>
                  <a:pt x="0" y="618937"/>
                  <a:pt x="0" y="599462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977631" y="3297041"/>
            <a:ext cx="35262" cy="634725"/>
          </a:xfrm>
          <a:custGeom>
            <a:avLst/>
            <a:gdLst/>
            <a:ahLst/>
            <a:cxnLst/>
            <a:rect l="l" t="t" r="r" b="b"/>
            <a:pathLst>
              <a:path w="35262" h="634725">
                <a:moveTo>
                  <a:pt x="35262" y="0"/>
                </a:moveTo>
                <a:lnTo>
                  <a:pt x="35262" y="0"/>
                </a:lnTo>
                <a:lnTo>
                  <a:pt x="35262" y="634725"/>
                </a:lnTo>
                <a:lnTo>
                  <a:pt x="35262" y="634725"/>
                </a:lnTo>
                <a:cubicBezTo>
                  <a:pt x="15788" y="634725"/>
                  <a:pt x="0" y="618937"/>
                  <a:pt x="0" y="599462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101049" y="3402829"/>
            <a:ext cx="4513597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Load Distribution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101049" y="3649666"/>
            <a:ext cx="4504781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OS distributes connections across workers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770464" y="4306430"/>
            <a:ext cx="5068980" cy="2547714"/>
          </a:xfrm>
          <a:custGeom>
            <a:avLst/>
            <a:gdLst/>
            <a:ahLst/>
            <a:cxnLst/>
            <a:rect l="l" t="t" r="r" b="b"/>
            <a:pathLst>
              <a:path w="5068980" h="2547714">
                <a:moveTo>
                  <a:pt x="105781" y="0"/>
                </a:moveTo>
                <a:lnTo>
                  <a:pt x="4963199" y="0"/>
                </a:lnTo>
                <a:cubicBezTo>
                  <a:pt x="5021621" y="0"/>
                  <a:pt x="5068980" y="47360"/>
                  <a:pt x="5068980" y="105781"/>
                </a:cubicBezTo>
                <a:lnTo>
                  <a:pt x="5068980" y="2441933"/>
                </a:lnTo>
                <a:cubicBezTo>
                  <a:pt x="5068980" y="2500354"/>
                  <a:pt x="5021621" y="2547714"/>
                  <a:pt x="4963199" y="2547714"/>
                </a:cubicBezTo>
                <a:lnTo>
                  <a:pt x="105781" y="2547714"/>
                </a:lnTo>
                <a:cubicBezTo>
                  <a:pt x="47360" y="2547714"/>
                  <a:pt x="0" y="2500354"/>
                  <a:pt x="0" y="2441933"/>
                </a:cubicBezTo>
                <a:lnTo>
                  <a:pt x="0" y="105781"/>
                </a:lnTo>
                <a:cubicBezTo>
                  <a:pt x="0" y="47399"/>
                  <a:pt x="47399" y="0"/>
                  <a:pt x="105781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9E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951184" y="4487150"/>
            <a:ext cx="4786881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9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Gains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951184" y="4875037"/>
            <a:ext cx="943271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Single Process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1537509" y="4875037"/>
            <a:ext cx="185128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b="1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1x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951184" y="5157137"/>
            <a:ext cx="4707540" cy="105787"/>
          </a:xfrm>
          <a:custGeom>
            <a:avLst/>
            <a:gdLst/>
            <a:ahLst/>
            <a:cxnLst/>
            <a:rect l="l" t="t" r="r" b="b"/>
            <a:pathLst>
              <a:path w="4707540" h="105787">
                <a:moveTo>
                  <a:pt x="52894" y="0"/>
                </a:moveTo>
                <a:lnTo>
                  <a:pt x="4654646" y="0"/>
                </a:lnTo>
                <a:cubicBezTo>
                  <a:pt x="4683859" y="0"/>
                  <a:pt x="4707540" y="23681"/>
                  <a:pt x="4707540" y="52894"/>
                </a:cubicBezTo>
                <a:lnTo>
                  <a:pt x="4707540" y="52894"/>
                </a:lnTo>
                <a:cubicBezTo>
                  <a:pt x="4707540" y="82106"/>
                  <a:pt x="4683859" y="105787"/>
                  <a:pt x="4654646" y="105787"/>
                </a:cubicBezTo>
                <a:lnTo>
                  <a:pt x="52894" y="105787"/>
                </a:lnTo>
                <a:cubicBezTo>
                  <a:pt x="23701" y="105787"/>
                  <a:pt x="0" y="82087"/>
                  <a:pt x="0" y="52894"/>
                </a:cubicBezTo>
                <a:lnTo>
                  <a:pt x="0" y="52894"/>
                </a:lnTo>
                <a:cubicBezTo>
                  <a:pt x="0" y="23701"/>
                  <a:pt x="23701" y="0"/>
                  <a:pt x="52894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951184" y="5157137"/>
            <a:ext cx="1172477" cy="105787"/>
          </a:xfrm>
          <a:custGeom>
            <a:avLst/>
            <a:gdLst/>
            <a:ahLst/>
            <a:cxnLst/>
            <a:rect l="l" t="t" r="r" b="b"/>
            <a:pathLst>
              <a:path w="1172477" h="105787">
                <a:moveTo>
                  <a:pt x="52894" y="0"/>
                </a:moveTo>
                <a:lnTo>
                  <a:pt x="1119584" y="0"/>
                </a:lnTo>
                <a:cubicBezTo>
                  <a:pt x="1148796" y="0"/>
                  <a:pt x="1172477" y="23681"/>
                  <a:pt x="1172477" y="52894"/>
                </a:cubicBezTo>
                <a:lnTo>
                  <a:pt x="1172477" y="52894"/>
                </a:lnTo>
                <a:cubicBezTo>
                  <a:pt x="1172477" y="82106"/>
                  <a:pt x="1148796" y="105787"/>
                  <a:pt x="1119584" y="105787"/>
                </a:cubicBezTo>
                <a:lnTo>
                  <a:pt x="52894" y="105787"/>
                </a:lnTo>
                <a:cubicBezTo>
                  <a:pt x="23701" y="105787"/>
                  <a:pt x="0" y="82087"/>
                  <a:pt x="0" y="52894"/>
                </a:cubicBezTo>
                <a:lnTo>
                  <a:pt x="0" y="52894"/>
                </a:lnTo>
                <a:cubicBezTo>
                  <a:pt x="0" y="23701"/>
                  <a:pt x="23701" y="0"/>
                  <a:pt x="52894" y="0"/>
                </a:cubicBez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951184" y="5403974"/>
            <a:ext cx="969718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4-Core Cluster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440606" y="5403974"/>
            <a:ext cx="282100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~4x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951184" y="5686074"/>
            <a:ext cx="4707540" cy="105787"/>
          </a:xfrm>
          <a:custGeom>
            <a:avLst/>
            <a:gdLst/>
            <a:ahLst/>
            <a:cxnLst/>
            <a:rect l="l" t="t" r="r" b="b"/>
            <a:pathLst>
              <a:path w="4707540" h="105787">
                <a:moveTo>
                  <a:pt x="52894" y="0"/>
                </a:moveTo>
                <a:lnTo>
                  <a:pt x="4654646" y="0"/>
                </a:lnTo>
                <a:cubicBezTo>
                  <a:pt x="4683859" y="0"/>
                  <a:pt x="4707540" y="23681"/>
                  <a:pt x="4707540" y="52894"/>
                </a:cubicBezTo>
                <a:lnTo>
                  <a:pt x="4707540" y="52894"/>
                </a:lnTo>
                <a:cubicBezTo>
                  <a:pt x="4707540" y="82106"/>
                  <a:pt x="4683859" y="105787"/>
                  <a:pt x="4654646" y="105787"/>
                </a:cubicBezTo>
                <a:lnTo>
                  <a:pt x="52894" y="105787"/>
                </a:lnTo>
                <a:cubicBezTo>
                  <a:pt x="23701" y="105787"/>
                  <a:pt x="0" y="82087"/>
                  <a:pt x="0" y="52894"/>
                </a:cubicBezTo>
                <a:lnTo>
                  <a:pt x="0" y="52894"/>
                </a:lnTo>
                <a:cubicBezTo>
                  <a:pt x="0" y="23701"/>
                  <a:pt x="23701" y="0"/>
                  <a:pt x="52894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951184" y="5686074"/>
            <a:ext cx="4707540" cy="105787"/>
          </a:xfrm>
          <a:custGeom>
            <a:avLst/>
            <a:gdLst/>
            <a:ahLst/>
            <a:cxnLst/>
            <a:rect l="l" t="t" r="r" b="b"/>
            <a:pathLst>
              <a:path w="4707540" h="105787">
                <a:moveTo>
                  <a:pt x="52894" y="0"/>
                </a:moveTo>
                <a:lnTo>
                  <a:pt x="4654646" y="0"/>
                </a:lnTo>
                <a:cubicBezTo>
                  <a:pt x="4683859" y="0"/>
                  <a:pt x="4707540" y="23681"/>
                  <a:pt x="4707540" y="52894"/>
                </a:cubicBezTo>
                <a:lnTo>
                  <a:pt x="4707540" y="52894"/>
                </a:lnTo>
                <a:cubicBezTo>
                  <a:pt x="4707540" y="82106"/>
                  <a:pt x="4683859" y="105787"/>
                  <a:pt x="4654646" y="105787"/>
                </a:cubicBezTo>
                <a:lnTo>
                  <a:pt x="52894" y="105787"/>
                </a:lnTo>
                <a:cubicBezTo>
                  <a:pt x="23701" y="105787"/>
                  <a:pt x="0" y="82087"/>
                  <a:pt x="0" y="52894"/>
                </a:cubicBezTo>
                <a:lnTo>
                  <a:pt x="0" y="52894"/>
                </a:lnTo>
                <a:cubicBezTo>
                  <a:pt x="0" y="23701"/>
                  <a:pt x="23701" y="0"/>
                  <a:pt x="52894" y="0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kern="0" spc="120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OPTIMIZATION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Compression &amp; Caching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338263"/>
            <a:ext cx="6905625" cy="1876425"/>
          </a:xfrm>
          <a:custGeom>
            <a:avLst/>
            <a:gdLst/>
            <a:ahLst/>
            <a:cxnLst/>
            <a:rect l="l" t="t" r="r" b="b"/>
            <a:pathLst>
              <a:path w="6905625" h="1876425">
                <a:moveTo>
                  <a:pt x="152403" y="0"/>
                </a:moveTo>
                <a:lnTo>
                  <a:pt x="6753222" y="0"/>
                </a:lnTo>
                <a:cubicBezTo>
                  <a:pt x="6837392" y="0"/>
                  <a:pt x="6905625" y="68233"/>
                  <a:pt x="6905625" y="152403"/>
                </a:cubicBezTo>
                <a:lnTo>
                  <a:pt x="6905625" y="1724022"/>
                </a:lnTo>
                <a:cubicBezTo>
                  <a:pt x="6905625" y="1808192"/>
                  <a:pt x="6837392" y="1876425"/>
                  <a:pt x="6753222" y="1876425"/>
                </a:cubicBezTo>
                <a:lnTo>
                  <a:pt x="152403" y="1876425"/>
                </a:lnTo>
                <a:cubicBezTo>
                  <a:pt x="68233" y="1876425"/>
                  <a:pt x="0" y="1808192"/>
                  <a:pt x="0" y="1724022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gradFill flip="none" rotWithShape="1">
            <a:gsLst>
              <a:gs pos="0">
                <a:srgbClr val="4A9EF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9EF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81025" y="15335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3425" y="16859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96230" y="3125"/>
                </a:moveTo>
                <a:cubicBezTo>
                  <a:pt x="200427" y="-1072"/>
                  <a:pt x="207213" y="-1072"/>
                  <a:pt x="211366" y="3125"/>
                </a:cubicBezTo>
                <a:lnTo>
                  <a:pt x="225653" y="17413"/>
                </a:lnTo>
                <a:cubicBezTo>
                  <a:pt x="229850" y="21610"/>
                  <a:pt x="229850" y="28396"/>
                  <a:pt x="225653" y="32549"/>
                </a:cubicBezTo>
                <a:lnTo>
                  <a:pt x="186809" y="71393"/>
                </a:lnTo>
                <a:lnTo>
                  <a:pt x="204222" y="88806"/>
                </a:lnTo>
                <a:cubicBezTo>
                  <a:pt x="207303" y="91886"/>
                  <a:pt x="208196" y="96485"/>
                  <a:pt x="206544" y="100504"/>
                </a:cubicBezTo>
                <a:cubicBezTo>
                  <a:pt x="204892" y="104522"/>
                  <a:pt x="201007" y="107156"/>
                  <a:pt x="196676" y="107156"/>
                </a:cubicBezTo>
                <a:lnTo>
                  <a:pt x="132383" y="107156"/>
                </a:lnTo>
                <a:cubicBezTo>
                  <a:pt x="126444" y="107156"/>
                  <a:pt x="121667" y="102379"/>
                  <a:pt x="121667" y="96441"/>
                </a:cubicBezTo>
                <a:lnTo>
                  <a:pt x="121667" y="32147"/>
                </a:lnTo>
                <a:cubicBezTo>
                  <a:pt x="121667" y="27816"/>
                  <a:pt x="124257" y="23887"/>
                  <a:pt x="128275" y="22235"/>
                </a:cubicBezTo>
                <a:cubicBezTo>
                  <a:pt x="132293" y="20583"/>
                  <a:pt x="136892" y="21476"/>
                  <a:pt x="139973" y="24557"/>
                </a:cubicBezTo>
                <a:lnTo>
                  <a:pt x="157386" y="41970"/>
                </a:lnTo>
                <a:lnTo>
                  <a:pt x="196230" y="3125"/>
                </a:lnTo>
                <a:close/>
                <a:moveTo>
                  <a:pt x="32370" y="121444"/>
                </a:moveTo>
                <a:lnTo>
                  <a:pt x="96664" y="121444"/>
                </a:lnTo>
                <a:cubicBezTo>
                  <a:pt x="102602" y="121444"/>
                  <a:pt x="107379" y="126221"/>
                  <a:pt x="107379" y="132159"/>
                </a:cubicBezTo>
                <a:lnTo>
                  <a:pt x="107379" y="196453"/>
                </a:lnTo>
                <a:cubicBezTo>
                  <a:pt x="107379" y="200784"/>
                  <a:pt x="104790" y="204713"/>
                  <a:pt x="100772" y="206365"/>
                </a:cubicBezTo>
                <a:cubicBezTo>
                  <a:pt x="96753" y="208017"/>
                  <a:pt x="92154" y="207124"/>
                  <a:pt x="89074" y="204043"/>
                </a:cubicBezTo>
                <a:lnTo>
                  <a:pt x="71661" y="186630"/>
                </a:lnTo>
                <a:lnTo>
                  <a:pt x="32817" y="225475"/>
                </a:lnTo>
                <a:cubicBezTo>
                  <a:pt x="28620" y="229672"/>
                  <a:pt x="21833" y="229672"/>
                  <a:pt x="17681" y="225475"/>
                </a:cubicBezTo>
                <a:lnTo>
                  <a:pt x="3393" y="211187"/>
                </a:lnTo>
                <a:cubicBezTo>
                  <a:pt x="-804" y="206990"/>
                  <a:pt x="-804" y="200204"/>
                  <a:pt x="3393" y="196051"/>
                </a:cubicBezTo>
                <a:lnTo>
                  <a:pt x="42237" y="157207"/>
                </a:lnTo>
                <a:lnTo>
                  <a:pt x="24825" y="139794"/>
                </a:lnTo>
                <a:cubicBezTo>
                  <a:pt x="21744" y="136714"/>
                  <a:pt x="20851" y="132115"/>
                  <a:pt x="22503" y="128096"/>
                </a:cubicBezTo>
                <a:cubicBezTo>
                  <a:pt x="24155" y="124078"/>
                  <a:pt x="28039" y="121444"/>
                  <a:pt x="32370" y="121444"/>
                </a:cubicBez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66825" y="1533525"/>
            <a:ext cx="1581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Compression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66825" y="1838325"/>
            <a:ext cx="154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9E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 Response Size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0075" y="2219325"/>
            <a:ext cx="3162300" cy="800100"/>
          </a:xfrm>
          <a:custGeom>
            <a:avLst/>
            <a:gdLst/>
            <a:ahLst/>
            <a:cxnLst/>
            <a:rect l="l" t="t" r="r" b="b"/>
            <a:pathLst>
              <a:path w="3162300" h="800100">
                <a:moveTo>
                  <a:pt x="38100" y="0"/>
                </a:moveTo>
                <a:lnTo>
                  <a:pt x="3086098" y="0"/>
                </a:lnTo>
                <a:cubicBezTo>
                  <a:pt x="3128183" y="0"/>
                  <a:pt x="3162300" y="34117"/>
                  <a:pt x="3162300" y="76202"/>
                </a:cubicBezTo>
                <a:lnTo>
                  <a:pt x="3162300" y="723898"/>
                </a:lnTo>
                <a:cubicBezTo>
                  <a:pt x="3162300" y="765983"/>
                  <a:pt x="3128183" y="800100"/>
                  <a:pt x="3086098" y="800100"/>
                </a:cubicBez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00075" y="2219325"/>
            <a:ext cx="38100" cy="800100"/>
          </a:xfrm>
          <a:custGeom>
            <a:avLst/>
            <a:gdLst/>
            <a:ahLst/>
            <a:cxnLst/>
            <a:rect l="l" t="t" r="r" b="b"/>
            <a:pathLst>
              <a:path w="38100" h="800100">
                <a:moveTo>
                  <a:pt x="38100" y="0"/>
                </a:moveTo>
                <a:lnTo>
                  <a:pt x="38100" y="0"/>
                </a:lnTo>
                <a:lnTo>
                  <a:pt x="38100" y="800100"/>
                </a:ln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1525" y="2371725"/>
            <a:ext cx="2924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gzip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1525" y="2676525"/>
            <a:ext cx="2905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Widely supported, good compression ratio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933825" y="2219325"/>
            <a:ext cx="3162300" cy="800100"/>
          </a:xfrm>
          <a:custGeom>
            <a:avLst/>
            <a:gdLst/>
            <a:ahLst/>
            <a:cxnLst/>
            <a:rect l="l" t="t" r="r" b="b"/>
            <a:pathLst>
              <a:path w="3162300" h="800100">
                <a:moveTo>
                  <a:pt x="38100" y="0"/>
                </a:moveTo>
                <a:lnTo>
                  <a:pt x="3086098" y="0"/>
                </a:lnTo>
                <a:cubicBezTo>
                  <a:pt x="3128183" y="0"/>
                  <a:pt x="3162300" y="34117"/>
                  <a:pt x="3162300" y="76202"/>
                </a:cubicBezTo>
                <a:lnTo>
                  <a:pt x="3162300" y="723898"/>
                </a:lnTo>
                <a:cubicBezTo>
                  <a:pt x="3162300" y="765983"/>
                  <a:pt x="3128183" y="800100"/>
                  <a:pt x="3086098" y="800100"/>
                </a:cubicBez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933825" y="2219325"/>
            <a:ext cx="38100" cy="800100"/>
          </a:xfrm>
          <a:custGeom>
            <a:avLst/>
            <a:gdLst/>
            <a:ahLst/>
            <a:cxnLst/>
            <a:rect l="l" t="t" r="r" b="b"/>
            <a:pathLst>
              <a:path w="38100" h="800100">
                <a:moveTo>
                  <a:pt x="38100" y="0"/>
                </a:moveTo>
                <a:lnTo>
                  <a:pt x="38100" y="0"/>
                </a:lnTo>
                <a:lnTo>
                  <a:pt x="38100" y="800100"/>
                </a:ln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05275" y="2371725"/>
            <a:ext cx="2924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brotli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105275" y="2676525"/>
            <a:ext cx="2905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Better compression, modern browsers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5763" y="3414713"/>
            <a:ext cx="6905625" cy="3057525"/>
          </a:xfrm>
          <a:custGeom>
            <a:avLst/>
            <a:gdLst/>
            <a:ahLst/>
            <a:cxnLst/>
            <a:rect l="l" t="t" r="r" b="b"/>
            <a:pathLst>
              <a:path w="6905625" h="3057525">
                <a:moveTo>
                  <a:pt x="152387" y="0"/>
                </a:moveTo>
                <a:lnTo>
                  <a:pt x="6753238" y="0"/>
                </a:lnTo>
                <a:cubicBezTo>
                  <a:pt x="6837399" y="0"/>
                  <a:pt x="6905625" y="68226"/>
                  <a:pt x="6905625" y="152387"/>
                </a:cubicBezTo>
                <a:lnTo>
                  <a:pt x="6905625" y="2905138"/>
                </a:lnTo>
                <a:cubicBezTo>
                  <a:pt x="6905625" y="2989299"/>
                  <a:pt x="6837399" y="3057525"/>
                  <a:pt x="6753238" y="3057525"/>
                </a:cubicBezTo>
                <a:lnTo>
                  <a:pt x="152387" y="3057525"/>
                </a:lnTo>
                <a:cubicBezTo>
                  <a:pt x="68226" y="3057525"/>
                  <a:pt x="0" y="2989299"/>
                  <a:pt x="0" y="2905138"/>
                </a:cubicBezTo>
                <a:lnTo>
                  <a:pt x="0" y="152387"/>
                </a:lnTo>
                <a:cubicBezTo>
                  <a:pt x="0" y="68226"/>
                  <a:pt x="68226" y="0"/>
                  <a:pt x="152387" y="0"/>
                </a:cubicBezTo>
                <a:close/>
              </a:path>
            </a:pathLst>
          </a:custGeom>
          <a:gradFill flip="none" rotWithShape="1">
            <a:gsLst>
              <a:gs pos="0">
                <a:srgbClr val="4ADE8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81025" y="36099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47713" y="376237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266825" y="3609975"/>
            <a:ext cx="1571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 Caching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66825" y="3914775"/>
            <a:ext cx="1533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 Server Load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81025" y="4295775"/>
            <a:ext cx="2095500" cy="685800"/>
          </a:xfrm>
          <a:custGeom>
            <a:avLst/>
            <a:gdLst/>
            <a:ahLst/>
            <a:cxnLst/>
            <a:rect l="l" t="t" r="r" b="b"/>
            <a:pathLst>
              <a:path w="2095500" h="685800">
                <a:moveTo>
                  <a:pt x="76199" y="0"/>
                </a:moveTo>
                <a:lnTo>
                  <a:pt x="2019301" y="0"/>
                </a:lnTo>
                <a:cubicBezTo>
                  <a:pt x="2061384" y="0"/>
                  <a:pt x="2095500" y="34116"/>
                  <a:pt x="2095500" y="76199"/>
                </a:cubicBezTo>
                <a:lnTo>
                  <a:pt x="2095500" y="609601"/>
                </a:lnTo>
                <a:cubicBezTo>
                  <a:pt x="2095500" y="651684"/>
                  <a:pt x="2061384" y="685800"/>
                  <a:pt x="20193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57225" y="4410075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4A9E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Cache-Control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61988" y="4676775"/>
            <a:ext cx="1933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Directives for caching behavior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790825" y="4295775"/>
            <a:ext cx="2095500" cy="685800"/>
          </a:xfrm>
          <a:custGeom>
            <a:avLst/>
            <a:gdLst/>
            <a:ahLst/>
            <a:cxnLst/>
            <a:rect l="l" t="t" r="r" b="b"/>
            <a:pathLst>
              <a:path w="2095500" h="685800">
                <a:moveTo>
                  <a:pt x="76199" y="0"/>
                </a:moveTo>
                <a:lnTo>
                  <a:pt x="2019301" y="0"/>
                </a:lnTo>
                <a:cubicBezTo>
                  <a:pt x="2061384" y="0"/>
                  <a:pt x="2095500" y="34116"/>
                  <a:pt x="2095500" y="76199"/>
                </a:cubicBezTo>
                <a:lnTo>
                  <a:pt x="2095500" y="609601"/>
                </a:lnTo>
                <a:cubicBezTo>
                  <a:pt x="2095500" y="651684"/>
                  <a:pt x="2061384" y="685800"/>
                  <a:pt x="20193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867025" y="4410075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ETag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871788" y="4676775"/>
            <a:ext cx="1933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Resource version identifier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000625" y="4295775"/>
            <a:ext cx="2095500" cy="685800"/>
          </a:xfrm>
          <a:custGeom>
            <a:avLst/>
            <a:gdLst/>
            <a:ahLst/>
            <a:cxnLst/>
            <a:rect l="l" t="t" r="r" b="b"/>
            <a:pathLst>
              <a:path w="2095500" h="685800">
                <a:moveTo>
                  <a:pt x="76199" y="0"/>
                </a:moveTo>
                <a:lnTo>
                  <a:pt x="2019301" y="0"/>
                </a:lnTo>
                <a:cubicBezTo>
                  <a:pt x="2061384" y="0"/>
                  <a:pt x="2095500" y="34116"/>
                  <a:pt x="2095500" y="76199"/>
                </a:cubicBezTo>
                <a:lnTo>
                  <a:pt x="2095500" y="609601"/>
                </a:lnTo>
                <a:cubicBezTo>
                  <a:pt x="2095500" y="651684"/>
                  <a:pt x="2061384" y="685800"/>
                  <a:pt x="20193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76825" y="4410075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4A9E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Last-Modified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081588" y="4676775"/>
            <a:ext cx="1933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Timestamp for validation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534275" y="1343025"/>
            <a:ext cx="4267200" cy="2447925"/>
          </a:xfrm>
          <a:custGeom>
            <a:avLst/>
            <a:gdLst/>
            <a:ahLst/>
            <a:cxnLst/>
            <a:rect l="l" t="t" r="r" b="b"/>
            <a:pathLst>
              <a:path w="4267200" h="2447925">
                <a:moveTo>
                  <a:pt x="152408" y="0"/>
                </a:moveTo>
                <a:lnTo>
                  <a:pt x="4114792" y="0"/>
                </a:lnTo>
                <a:cubicBezTo>
                  <a:pt x="4198965" y="0"/>
                  <a:pt x="4267200" y="68235"/>
                  <a:pt x="4267200" y="152408"/>
                </a:cubicBezTo>
                <a:lnTo>
                  <a:pt x="4267200" y="2295517"/>
                </a:lnTo>
                <a:cubicBezTo>
                  <a:pt x="4267200" y="2379690"/>
                  <a:pt x="4198965" y="2447925"/>
                  <a:pt x="4114792" y="2447925"/>
                </a:cubicBezTo>
                <a:lnTo>
                  <a:pt x="152408" y="2447925"/>
                </a:lnTo>
                <a:cubicBezTo>
                  <a:pt x="68235" y="2447925"/>
                  <a:pt x="0" y="2379690"/>
                  <a:pt x="0" y="2295517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gradFill flip="none" rotWithShape="1">
            <a:gsLst>
              <a:gs pos="0">
                <a:srgbClr val="4A9EF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25400">
            <a:solidFill>
              <a:srgbClr val="4A9E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746206" y="15811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972425" y="1543050"/>
            <a:ext cx="3724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Compression Example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739062" y="1966912"/>
            <a:ext cx="3857625" cy="1619250"/>
          </a:xfrm>
          <a:custGeom>
            <a:avLst/>
            <a:gdLst/>
            <a:ahLst/>
            <a:cxnLst/>
            <a:rect l="l" t="t" r="r" b="b"/>
            <a:pathLst>
              <a:path w="3857625" h="1619250">
                <a:moveTo>
                  <a:pt x="114303" y="0"/>
                </a:moveTo>
                <a:lnTo>
                  <a:pt x="3743322" y="0"/>
                </a:lnTo>
                <a:cubicBezTo>
                  <a:pt x="3806408" y="0"/>
                  <a:pt x="3857625" y="51217"/>
                  <a:pt x="3857625" y="114303"/>
                </a:cubicBezTo>
                <a:lnTo>
                  <a:pt x="3857625" y="1504947"/>
                </a:lnTo>
                <a:cubicBezTo>
                  <a:pt x="3857625" y="1568033"/>
                  <a:pt x="3806408" y="1619250"/>
                  <a:pt x="3743322" y="1619250"/>
                </a:cubicBezTo>
                <a:lnTo>
                  <a:pt x="114303" y="1619250"/>
                </a:lnTo>
                <a:cubicBezTo>
                  <a:pt x="51217" y="1619250"/>
                  <a:pt x="0" y="1568033"/>
                  <a:pt x="0" y="150494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 w="12700">
            <a:solidFill>
              <a:srgbClr val="4A9EF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896225" y="2124075"/>
            <a:ext cx="3609975" cy="1304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const</a:t>
            </a: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zlib = </a:t>
            </a:r>
            <a:r>
              <a:rPr lang="en-US" sz="1050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require</a:t>
            </a: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1050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"zlib"</a:t>
            </a: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 Compress response</a:t>
            </a:r>
            <a:r>
              <a:rPr lang="en-US" sz="1050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const</a:t>
            </a: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gzip = zlib.</a:t>
            </a:r>
            <a:r>
              <a:rPr lang="en-US" sz="1050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createGzip</a:t>
            </a: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res.</a:t>
            </a:r>
            <a:r>
              <a:rPr lang="en-US" sz="1050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setHeader</a:t>
            </a: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1050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"Content-Encoding"</a:t>
            </a: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 </a:t>
            </a:r>
            <a:r>
              <a:rPr lang="en-US" sz="1050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"gzip"</a:t>
            </a: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readableStream.</a:t>
            </a:r>
            <a:r>
              <a:rPr lang="en-US" sz="1050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pipe</a:t>
            </a: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(gzip).</a:t>
            </a:r>
            <a:r>
              <a:rPr lang="en-US" sz="1050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pipe</a:t>
            </a: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(res);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529513" y="3990975"/>
            <a:ext cx="4276725" cy="2486025"/>
          </a:xfrm>
          <a:custGeom>
            <a:avLst/>
            <a:gdLst/>
            <a:ahLst/>
            <a:cxnLst/>
            <a:rect l="l" t="t" r="r" b="b"/>
            <a:pathLst>
              <a:path w="4276725" h="2486025">
                <a:moveTo>
                  <a:pt x="114307" y="0"/>
                </a:moveTo>
                <a:lnTo>
                  <a:pt x="4162418" y="0"/>
                </a:lnTo>
                <a:cubicBezTo>
                  <a:pt x="4225548" y="0"/>
                  <a:pt x="4276725" y="51177"/>
                  <a:pt x="4276725" y="114307"/>
                </a:cubicBezTo>
                <a:lnTo>
                  <a:pt x="4276725" y="2371718"/>
                </a:lnTo>
                <a:cubicBezTo>
                  <a:pt x="4276725" y="2434848"/>
                  <a:pt x="4225548" y="2486025"/>
                  <a:pt x="4162418" y="2486025"/>
                </a:cubicBezTo>
                <a:lnTo>
                  <a:pt x="114307" y="2486025"/>
                </a:lnTo>
                <a:cubicBezTo>
                  <a:pt x="51177" y="2486025"/>
                  <a:pt x="0" y="2434848"/>
                  <a:pt x="0" y="23717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DE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724775" y="4186238"/>
            <a:ext cx="3971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Benefits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748588" y="464343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053387" y="4605338"/>
            <a:ext cx="1247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Faster Page Loads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053387" y="4833938"/>
            <a:ext cx="1238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Smaller file sizes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748588" y="517683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053387" y="5138738"/>
            <a:ext cx="1533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Reduced Bandwidth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053387" y="5367338"/>
            <a:ext cx="152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Lower data transfer costs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748588" y="571023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053387" y="5672138"/>
            <a:ext cx="1343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Less Server Load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053387" y="5900738"/>
            <a:ext cx="133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Fewer resources used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4e13b69a5c928db456a80d142568c8d48e522d07.jpg"/>
          <p:cNvPicPr>
            <a:picLocks noChangeAspect="1"/>
          </p:cNvPicPr>
          <p:nvPr/>
        </p:nvPicPr>
        <p:blipFill>
          <a:blip r:embed="rId3">
            <a:alphaModFix amt="30000"/>
          </a:blip>
          <a:srcRect l="20111" r="2011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/>
              </a:gs>
              <a:gs pos="50000">
                <a:srgbClr val="1A1D21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385763" y="1733550"/>
            <a:ext cx="1524000" cy="428625"/>
          </a:xfrm>
          <a:custGeom>
            <a:avLst/>
            <a:gdLst/>
            <a:ahLst/>
            <a:cxnLst/>
            <a:rect l="l" t="t" r="r" b="b"/>
            <a:pathLst>
              <a:path w="1524000" h="428625">
                <a:moveTo>
                  <a:pt x="114301" y="0"/>
                </a:moveTo>
                <a:lnTo>
                  <a:pt x="1409699" y="0"/>
                </a:lnTo>
                <a:cubicBezTo>
                  <a:pt x="1472826" y="0"/>
                  <a:pt x="1524000" y="51174"/>
                  <a:pt x="1524000" y="114301"/>
                </a:cubicBezTo>
                <a:lnTo>
                  <a:pt x="1524000" y="314324"/>
                </a:lnTo>
                <a:cubicBezTo>
                  <a:pt x="1524000" y="377451"/>
                  <a:pt x="1472826" y="428625"/>
                  <a:pt x="1409699" y="428625"/>
                </a:cubicBezTo>
                <a:lnTo>
                  <a:pt x="114301" y="428625"/>
                </a:lnTo>
                <a:cubicBezTo>
                  <a:pt x="51174" y="428625"/>
                  <a:pt x="0" y="377451"/>
                  <a:pt x="0" y="3143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 w="12700">
            <a:solidFill>
              <a:srgbClr val="4A9E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81025" y="1809750"/>
            <a:ext cx="1230883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kern="0" spc="75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SECTION 10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395538"/>
            <a:ext cx="41148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Production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338638"/>
            <a:ext cx="38862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5F6B7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Real-world deployment patterns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5091113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447800" y="5091113"/>
            <a:ext cx="457200" cy="38100"/>
          </a:xfrm>
          <a:custGeom>
            <a:avLst/>
            <a:gdLst/>
            <a:ahLst/>
            <a:cxnLst/>
            <a:rect l="l" t="t" r="r" b="b"/>
            <a:pathLst>
              <a:path w="457200" h="38100">
                <a:moveTo>
                  <a:pt x="0" y="0"/>
                </a:moveTo>
                <a:lnTo>
                  <a:pt x="457200" y="0"/>
                </a:lnTo>
                <a:lnTo>
                  <a:pt x="457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9EFF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057400" y="5091113"/>
            <a:ext cx="228600" cy="38100"/>
          </a:xfrm>
          <a:custGeom>
            <a:avLst/>
            <a:gdLst/>
            <a:ahLst/>
            <a:cxnLst/>
            <a:rect l="l" t="t" r="r" b="b"/>
            <a:pathLst>
              <a:path w="228600" h="38100">
                <a:moveTo>
                  <a:pt x="0" y="0"/>
                </a:moveTo>
                <a:lnTo>
                  <a:pt x="228600" y="0"/>
                </a:lnTo>
                <a:lnTo>
                  <a:pt x="228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9EFF">
              <a:alpha val="25098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350" y="347350"/>
            <a:ext cx="11566769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kern="0" spc="109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PRODUCTION 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7350" y="625231"/>
            <a:ext cx="11705709" cy="4168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82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Production Flow Architecture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1692" y="1220068"/>
            <a:ext cx="6764650" cy="5114735"/>
          </a:xfrm>
          <a:custGeom>
            <a:avLst/>
            <a:gdLst/>
            <a:ahLst/>
            <a:cxnLst/>
            <a:rect l="l" t="t" r="r" b="b"/>
            <a:pathLst>
              <a:path w="6764650" h="5114735">
                <a:moveTo>
                  <a:pt x="138916" y="0"/>
                </a:moveTo>
                <a:lnTo>
                  <a:pt x="6625733" y="0"/>
                </a:lnTo>
                <a:cubicBezTo>
                  <a:pt x="6702455" y="0"/>
                  <a:pt x="6764650" y="62195"/>
                  <a:pt x="6764650" y="138916"/>
                </a:cubicBezTo>
                <a:lnTo>
                  <a:pt x="6764650" y="4975819"/>
                </a:lnTo>
                <a:cubicBezTo>
                  <a:pt x="6764650" y="5052540"/>
                  <a:pt x="6702455" y="5114735"/>
                  <a:pt x="6625733" y="5114735"/>
                </a:cubicBezTo>
                <a:lnTo>
                  <a:pt x="138916" y="5114735"/>
                </a:lnTo>
                <a:cubicBezTo>
                  <a:pt x="62246" y="5114735"/>
                  <a:pt x="0" y="5052489"/>
                  <a:pt x="0" y="4975819"/>
                </a:cubicBezTo>
                <a:lnTo>
                  <a:pt x="0" y="138916"/>
                </a:lnTo>
                <a:cubicBezTo>
                  <a:pt x="0" y="62246"/>
                  <a:pt x="62246" y="0"/>
                  <a:pt x="138916" y="0"/>
                </a:cubicBezTo>
                <a:close/>
              </a:path>
            </a:pathLst>
          </a:custGeom>
          <a:gradFill flip="none" rotWithShape="1">
            <a:gsLst>
              <a:gs pos="0">
                <a:srgbClr val="4A9EF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9EF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0496" y="1467556"/>
            <a:ext cx="208410" cy="208410"/>
          </a:xfrm>
          <a:custGeom>
            <a:avLst/>
            <a:gdLst/>
            <a:ahLst/>
            <a:cxnLst/>
            <a:rect l="l" t="t" r="r" b="b"/>
            <a:pathLst>
              <a:path w="208410" h="208410">
                <a:moveTo>
                  <a:pt x="78154" y="26051"/>
                </a:moveTo>
                <a:cubicBezTo>
                  <a:pt x="78154" y="18846"/>
                  <a:pt x="83975" y="13026"/>
                  <a:pt x="91179" y="13026"/>
                </a:cubicBezTo>
                <a:lnTo>
                  <a:pt x="117231" y="13026"/>
                </a:lnTo>
                <a:cubicBezTo>
                  <a:pt x="124436" y="13026"/>
                  <a:pt x="130256" y="18846"/>
                  <a:pt x="130256" y="26051"/>
                </a:cubicBezTo>
                <a:lnTo>
                  <a:pt x="130256" y="52103"/>
                </a:lnTo>
                <a:cubicBezTo>
                  <a:pt x="130256" y="59307"/>
                  <a:pt x="124436" y="65128"/>
                  <a:pt x="117231" y="65128"/>
                </a:cubicBezTo>
                <a:lnTo>
                  <a:pt x="113974" y="65128"/>
                </a:lnTo>
                <a:lnTo>
                  <a:pt x="113974" y="91179"/>
                </a:lnTo>
                <a:lnTo>
                  <a:pt x="162821" y="91179"/>
                </a:lnTo>
                <a:cubicBezTo>
                  <a:pt x="179021" y="91179"/>
                  <a:pt x="192128" y="104287"/>
                  <a:pt x="192128" y="120487"/>
                </a:cubicBezTo>
                <a:lnTo>
                  <a:pt x="192128" y="143282"/>
                </a:lnTo>
                <a:lnTo>
                  <a:pt x="195385" y="143282"/>
                </a:lnTo>
                <a:cubicBezTo>
                  <a:pt x="202589" y="143282"/>
                  <a:pt x="208410" y="149103"/>
                  <a:pt x="208410" y="156308"/>
                </a:cubicBezTo>
                <a:lnTo>
                  <a:pt x="208410" y="182359"/>
                </a:lnTo>
                <a:cubicBezTo>
                  <a:pt x="208410" y="189564"/>
                  <a:pt x="202589" y="195385"/>
                  <a:pt x="195385" y="195385"/>
                </a:cubicBezTo>
                <a:lnTo>
                  <a:pt x="169333" y="195385"/>
                </a:lnTo>
                <a:cubicBezTo>
                  <a:pt x="162129" y="195385"/>
                  <a:pt x="156308" y="189564"/>
                  <a:pt x="156308" y="182359"/>
                </a:cubicBezTo>
                <a:lnTo>
                  <a:pt x="156308" y="156308"/>
                </a:lnTo>
                <a:cubicBezTo>
                  <a:pt x="156308" y="149103"/>
                  <a:pt x="162129" y="143282"/>
                  <a:pt x="169333" y="143282"/>
                </a:cubicBezTo>
                <a:lnTo>
                  <a:pt x="172590" y="143282"/>
                </a:lnTo>
                <a:lnTo>
                  <a:pt x="172590" y="120487"/>
                </a:lnTo>
                <a:cubicBezTo>
                  <a:pt x="172590" y="115073"/>
                  <a:pt x="168234" y="110718"/>
                  <a:pt x="162821" y="110718"/>
                </a:cubicBezTo>
                <a:lnTo>
                  <a:pt x="113974" y="110718"/>
                </a:lnTo>
                <a:lnTo>
                  <a:pt x="113974" y="143282"/>
                </a:lnTo>
                <a:lnTo>
                  <a:pt x="117231" y="143282"/>
                </a:lnTo>
                <a:cubicBezTo>
                  <a:pt x="124436" y="143282"/>
                  <a:pt x="130256" y="149103"/>
                  <a:pt x="130256" y="156308"/>
                </a:cubicBezTo>
                <a:lnTo>
                  <a:pt x="130256" y="182359"/>
                </a:lnTo>
                <a:cubicBezTo>
                  <a:pt x="130256" y="189564"/>
                  <a:pt x="124436" y="195385"/>
                  <a:pt x="117231" y="195385"/>
                </a:cubicBezTo>
                <a:lnTo>
                  <a:pt x="91179" y="195385"/>
                </a:lnTo>
                <a:cubicBezTo>
                  <a:pt x="83975" y="195385"/>
                  <a:pt x="78154" y="189564"/>
                  <a:pt x="78154" y="182359"/>
                </a:cubicBezTo>
                <a:lnTo>
                  <a:pt x="78154" y="156308"/>
                </a:lnTo>
                <a:cubicBezTo>
                  <a:pt x="78154" y="149103"/>
                  <a:pt x="83975" y="143282"/>
                  <a:pt x="91179" y="143282"/>
                </a:cubicBezTo>
                <a:lnTo>
                  <a:pt x="94436" y="143282"/>
                </a:lnTo>
                <a:lnTo>
                  <a:pt x="94436" y="110718"/>
                </a:lnTo>
                <a:lnTo>
                  <a:pt x="45590" y="110718"/>
                </a:lnTo>
                <a:cubicBezTo>
                  <a:pt x="40176" y="110718"/>
                  <a:pt x="35821" y="115073"/>
                  <a:pt x="35821" y="120487"/>
                </a:cubicBezTo>
                <a:lnTo>
                  <a:pt x="35821" y="143282"/>
                </a:lnTo>
                <a:lnTo>
                  <a:pt x="39077" y="143282"/>
                </a:lnTo>
                <a:cubicBezTo>
                  <a:pt x="46282" y="143282"/>
                  <a:pt x="52103" y="149103"/>
                  <a:pt x="52103" y="156308"/>
                </a:cubicBezTo>
                <a:lnTo>
                  <a:pt x="52103" y="182359"/>
                </a:lnTo>
                <a:cubicBezTo>
                  <a:pt x="52103" y="189564"/>
                  <a:pt x="46282" y="195385"/>
                  <a:pt x="39077" y="195385"/>
                </a:cubicBezTo>
                <a:lnTo>
                  <a:pt x="13026" y="195385"/>
                </a:lnTo>
                <a:cubicBezTo>
                  <a:pt x="5821" y="195385"/>
                  <a:pt x="0" y="189564"/>
                  <a:pt x="0" y="182359"/>
                </a:cubicBezTo>
                <a:lnTo>
                  <a:pt x="0" y="156308"/>
                </a:lnTo>
                <a:cubicBezTo>
                  <a:pt x="0" y="149103"/>
                  <a:pt x="5821" y="143282"/>
                  <a:pt x="13026" y="143282"/>
                </a:cubicBezTo>
                <a:lnTo>
                  <a:pt x="16282" y="143282"/>
                </a:lnTo>
                <a:lnTo>
                  <a:pt x="16282" y="120487"/>
                </a:lnTo>
                <a:cubicBezTo>
                  <a:pt x="16282" y="104287"/>
                  <a:pt x="29389" y="91179"/>
                  <a:pt x="45590" y="91179"/>
                </a:cubicBezTo>
                <a:lnTo>
                  <a:pt x="94436" y="91179"/>
                </a:lnTo>
                <a:lnTo>
                  <a:pt x="94436" y="65128"/>
                </a:lnTo>
                <a:lnTo>
                  <a:pt x="91179" y="65128"/>
                </a:lnTo>
                <a:cubicBezTo>
                  <a:pt x="83975" y="65128"/>
                  <a:pt x="78154" y="59307"/>
                  <a:pt x="78154" y="52103"/>
                </a:cubicBezTo>
                <a:lnTo>
                  <a:pt x="78154" y="26051"/>
                </a:ln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4957" y="1432821"/>
            <a:ext cx="6182838" cy="277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41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Request Flow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4444" y="2005949"/>
            <a:ext cx="555761" cy="555761"/>
          </a:xfrm>
          <a:custGeom>
            <a:avLst/>
            <a:gdLst/>
            <a:ahLst/>
            <a:cxnLst/>
            <a:rect l="l" t="t" r="r" b="b"/>
            <a:pathLst>
              <a:path w="555761" h="555761">
                <a:moveTo>
                  <a:pt x="104205" y="0"/>
                </a:moveTo>
                <a:lnTo>
                  <a:pt x="451556" y="0"/>
                </a:lnTo>
                <a:cubicBezTo>
                  <a:pt x="509068" y="0"/>
                  <a:pt x="555761" y="46693"/>
                  <a:pt x="555761" y="104205"/>
                </a:cubicBezTo>
                <a:lnTo>
                  <a:pt x="555761" y="451556"/>
                </a:lnTo>
                <a:cubicBezTo>
                  <a:pt x="555761" y="509068"/>
                  <a:pt x="509068" y="555761"/>
                  <a:pt x="451556" y="555761"/>
                </a:cubicBezTo>
                <a:lnTo>
                  <a:pt x="104205" y="555761"/>
                </a:lnTo>
                <a:cubicBezTo>
                  <a:pt x="46693" y="555761"/>
                  <a:pt x="0" y="509068"/>
                  <a:pt x="0" y="451556"/>
                </a:cubicBezTo>
                <a:lnTo>
                  <a:pt x="0" y="104205"/>
                </a:lnTo>
                <a:cubicBezTo>
                  <a:pt x="0" y="46693"/>
                  <a:pt x="46693" y="0"/>
                  <a:pt x="104205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51145" y="2179624"/>
            <a:ext cx="182359" cy="208410"/>
          </a:xfrm>
          <a:custGeom>
            <a:avLst/>
            <a:gdLst/>
            <a:ahLst/>
            <a:cxnLst/>
            <a:rect l="l" t="t" r="r" b="b"/>
            <a:pathLst>
              <a:path w="182359" h="208410">
                <a:moveTo>
                  <a:pt x="91179" y="100949"/>
                </a:moveTo>
                <a:cubicBezTo>
                  <a:pt x="118138" y="100949"/>
                  <a:pt x="140026" y="79061"/>
                  <a:pt x="140026" y="52103"/>
                </a:cubicBezTo>
                <a:cubicBezTo>
                  <a:pt x="140026" y="25144"/>
                  <a:pt x="118138" y="3256"/>
                  <a:pt x="91179" y="3256"/>
                </a:cubicBezTo>
                <a:cubicBezTo>
                  <a:pt x="64221" y="3256"/>
                  <a:pt x="42333" y="25144"/>
                  <a:pt x="42333" y="52103"/>
                </a:cubicBezTo>
                <a:cubicBezTo>
                  <a:pt x="42333" y="79061"/>
                  <a:pt x="64221" y="100949"/>
                  <a:pt x="91179" y="100949"/>
                </a:cubicBezTo>
                <a:close/>
                <a:moveTo>
                  <a:pt x="79090" y="123744"/>
                </a:moveTo>
                <a:cubicBezTo>
                  <a:pt x="38996" y="123744"/>
                  <a:pt x="6513" y="156226"/>
                  <a:pt x="6513" y="196321"/>
                </a:cubicBezTo>
                <a:cubicBezTo>
                  <a:pt x="6513" y="202996"/>
                  <a:pt x="11927" y="208410"/>
                  <a:pt x="18602" y="208410"/>
                </a:cubicBezTo>
                <a:lnTo>
                  <a:pt x="163757" y="208410"/>
                </a:lnTo>
                <a:cubicBezTo>
                  <a:pt x="170432" y="208410"/>
                  <a:pt x="175846" y="202996"/>
                  <a:pt x="175846" y="196321"/>
                </a:cubicBezTo>
                <a:cubicBezTo>
                  <a:pt x="175846" y="156226"/>
                  <a:pt x="143363" y="123744"/>
                  <a:pt x="103269" y="123744"/>
                </a:cubicBezTo>
                <a:lnTo>
                  <a:pt x="79090" y="123744"/>
                </a:ln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276513" y="1919111"/>
            <a:ext cx="5627077" cy="729436"/>
          </a:xfrm>
          <a:custGeom>
            <a:avLst/>
            <a:gdLst/>
            <a:ahLst/>
            <a:cxnLst/>
            <a:rect l="l" t="t" r="r" b="b"/>
            <a:pathLst>
              <a:path w="5627077" h="729436">
                <a:moveTo>
                  <a:pt x="34735" y="0"/>
                </a:moveTo>
                <a:lnTo>
                  <a:pt x="5522870" y="0"/>
                </a:lnTo>
                <a:cubicBezTo>
                  <a:pt x="5580422" y="0"/>
                  <a:pt x="5627077" y="46655"/>
                  <a:pt x="5627077" y="104207"/>
                </a:cubicBezTo>
                <a:lnTo>
                  <a:pt x="5627077" y="625229"/>
                </a:lnTo>
                <a:cubicBezTo>
                  <a:pt x="5627077" y="682781"/>
                  <a:pt x="5580422" y="729436"/>
                  <a:pt x="5522870" y="729436"/>
                </a:cubicBezTo>
                <a:lnTo>
                  <a:pt x="34735" y="729436"/>
                </a:lnTo>
                <a:cubicBezTo>
                  <a:pt x="15551" y="729436"/>
                  <a:pt x="0" y="713884"/>
                  <a:pt x="0" y="694701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276513" y="1919111"/>
            <a:ext cx="34735" cy="729436"/>
          </a:xfrm>
          <a:custGeom>
            <a:avLst/>
            <a:gdLst/>
            <a:ahLst/>
            <a:cxnLst/>
            <a:rect l="l" t="t" r="r" b="b"/>
            <a:pathLst>
              <a:path w="34735" h="729436">
                <a:moveTo>
                  <a:pt x="34735" y="0"/>
                </a:moveTo>
                <a:lnTo>
                  <a:pt x="34735" y="0"/>
                </a:lnTo>
                <a:lnTo>
                  <a:pt x="34735" y="729436"/>
                </a:lnTo>
                <a:lnTo>
                  <a:pt x="34735" y="729436"/>
                </a:lnTo>
                <a:cubicBezTo>
                  <a:pt x="15551" y="729436"/>
                  <a:pt x="0" y="713884"/>
                  <a:pt x="0" y="694701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432821" y="2058051"/>
            <a:ext cx="5409983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1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32821" y="2301197"/>
            <a:ext cx="5401299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User's browser or mobile app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4444" y="2874325"/>
            <a:ext cx="555761" cy="555761"/>
          </a:xfrm>
          <a:custGeom>
            <a:avLst/>
            <a:gdLst/>
            <a:ahLst/>
            <a:cxnLst/>
            <a:rect l="l" t="t" r="r" b="b"/>
            <a:pathLst>
              <a:path w="555761" h="555761">
                <a:moveTo>
                  <a:pt x="104205" y="0"/>
                </a:moveTo>
                <a:lnTo>
                  <a:pt x="451556" y="0"/>
                </a:lnTo>
                <a:cubicBezTo>
                  <a:pt x="509068" y="0"/>
                  <a:pt x="555761" y="46693"/>
                  <a:pt x="555761" y="104205"/>
                </a:cubicBezTo>
                <a:lnTo>
                  <a:pt x="555761" y="451556"/>
                </a:lnTo>
                <a:cubicBezTo>
                  <a:pt x="555761" y="509068"/>
                  <a:pt x="509068" y="555761"/>
                  <a:pt x="451556" y="555761"/>
                </a:cubicBezTo>
                <a:lnTo>
                  <a:pt x="104205" y="555761"/>
                </a:lnTo>
                <a:cubicBezTo>
                  <a:pt x="46693" y="555761"/>
                  <a:pt x="0" y="509068"/>
                  <a:pt x="0" y="451556"/>
                </a:cubicBezTo>
                <a:lnTo>
                  <a:pt x="0" y="104205"/>
                </a:lnTo>
                <a:cubicBezTo>
                  <a:pt x="0" y="46693"/>
                  <a:pt x="46693" y="0"/>
                  <a:pt x="104205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25094" y="3048000"/>
            <a:ext cx="234462" cy="208410"/>
          </a:xfrm>
          <a:custGeom>
            <a:avLst/>
            <a:gdLst/>
            <a:ahLst/>
            <a:cxnLst/>
            <a:rect l="l" t="t" r="r" b="b"/>
            <a:pathLst>
              <a:path w="234462" h="208410">
                <a:moveTo>
                  <a:pt x="0" y="136769"/>
                </a:moveTo>
                <a:cubicBezTo>
                  <a:pt x="0" y="169130"/>
                  <a:pt x="26255" y="195385"/>
                  <a:pt x="58615" y="195385"/>
                </a:cubicBezTo>
                <a:lnTo>
                  <a:pt x="182359" y="195385"/>
                </a:lnTo>
                <a:cubicBezTo>
                  <a:pt x="211138" y="195385"/>
                  <a:pt x="234462" y="172061"/>
                  <a:pt x="234462" y="143282"/>
                </a:cubicBezTo>
                <a:cubicBezTo>
                  <a:pt x="234462" y="122278"/>
                  <a:pt x="222046" y="104164"/>
                  <a:pt x="204136" y="95942"/>
                </a:cubicBezTo>
                <a:cubicBezTo>
                  <a:pt x="206863" y="90610"/>
                  <a:pt x="208410" y="84545"/>
                  <a:pt x="208410" y="78154"/>
                </a:cubicBezTo>
                <a:cubicBezTo>
                  <a:pt x="208410" y="56580"/>
                  <a:pt x="190907" y="39077"/>
                  <a:pt x="169333" y="39077"/>
                </a:cubicBezTo>
                <a:cubicBezTo>
                  <a:pt x="162129" y="39077"/>
                  <a:pt x="155412" y="41031"/>
                  <a:pt x="149632" y="44409"/>
                </a:cubicBezTo>
                <a:cubicBezTo>
                  <a:pt x="139822" y="25766"/>
                  <a:pt x="120243" y="13026"/>
                  <a:pt x="97692" y="13026"/>
                </a:cubicBezTo>
                <a:cubicBezTo>
                  <a:pt x="65332" y="13026"/>
                  <a:pt x="39077" y="39280"/>
                  <a:pt x="39077" y="71641"/>
                </a:cubicBezTo>
                <a:cubicBezTo>
                  <a:pt x="39077" y="74897"/>
                  <a:pt x="39362" y="78113"/>
                  <a:pt x="39850" y="81207"/>
                </a:cubicBezTo>
                <a:cubicBezTo>
                  <a:pt x="16689" y="89022"/>
                  <a:pt x="0" y="110962"/>
                  <a:pt x="0" y="136769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276513" y="2787487"/>
            <a:ext cx="5627077" cy="729436"/>
          </a:xfrm>
          <a:custGeom>
            <a:avLst/>
            <a:gdLst/>
            <a:ahLst/>
            <a:cxnLst/>
            <a:rect l="l" t="t" r="r" b="b"/>
            <a:pathLst>
              <a:path w="5627077" h="729436">
                <a:moveTo>
                  <a:pt x="34735" y="0"/>
                </a:moveTo>
                <a:lnTo>
                  <a:pt x="5522870" y="0"/>
                </a:lnTo>
                <a:cubicBezTo>
                  <a:pt x="5580422" y="0"/>
                  <a:pt x="5627077" y="46655"/>
                  <a:pt x="5627077" y="104207"/>
                </a:cubicBezTo>
                <a:lnTo>
                  <a:pt x="5627077" y="625229"/>
                </a:lnTo>
                <a:cubicBezTo>
                  <a:pt x="5627077" y="682781"/>
                  <a:pt x="5580422" y="729436"/>
                  <a:pt x="5522870" y="729436"/>
                </a:cubicBezTo>
                <a:lnTo>
                  <a:pt x="34735" y="729436"/>
                </a:lnTo>
                <a:cubicBezTo>
                  <a:pt x="15551" y="729436"/>
                  <a:pt x="0" y="713884"/>
                  <a:pt x="0" y="694701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276513" y="2787487"/>
            <a:ext cx="34735" cy="729436"/>
          </a:xfrm>
          <a:custGeom>
            <a:avLst/>
            <a:gdLst/>
            <a:ahLst/>
            <a:cxnLst/>
            <a:rect l="l" t="t" r="r" b="b"/>
            <a:pathLst>
              <a:path w="34735" h="729436">
                <a:moveTo>
                  <a:pt x="34735" y="0"/>
                </a:moveTo>
                <a:lnTo>
                  <a:pt x="34735" y="0"/>
                </a:lnTo>
                <a:lnTo>
                  <a:pt x="34735" y="729436"/>
                </a:lnTo>
                <a:lnTo>
                  <a:pt x="34735" y="729436"/>
                </a:lnTo>
                <a:cubicBezTo>
                  <a:pt x="15551" y="729436"/>
                  <a:pt x="0" y="713884"/>
                  <a:pt x="0" y="694701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432821" y="2926427"/>
            <a:ext cx="5409983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1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CDN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32821" y="3169573"/>
            <a:ext cx="5401299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 Delivery Network for static assets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64444" y="3742701"/>
            <a:ext cx="555761" cy="555761"/>
          </a:xfrm>
          <a:custGeom>
            <a:avLst/>
            <a:gdLst/>
            <a:ahLst/>
            <a:cxnLst/>
            <a:rect l="l" t="t" r="r" b="b"/>
            <a:pathLst>
              <a:path w="555761" h="555761">
                <a:moveTo>
                  <a:pt x="104205" y="0"/>
                </a:moveTo>
                <a:lnTo>
                  <a:pt x="451556" y="0"/>
                </a:lnTo>
                <a:cubicBezTo>
                  <a:pt x="509068" y="0"/>
                  <a:pt x="555761" y="46693"/>
                  <a:pt x="555761" y="104205"/>
                </a:cubicBezTo>
                <a:lnTo>
                  <a:pt x="555761" y="451556"/>
                </a:lnTo>
                <a:cubicBezTo>
                  <a:pt x="555761" y="509068"/>
                  <a:pt x="509068" y="555761"/>
                  <a:pt x="451556" y="555761"/>
                </a:cubicBezTo>
                <a:lnTo>
                  <a:pt x="104205" y="555761"/>
                </a:lnTo>
                <a:cubicBezTo>
                  <a:pt x="46693" y="555761"/>
                  <a:pt x="0" y="509068"/>
                  <a:pt x="0" y="451556"/>
                </a:cubicBezTo>
                <a:lnTo>
                  <a:pt x="0" y="104205"/>
                </a:lnTo>
                <a:cubicBezTo>
                  <a:pt x="0" y="46693"/>
                  <a:pt x="46693" y="0"/>
                  <a:pt x="104205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38120" y="3916376"/>
            <a:ext cx="208410" cy="208410"/>
          </a:xfrm>
          <a:custGeom>
            <a:avLst/>
            <a:gdLst/>
            <a:ahLst/>
            <a:cxnLst/>
            <a:rect l="l" t="t" r="r" b="b"/>
            <a:pathLst>
              <a:path w="208410" h="208410">
                <a:moveTo>
                  <a:pt x="164367" y="14003"/>
                </a:moveTo>
                <a:cubicBezTo>
                  <a:pt x="169252" y="11967"/>
                  <a:pt x="174829" y="13107"/>
                  <a:pt x="178573" y="16811"/>
                </a:cubicBezTo>
                <a:lnTo>
                  <a:pt x="204625" y="42862"/>
                </a:lnTo>
                <a:cubicBezTo>
                  <a:pt x="207067" y="45305"/>
                  <a:pt x="208451" y="48602"/>
                  <a:pt x="208451" y="52062"/>
                </a:cubicBezTo>
                <a:cubicBezTo>
                  <a:pt x="208451" y="55522"/>
                  <a:pt x="207067" y="58819"/>
                  <a:pt x="204625" y="61261"/>
                </a:cubicBezTo>
                <a:lnTo>
                  <a:pt x="178573" y="87312"/>
                </a:lnTo>
                <a:cubicBezTo>
                  <a:pt x="174829" y="91057"/>
                  <a:pt x="169252" y="92156"/>
                  <a:pt x="164367" y="90121"/>
                </a:cubicBezTo>
                <a:cubicBezTo>
                  <a:pt x="159483" y="88086"/>
                  <a:pt x="156308" y="83405"/>
                  <a:pt x="156308" y="78154"/>
                </a:cubicBezTo>
                <a:lnTo>
                  <a:pt x="156308" y="65128"/>
                </a:lnTo>
                <a:lnTo>
                  <a:pt x="143282" y="65128"/>
                </a:lnTo>
                <a:cubicBezTo>
                  <a:pt x="139171" y="65128"/>
                  <a:pt x="135304" y="67041"/>
                  <a:pt x="132862" y="70338"/>
                </a:cubicBezTo>
                <a:lnTo>
                  <a:pt x="119673" y="87923"/>
                </a:lnTo>
                <a:lnTo>
                  <a:pt x="103391" y="66227"/>
                </a:lnTo>
                <a:lnTo>
                  <a:pt x="112021" y="54708"/>
                </a:lnTo>
                <a:cubicBezTo>
                  <a:pt x="119388" y="44857"/>
                  <a:pt x="130989" y="39077"/>
                  <a:pt x="143282" y="39077"/>
                </a:cubicBezTo>
                <a:lnTo>
                  <a:pt x="156308" y="39077"/>
                </a:lnTo>
                <a:lnTo>
                  <a:pt x="156308" y="26051"/>
                </a:lnTo>
                <a:cubicBezTo>
                  <a:pt x="156308" y="20800"/>
                  <a:pt x="159483" y="16038"/>
                  <a:pt x="164367" y="14003"/>
                </a:cubicBezTo>
                <a:close/>
                <a:moveTo>
                  <a:pt x="62686" y="120487"/>
                </a:moveTo>
                <a:lnTo>
                  <a:pt x="78968" y="142183"/>
                </a:lnTo>
                <a:lnTo>
                  <a:pt x="70338" y="153703"/>
                </a:lnTo>
                <a:cubicBezTo>
                  <a:pt x="62971" y="163553"/>
                  <a:pt x="51370" y="169333"/>
                  <a:pt x="39077" y="169333"/>
                </a:cubicBezTo>
                <a:lnTo>
                  <a:pt x="13026" y="169333"/>
                </a:lnTo>
                <a:cubicBezTo>
                  <a:pt x="5821" y="169333"/>
                  <a:pt x="0" y="163512"/>
                  <a:pt x="0" y="156308"/>
                </a:cubicBezTo>
                <a:cubicBezTo>
                  <a:pt x="0" y="149103"/>
                  <a:pt x="5821" y="143282"/>
                  <a:pt x="13026" y="143282"/>
                </a:cubicBezTo>
                <a:lnTo>
                  <a:pt x="39077" y="143282"/>
                </a:lnTo>
                <a:cubicBezTo>
                  <a:pt x="43188" y="143282"/>
                  <a:pt x="47055" y="141369"/>
                  <a:pt x="49497" y="138072"/>
                </a:cubicBezTo>
                <a:lnTo>
                  <a:pt x="62686" y="120487"/>
                </a:lnTo>
                <a:close/>
                <a:moveTo>
                  <a:pt x="178533" y="191558"/>
                </a:moveTo>
                <a:cubicBezTo>
                  <a:pt x="174788" y="195303"/>
                  <a:pt x="169211" y="196402"/>
                  <a:pt x="164327" y="194367"/>
                </a:cubicBezTo>
                <a:cubicBezTo>
                  <a:pt x="159442" y="192332"/>
                  <a:pt x="156308" y="187610"/>
                  <a:pt x="156308" y="182359"/>
                </a:cubicBezTo>
                <a:lnTo>
                  <a:pt x="156308" y="169333"/>
                </a:lnTo>
                <a:lnTo>
                  <a:pt x="143282" y="169333"/>
                </a:lnTo>
                <a:cubicBezTo>
                  <a:pt x="130989" y="169333"/>
                  <a:pt x="119388" y="163553"/>
                  <a:pt x="112021" y="153703"/>
                </a:cubicBezTo>
                <a:lnTo>
                  <a:pt x="49497" y="70338"/>
                </a:lnTo>
                <a:cubicBezTo>
                  <a:pt x="47055" y="67041"/>
                  <a:pt x="43188" y="65128"/>
                  <a:pt x="39077" y="65128"/>
                </a:cubicBezTo>
                <a:lnTo>
                  <a:pt x="13026" y="65128"/>
                </a:lnTo>
                <a:cubicBezTo>
                  <a:pt x="5821" y="65128"/>
                  <a:pt x="0" y="59307"/>
                  <a:pt x="0" y="52103"/>
                </a:cubicBezTo>
                <a:cubicBezTo>
                  <a:pt x="0" y="44898"/>
                  <a:pt x="5821" y="39077"/>
                  <a:pt x="13026" y="39077"/>
                </a:cubicBezTo>
                <a:lnTo>
                  <a:pt x="39077" y="39077"/>
                </a:lnTo>
                <a:cubicBezTo>
                  <a:pt x="51370" y="39077"/>
                  <a:pt x="62971" y="44857"/>
                  <a:pt x="70338" y="54708"/>
                </a:cubicBezTo>
                <a:lnTo>
                  <a:pt x="132862" y="138072"/>
                </a:lnTo>
                <a:cubicBezTo>
                  <a:pt x="135304" y="141369"/>
                  <a:pt x="139171" y="143282"/>
                  <a:pt x="143282" y="143282"/>
                </a:cubicBezTo>
                <a:lnTo>
                  <a:pt x="156308" y="143282"/>
                </a:lnTo>
                <a:lnTo>
                  <a:pt x="156308" y="130256"/>
                </a:lnTo>
                <a:cubicBezTo>
                  <a:pt x="156308" y="125005"/>
                  <a:pt x="159483" y="120243"/>
                  <a:pt x="164367" y="118208"/>
                </a:cubicBezTo>
                <a:cubicBezTo>
                  <a:pt x="169252" y="116172"/>
                  <a:pt x="174829" y="117312"/>
                  <a:pt x="178573" y="121016"/>
                </a:cubicBezTo>
                <a:lnTo>
                  <a:pt x="204625" y="147068"/>
                </a:lnTo>
                <a:cubicBezTo>
                  <a:pt x="207067" y="149510"/>
                  <a:pt x="208451" y="152807"/>
                  <a:pt x="208451" y="156267"/>
                </a:cubicBezTo>
                <a:cubicBezTo>
                  <a:pt x="208451" y="159727"/>
                  <a:pt x="207067" y="163024"/>
                  <a:pt x="204625" y="165466"/>
                </a:cubicBezTo>
                <a:lnTo>
                  <a:pt x="178573" y="191518"/>
                </a:ln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276513" y="3655863"/>
            <a:ext cx="5627077" cy="729436"/>
          </a:xfrm>
          <a:custGeom>
            <a:avLst/>
            <a:gdLst/>
            <a:ahLst/>
            <a:cxnLst/>
            <a:rect l="l" t="t" r="r" b="b"/>
            <a:pathLst>
              <a:path w="5627077" h="729436">
                <a:moveTo>
                  <a:pt x="34735" y="0"/>
                </a:moveTo>
                <a:lnTo>
                  <a:pt x="5522870" y="0"/>
                </a:lnTo>
                <a:cubicBezTo>
                  <a:pt x="5580422" y="0"/>
                  <a:pt x="5627077" y="46655"/>
                  <a:pt x="5627077" y="104207"/>
                </a:cubicBezTo>
                <a:lnTo>
                  <a:pt x="5627077" y="625229"/>
                </a:lnTo>
                <a:cubicBezTo>
                  <a:pt x="5627077" y="682781"/>
                  <a:pt x="5580422" y="729436"/>
                  <a:pt x="5522870" y="729436"/>
                </a:cubicBezTo>
                <a:lnTo>
                  <a:pt x="34735" y="729436"/>
                </a:lnTo>
                <a:cubicBezTo>
                  <a:pt x="15551" y="729436"/>
                  <a:pt x="0" y="713884"/>
                  <a:pt x="0" y="694701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276513" y="3655863"/>
            <a:ext cx="34735" cy="729436"/>
          </a:xfrm>
          <a:custGeom>
            <a:avLst/>
            <a:gdLst/>
            <a:ahLst/>
            <a:cxnLst/>
            <a:rect l="l" t="t" r="r" b="b"/>
            <a:pathLst>
              <a:path w="34735" h="729436">
                <a:moveTo>
                  <a:pt x="34735" y="0"/>
                </a:moveTo>
                <a:lnTo>
                  <a:pt x="34735" y="0"/>
                </a:lnTo>
                <a:lnTo>
                  <a:pt x="34735" y="729436"/>
                </a:lnTo>
                <a:lnTo>
                  <a:pt x="34735" y="729436"/>
                </a:lnTo>
                <a:cubicBezTo>
                  <a:pt x="15551" y="729436"/>
                  <a:pt x="0" y="713884"/>
                  <a:pt x="0" y="694701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432821" y="3794803"/>
            <a:ext cx="5409983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1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Load Balancer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32821" y="4037949"/>
            <a:ext cx="5401299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Distributes traffic across servers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64444" y="4611077"/>
            <a:ext cx="555761" cy="555761"/>
          </a:xfrm>
          <a:custGeom>
            <a:avLst/>
            <a:gdLst/>
            <a:ahLst/>
            <a:cxnLst/>
            <a:rect l="l" t="t" r="r" b="b"/>
            <a:pathLst>
              <a:path w="555761" h="555761">
                <a:moveTo>
                  <a:pt x="104205" y="0"/>
                </a:moveTo>
                <a:lnTo>
                  <a:pt x="451556" y="0"/>
                </a:lnTo>
                <a:cubicBezTo>
                  <a:pt x="509068" y="0"/>
                  <a:pt x="555761" y="46693"/>
                  <a:pt x="555761" y="104205"/>
                </a:cubicBezTo>
                <a:lnTo>
                  <a:pt x="555761" y="451556"/>
                </a:lnTo>
                <a:cubicBezTo>
                  <a:pt x="555761" y="509068"/>
                  <a:pt x="509068" y="555761"/>
                  <a:pt x="451556" y="555761"/>
                </a:cubicBezTo>
                <a:lnTo>
                  <a:pt x="104205" y="555761"/>
                </a:lnTo>
                <a:cubicBezTo>
                  <a:pt x="46693" y="555761"/>
                  <a:pt x="0" y="509068"/>
                  <a:pt x="0" y="451556"/>
                </a:cubicBezTo>
                <a:lnTo>
                  <a:pt x="0" y="104205"/>
                </a:lnTo>
                <a:cubicBezTo>
                  <a:pt x="0" y="46693"/>
                  <a:pt x="46693" y="0"/>
                  <a:pt x="104205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51145" y="4784752"/>
            <a:ext cx="182359" cy="208410"/>
          </a:xfrm>
          <a:custGeom>
            <a:avLst/>
            <a:gdLst/>
            <a:ahLst/>
            <a:cxnLst/>
            <a:rect l="l" t="t" r="r" b="b"/>
            <a:pathLst>
              <a:path w="182359" h="208410">
                <a:moveTo>
                  <a:pt x="26051" y="13026"/>
                </a:moveTo>
                <a:cubicBezTo>
                  <a:pt x="11682" y="13026"/>
                  <a:pt x="0" y="24708"/>
                  <a:pt x="0" y="39077"/>
                </a:cubicBezTo>
                <a:lnTo>
                  <a:pt x="0" y="65128"/>
                </a:lnTo>
                <a:cubicBezTo>
                  <a:pt x="0" y="79497"/>
                  <a:pt x="11682" y="91179"/>
                  <a:pt x="26051" y="91179"/>
                </a:cubicBezTo>
                <a:lnTo>
                  <a:pt x="156308" y="91179"/>
                </a:lnTo>
                <a:cubicBezTo>
                  <a:pt x="170677" y="91179"/>
                  <a:pt x="182359" y="79497"/>
                  <a:pt x="182359" y="65128"/>
                </a:cubicBezTo>
                <a:lnTo>
                  <a:pt x="182359" y="39077"/>
                </a:lnTo>
                <a:cubicBezTo>
                  <a:pt x="182359" y="24708"/>
                  <a:pt x="170677" y="13026"/>
                  <a:pt x="156308" y="13026"/>
                </a:cubicBezTo>
                <a:lnTo>
                  <a:pt x="26051" y="13026"/>
                </a:lnTo>
                <a:close/>
                <a:moveTo>
                  <a:pt x="113974" y="42333"/>
                </a:moveTo>
                <a:cubicBezTo>
                  <a:pt x="119366" y="42333"/>
                  <a:pt x="123744" y="46711"/>
                  <a:pt x="123744" y="52103"/>
                </a:cubicBezTo>
                <a:cubicBezTo>
                  <a:pt x="123744" y="57494"/>
                  <a:pt x="119366" y="61872"/>
                  <a:pt x="113974" y="61872"/>
                </a:cubicBezTo>
                <a:cubicBezTo>
                  <a:pt x="108583" y="61872"/>
                  <a:pt x="104205" y="57494"/>
                  <a:pt x="104205" y="52103"/>
                </a:cubicBezTo>
                <a:cubicBezTo>
                  <a:pt x="104205" y="46711"/>
                  <a:pt x="108583" y="42333"/>
                  <a:pt x="113974" y="42333"/>
                </a:cubicBezTo>
                <a:close/>
                <a:moveTo>
                  <a:pt x="136769" y="52103"/>
                </a:moveTo>
                <a:cubicBezTo>
                  <a:pt x="136769" y="46711"/>
                  <a:pt x="141147" y="42333"/>
                  <a:pt x="146538" y="42333"/>
                </a:cubicBezTo>
                <a:cubicBezTo>
                  <a:pt x="151930" y="42333"/>
                  <a:pt x="156308" y="46711"/>
                  <a:pt x="156308" y="52103"/>
                </a:cubicBezTo>
                <a:cubicBezTo>
                  <a:pt x="156308" y="57494"/>
                  <a:pt x="151930" y="61872"/>
                  <a:pt x="146538" y="61872"/>
                </a:cubicBezTo>
                <a:cubicBezTo>
                  <a:pt x="141147" y="61872"/>
                  <a:pt x="136769" y="57494"/>
                  <a:pt x="136769" y="52103"/>
                </a:cubicBezTo>
                <a:close/>
                <a:moveTo>
                  <a:pt x="26051" y="117231"/>
                </a:moveTo>
                <a:cubicBezTo>
                  <a:pt x="11682" y="117231"/>
                  <a:pt x="0" y="128913"/>
                  <a:pt x="0" y="143282"/>
                </a:cubicBezTo>
                <a:lnTo>
                  <a:pt x="0" y="169333"/>
                </a:lnTo>
                <a:cubicBezTo>
                  <a:pt x="0" y="183702"/>
                  <a:pt x="11682" y="195385"/>
                  <a:pt x="26051" y="195385"/>
                </a:cubicBezTo>
                <a:lnTo>
                  <a:pt x="156308" y="195385"/>
                </a:lnTo>
                <a:cubicBezTo>
                  <a:pt x="170677" y="195385"/>
                  <a:pt x="182359" y="183702"/>
                  <a:pt x="182359" y="169333"/>
                </a:cubicBezTo>
                <a:lnTo>
                  <a:pt x="182359" y="143282"/>
                </a:lnTo>
                <a:cubicBezTo>
                  <a:pt x="182359" y="128913"/>
                  <a:pt x="170677" y="117231"/>
                  <a:pt x="156308" y="117231"/>
                </a:cubicBezTo>
                <a:lnTo>
                  <a:pt x="26051" y="117231"/>
                </a:lnTo>
                <a:close/>
                <a:moveTo>
                  <a:pt x="113974" y="146538"/>
                </a:moveTo>
                <a:cubicBezTo>
                  <a:pt x="119366" y="146538"/>
                  <a:pt x="123744" y="150916"/>
                  <a:pt x="123744" y="156308"/>
                </a:cubicBezTo>
                <a:cubicBezTo>
                  <a:pt x="123744" y="161699"/>
                  <a:pt x="119366" y="166077"/>
                  <a:pt x="113974" y="166077"/>
                </a:cubicBezTo>
                <a:cubicBezTo>
                  <a:pt x="108583" y="166077"/>
                  <a:pt x="104205" y="161699"/>
                  <a:pt x="104205" y="156308"/>
                </a:cubicBezTo>
                <a:cubicBezTo>
                  <a:pt x="104205" y="150916"/>
                  <a:pt x="108583" y="146538"/>
                  <a:pt x="113974" y="146538"/>
                </a:cubicBezTo>
                <a:close/>
                <a:moveTo>
                  <a:pt x="136769" y="156308"/>
                </a:moveTo>
                <a:cubicBezTo>
                  <a:pt x="136769" y="150916"/>
                  <a:pt x="141147" y="146538"/>
                  <a:pt x="146538" y="146538"/>
                </a:cubicBezTo>
                <a:cubicBezTo>
                  <a:pt x="151930" y="146538"/>
                  <a:pt x="156308" y="150916"/>
                  <a:pt x="156308" y="156308"/>
                </a:cubicBezTo>
                <a:cubicBezTo>
                  <a:pt x="156308" y="161699"/>
                  <a:pt x="151930" y="166077"/>
                  <a:pt x="146538" y="166077"/>
                </a:cubicBezTo>
                <a:cubicBezTo>
                  <a:pt x="141147" y="166077"/>
                  <a:pt x="136769" y="161699"/>
                  <a:pt x="136769" y="156308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276513" y="4524239"/>
            <a:ext cx="5627077" cy="729436"/>
          </a:xfrm>
          <a:custGeom>
            <a:avLst/>
            <a:gdLst/>
            <a:ahLst/>
            <a:cxnLst/>
            <a:rect l="l" t="t" r="r" b="b"/>
            <a:pathLst>
              <a:path w="5627077" h="729436">
                <a:moveTo>
                  <a:pt x="34735" y="0"/>
                </a:moveTo>
                <a:lnTo>
                  <a:pt x="5522870" y="0"/>
                </a:lnTo>
                <a:cubicBezTo>
                  <a:pt x="5580422" y="0"/>
                  <a:pt x="5627077" y="46655"/>
                  <a:pt x="5627077" y="104207"/>
                </a:cubicBezTo>
                <a:lnTo>
                  <a:pt x="5627077" y="625229"/>
                </a:lnTo>
                <a:cubicBezTo>
                  <a:pt x="5627077" y="682781"/>
                  <a:pt x="5580422" y="729436"/>
                  <a:pt x="5522870" y="729436"/>
                </a:cubicBezTo>
                <a:lnTo>
                  <a:pt x="34735" y="729436"/>
                </a:lnTo>
                <a:cubicBezTo>
                  <a:pt x="15551" y="729436"/>
                  <a:pt x="0" y="713884"/>
                  <a:pt x="0" y="694701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276513" y="4524239"/>
            <a:ext cx="34735" cy="729436"/>
          </a:xfrm>
          <a:custGeom>
            <a:avLst/>
            <a:gdLst/>
            <a:ahLst/>
            <a:cxnLst/>
            <a:rect l="l" t="t" r="r" b="b"/>
            <a:pathLst>
              <a:path w="34735" h="729436">
                <a:moveTo>
                  <a:pt x="34735" y="0"/>
                </a:moveTo>
                <a:lnTo>
                  <a:pt x="34735" y="0"/>
                </a:lnTo>
                <a:lnTo>
                  <a:pt x="34735" y="729436"/>
                </a:lnTo>
                <a:lnTo>
                  <a:pt x="34735" y="729436"/>
                </a:lnTo>
                <a:cubicBezTo>
                  <a:pt x="15551" y="729436"/>
                  <a:pt x="0" y="713884"/>
                  <a:pt x="0" y="694701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432821" y="4663179"/>
            <a:ext cx="5409983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1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Node Servers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432821" y="4906325"/>
            <a:ext cx="5401299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Node.js instances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64444" y="5479453"/>
            <a:ext cx="555761" cy="555761"/>
          </a:xfrm>
          <a:custGeom>
            <a:avLst/>
            <a:gdLst/>
            <a:ahLst/>
            <a:cxnLst/>
            <a:rect l="l" t="t" r="r" b="b"/>
            <a:pathLst>
              <a:path w="555761" h="555761">
                <a:moveTo>
                  <a:pt x="104205" y="0"/>
                </a:moveTo>
                <a:lnTo>
                  <a:pt x="451556" y="0"/>
                </a:lnTo>
                <a:cubicBezTo>
                  <a:pt x="509068" y="0"/>
                  <a:pt x="555761" y="46693"/>
                  <a:pt x="555761" y="104205"/>
                </a:cubicBezTo>
                <a:lnTo>
                  <a:pt x="555761" y="451556"/>
                </a:lnTo>
                <a:cubicBezTo>
                  <a:pt x="555761" y="509068"/>
                  <a:pt x="509068" y="555761"/>
                  <a:pt x="451556" y="555761"/>
                </a:cubicBezTo>
                <a:lnTo>
                  <a:pt x="104205" y="555761"/>
                </a:lnTo>
                <a:cubicBezTo>
                  <a:pt x="46693" y="555761"/>
                  <a:pt x="0" y="509068"/>
                  <a:pt x="0" y="451556"/>
                </a:cubicBezTo>
                <a:lnTo>
                  <a:pt x="0" y="104205"/>
                </a:lnTo>
                <a:cubicBezTo>
                  <a:pt x="0" y="46693"/>
                  <a:pt x="46693" y="0"/>
                  <a:pt x="104205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51145" y="5653128"/>
            <a:ext cx="182359" cy="208410"/>
          </a:xfrm>
          <a:custGeom>
            <a:avLst/>
            <a:gdLst/>
            <a:ahLst/>
            <a:cxnLst/>
            <a:rect l="l" t="t" r="r" b="b"/>
            <a:pathLst>
              <a:path w="182359" h="208410">
                <a:moveTo>
                  <a:pt x="182359" y="83771"/>
                </a:moveTo>
                <a:cubicBezTo>
                  <a:pt x="176335" y="87760"/>
                  <a:pt x="169415" y="90976"/>
                  <a:pt x="162210" y="93540"/>
                </a:cubicBezTo>
                <a:cubicBezTo>
                  <a:pt x="143079" y="100379"/>
                  <a:pt x="117963" y="104205"/>
                  <a:pt x="91179" y="104205"/>
                </a:cubicBezTo>
                <a:cubicBezTo>
                  <a:pt x="64396" y="104205"/>
                  <a:pt x="39240" y="100338"/>
                  <a:pt x="20149" y="93540"/>
                </a:cubicBezTo>
                <a:cubicBezTo>
                  <a:pt x="12985" y="90976"/>
                  <a:pt x="6024" y="87760"/>
                  <a:pt x="0" y="83771"/>
                </a:cubicBezTo>
                <a:lnTo>
                  <a:pt x="0" y="117231"/>
                </a:lnTo>
                <a:cubicBezTo>
                  <a:pt x="0" y="135222"/>
                  <a:pt x="40827" y="149795"/>
                  <a:pt x="91179" y="149795"/>
                </a:cubicBezTo>
                <a:cubicBezTo>
                  <a:pt x="141532" y="149795"/>
                  <a:pt x="182359" y="135222"/>
                  <a:pt x="182359" y="117231"/>
                </a:cubicBezTo>
                <a:lnTo>
                  <a:pt x="182359" y="83771"/>
                </a:lnTo>
                <a:close/>
                <a:moveTo>
                  <a:pt x="182359" y="52103"/>
                </a:moveTo>
                <a:lnTo>
                  <a:pt x="182359" y="32564"/>
                </a:lnTo>
                <a:cubicBezTo>
                  <a:pt x="182359" y="14572"/>
                  <a:pt x="141532" y="0"/>
                  <a:pt x="91179" y="0"/>
                </a:cubicBezTo>
                <a:cubicBezTo>
                  <a:pt x="40827" y="0"/>
                  <a:pt x="0" y="14572"/>
                  <a:pt x="0" y="32564"/>
                </a:cubicBezTo>
                <a:lnTo>
                  <a:pt x="0" y="52103"/>
                </a:lnTo>
                <a:cubicBezTo>
                  <a:pt x="0" y="70094"/>
                  <a:pt x="40827" y="84667"/>
                  <a:pt x="91179" y="84667"/>
                </a:cubicBezTo>
                <a:cubicBezTo>
                  <a:pt x="141532" y="84667"/>
                  <a:pt x="182359" y="70094"/>
                  <a:pt x="182359" y="52103"/>
                </a:cubicBezTo>
                <a:close/>
                <a:moveTo>
                  <a:pt x="162210" y="158669"/>
                </a:moveTo>
                <a:cubicBezTo>
                  <a:pt x="143119" y="165466"/>
                  <a:pt x="118004" y="169333"/>
                  <a:pt x="91179" y="169333"/>
                </a:cubicBezTo>
                <a:cubicBezTo>
                  <a:pt x="64355" y="169333"/>
                  <a:pt x="39240" y="165466"/>
                  <a:pt x="20149" y="158669"/>
                </a:cubicBezTo>
                <a:cubicBezTo>
                  <a:pt x="12985" y="156104"/>
                  <a:pt x="6024" y="152888"/>
                  <a:pt x="0" y="148899"/>
                </a:cubicBezTo>
                <a:lnTo>
                  <a:pt x="0" y="175846"/>
                </a:lnTo>
                <a:cubicBezTo>
                  <a:pt x="0" y="193838"/>
                  <a:pt x="40827" y="208410"/>
                  <a:pt x="91179" y="208410"/>
                </a:cubicBezTo>
                <a:cubicBezTo>
                  <a:pt x="141532" y="208410"/>
                  <a:pt x="182359" y="193838"/>
                  <a:pt x="182359" y="175846"/>
                </a:cubicBezTo>
                <a:lnTo>
                  <a:pt x="182359" y="148899"/>
                </a:lnTo>
                <a:cubicBezTo>
                  <a:pt x="176335" y="152888"/>
                  <a:pt x="169415" y="156104"/>
                  <a:pt x="162210" y="158669"/>
                </a:cubicBez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276513" y="5392615"/>
            <a:ext cx="5627077" cy="729436"/>
          </a:xfrm>
          <a:custGeom>
            <a:avLst/>
            <a:gdLst/>
            <a:ahLst/>
            <a:cxnLst/>
            <a:rect l="l" t="t" r="r" b="b"/>
            <a:pathLst>
              <a:path w="5627077" h="729436">
                <a:moveTo>
                  <a:pt x="34735" y="0"/>
                </a:moveTo>
                <a:lnTo>
                  <a:pt x="5522870" y="0"/>
                </a:lnTo>
                <a:cubicBezTo>
                  <a:pt x="5580422" y="0"/>
                  <a:pt x="5627077" y="46655"/>
                  <a:pt x="5627077" y="104207"/>
                </a:cubicBezTo>
                <a:lnTo>
                  <a:pt x="5627077" y="625229"/>
                </a:lnTo>
                <a:cubicBezTo>
                  <a:pt x="5627077" y="682781"/>
                  <a:pt x="5580422" y="729436"/>
                  <a:pt x="5522870" y="729436"/>
                </a:cubicBezTo>
                <a:lnTo>
                  <a:pt x="34735" y="729436"/>
                </a:lnTo>
                <a:cubicBezTo>
                  <a:pt x="15551" y="729436"/>
                  <a:pt x="0" y="713884"/>
                  <a:pt x="0" y="694701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276513" y="5392615"/>
            <a:ext cx="34735" cy="729436"/>
          </a:xfrm>
          <a:custGeom>
            <a:avLst/>
            <a:gdLst/>
            <a:ahLst/>
            <a:cxnLst/>
            <a:rect l="l" t="t" r="r" b="b"/>
            <a:pathLst>
              <a:path w="34735" h="729436">
                <a:moveTo>
                  <a:pt x="34735" y="0"/>
                </a:moveTo>
                <a:lnTo>
                  <a:pt x="34735" y="0"/>
                </a:lnTo>
                <a:lnTo>
                  <a:pt x="34735" y="729436"/>
                </a:lnTo>
                <a:lnTo>
                  <a:pt x="34735" y="729436"/>
                </a:lnTo>
                <a:cubicBezTo>
                  <a:pt x="15551" y="729436"/>
                  <a:pt x="0" y="713884"/>
                  <a:pt x="0" y="694701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432821" y="5531556"/>
            <a:ext cx="5409983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1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432821" y="5774701"/>
            <a:ext cx="5401299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persistence layer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340084" y="1224410"/>
            <a:ext cx="4498188" cy="3560342"/>
          </a:xfrm>
          <a:custGeom>
            <a:avLst/>
            <a:gdLst/>
            <a:ahLst/>
            <a:cxnLst/>
            <a:rect l="l" t="t" r="r" b="b"/>
            <a:pathLst>
              <a:path w="4498188" h="3560342">
                <a:moveTo>
                  <a:pt x="138925" y="0"/>
                </a:moveTo>
                <a:lnTo>
                  <a:pt x="4359263" y="0"/>
                </a:lnTo>
                <a:cubicBezTo>
                  <a:pt x="4435989" y="0"/>
                  <a:pt x="4498188" y="62199"/>
                  <a:pt x="4498188" y="138925"/>
                </a:cubicBezTo>
                <a:lnTo>
                  <a:pt x="4498188" y="3421417"/>
                </a:lnTo>
                <a:cubicBezTo>
                  <a:pt x="4498188" y="3498143"/>
                  <a:pt x="4435989" y="3560342"/>
                  <a:pt x="4359263" y="3560342"/>
                </a:cubicBezTo>
                <a:lnTo>
                  <a:pt x="138925" y="3560342"/>
                </a:lnTo>
                <a:cubicBezTo>
                  <a:pt x="62199" y="3560342"/>
                  <a:pt x="0" y="3498143"/>
                  <a:pt x="0" y="3421417"/>
                </a:cubicBezTo>
                <a:lnTo>
                  <a:pt x="0" y="138925"/>
                </a:lnTo>
                <a:cubicBezTo>
                  <a:pt x="0" y="62250"/>
                  <a:pt x="62250" y="0"/>
                  <a:pt x="138925" y="0"/>
                </a:cubicBezTo>
                <a:close/>
              </a:path>
            </a:pathLst>
          </a:custGeom>
          <a:gradFill flip="none" rotWithShape="1">
            <a:gsLst>
              <a:gs pos="0">
                <a:srgbClr val="4ADE8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2540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565862" y="1441504"/>
            <a:ext cx="130256" cy="173675"/>
          </a:xfrm>
          <a:custGeom>
            <a:avLst/>
            <a:gdLst/>
            <a:ahLst/>
            <a:cxnLst/>
            <a:rect l="l" t="t" r="r" b="b"/>
            <a:pathLst>
              <a:path w="130256" h="173675">
                <a:moveTo>
                  <a:pt x="99354" y="130256"/>
                </a:moveTo>
                <a:cubicBezTo>
                  <a:pt x="101831" y="122692"/>
                  <a:pt x="106783" y="115840"/>
                  <a:pt x="112380" y="109938"/>
                </a:cubicBezTo>
                <a:cubicBezTo>
                  <a:pt x="123472" y="98269"/>
                  <a:pt x="130256" y="82496"/>
                  <a:pt x="130256" y="65128"/>
                </a:cubicBezTo>
                <a:cubicBezTo>
                  <a:pt x="130256" y="29172"/>
                  <a:pt x="101084" y="0"/>
                  <a:pt x="65128" y="0"/>
                </a:cubicBezTo>
                <a:cubicBezTo>
                  <a:pt x="29172" y="0"/>
                  <a:pt x="0" y="29172"/>
                  <a:pt x="0" y="65128"/>
                </a:cubicBezTo>
                <a:cubicBezTo>
                  <a:pt x="0" y="82496"/>
                  <a:pt x="6784" y="98269"/>
                  <a:pt x="17876" y="109938"/>
                </a:cubicBezTo>
                <a:cubicBezTo>
                  <a:pt x="23473" y="115840"/>
                  <a:pt x="28460" y="122692"/>
                  <a:pt x="30902" y="130256"/>
                </a:cubicBezTo>
                <a:lnTo>
                  <a:pt x="99321" y="130256"/>
                </a:lnTo>
                <a:close/>
                <a:moveTo>
                  <a:pt x="97692" y="146538"/>
                </a:moveTo>
                <a:lnTo>
                  <a:pt x="32564" y="146538"/>
                </a:lnTo>
                <a:lnTo>
                  <a:pt x="32564" y="151966"/>
                </a:lnTo>
                <a:cubicBezTo>
                  <a:pt x="32564" y="166959"/>
                  <a:pt x="44708" y="179103"/>
                  <a:pt x="59701" y="179103"/>
                </a:cubicBezTo>
                <a:lnTo>
                  <a:pt x="70556" y="179103"/>
                </a:lnTo>
                <a:cubicBezTo>
                  <a:pt x="85549" y="179103"/>
                  <a:pt x="97692" y="166959"/>
                  <a:pt x="97692" y="151966"/>
                </a:cubicBezTo>
                <a:lnTo>
                  <a:pt x="97692" y="146538"/>
                </a:lnTo>
                <a:close/>
                <a:moveTo>
                  <a:pt x="62415" y="37991"/>
                </a:moveTo>
                <a:cubicBezTo>
                  <a:pt x="48914" y="37991"/>
                  <a:pt x="37991" y="48914"/>
                  <a:pt x="37991" y="62415"/>
                </a:cubicBezTo>
                <a:cubicBezTo>
                  <a:pt x="37991" y="66926"/>
                  <a:pt x="34362" y="70556"/>
                  <a:pt x="29850" y="70556"/>
                </a:cubicBezTo>
                <a:cubicBezTo>
                  <a:pt x="25339" y="70556"/>
                  <a:pt x="21709" y="66926"/>
                  <a:pt x="21709" y="62415"/>
                </a:cubicBezTo>
                <a:cubicBezTo>
                  <a:pt x="21709" y="39925"/>
                  <a:pt x="39925" y="21709"/>
                  <a:pt x="62415" y="21709"/>
                </a:cubicBezTo>
                <a:cubicBezTo>
                  <a:pt x="66926" y="21709"/>
                  <a:pt x="70556" y="25339"/>
                  <a:pt x="70556" y="29850"/>
                </a:cubicBezTo>
                <a:cubicBezTo>
                  <a:pt x="70556" y="34362"/>
                  <a:pt x="66926" y="37991"/>
                  <a:pt x="62415" y="37991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739537" y="1406769"/>
            <a:ext cx="4003214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8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Benefits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539811" y="1788855"/>
            <a:ext cx="4116103" cy="625231"/>
          </a:xfrm>
          <a:custGeom>
            <a:avLst/>
            <a:gdLst/>
            <a:ahLst/>
            <a:cxnLst/>
            <a:rect l="l" t="t" r="r" b="b"/>
            <a:pathLst>
              <a:path w="4116103" h="625231">
                <a:moveTo>
                  <a:pt x="34735" y="0"/>
                </a:moveTo>
                <a:lnTo>
                  <a:pt x="4046633" y="0"/>
                </a:lnTo>
                <a:cubicBezTo>
                  <a:pt x="4085000" y="0"/>
                  <a:pt x="4116103" y="31103"/>
                  <a:pt x="4116103" y="69469"/>
                </a:cubicBezTo>
                <a:lnTo>
                  <a:pt x="4116103" y="555761"/>
                </a:lnTo>
                <a:cubicBezTo>
                  <a:pt x="4116103" y="594128"/>
                  <a:pt x="4085000" y="625231"/>
                  <a:pt x="4046633" y="625231"/>
                </a:cubicBezTo>
                <a:lnTo>
                  <a:pt x="34735" y="625231"/>
                </a:lnTo>
                <a:cubicBezTo>
                  <a:pt x="15551" y="625231"/>
                  <a:pt x="0" y="609679"/>
                  <a:pt x="0" y="590496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7539811" y="1788855"/>
            <a:ext cx="34735" cy="625231"/>
          </a:xfrm>
          <a:custGeom>
            <a:avLst/>
            <a:gdLst/>
            <a:ahLst/>
            <a:cxnLst/>
            <a:rect l="l" t="t" r="r" b="b"/>
            <a:pathLst>
              <a:path w="34735" h="625231">
                <a:moveTo>
                  <a:pt x="34735" y="0"/>
                </a:moveTo>
                <a:lnTo>
                  <a:pt x="34735" y="0"/>
                </a:lnTo>
                <a:lnTo>
                  <a:pt x="34735" y="625231"/>
                </a:lnTo>
                <a:lnTo>
                  <a:pt x="34735" y="625231"/>
                </a:lnTo>
                <a:cubicBezTo>
                  <a:pt x="15551" y="625231"/>
                  <a:pt x="0" y="609679"/>
                  <a:pt x="0" y="590496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661384" y="1893060"/>
            <a:ext cx="3959795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Availability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661384" y="2136205"/>
            <a:ext cx="3951111" cy="17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7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single point of failure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539811" y="2518291"/>
            <a:ext cx="4116103" cy="625231"/>
          </a:xfrm>
          <a:custGeom>
            <a:avLst/>
            <a:gdLst/>
            <a:ahLst/>
            <a:cxnLst/>
            <a:rect l="l" t="t" r="r" b="b"/>
            <a:pathLst>
              <a:path w="4116103" h="625231">
                <a:moveTo>
                  <a:pt x="34735" y="0"/>
                </a:moveTo>
                <a:lnTo>
                  <a:pt x="4046633" y="0"/>
                </a:lnTo>
                <a:cubicBezTo>
                  <a:pt x="4085000" y="0"/>
                  <a:pt x="4116103" y="31103"/>
                  <a:pt x="4116103" y="69469"/>
                </a:cubicBezTo>
                <a:lnTo>
                  <a:pt x="4116103" y="555761"/>
                </a:lnTo>
                <a:cubicBezTo>
                  <a:pt x="4116103" y="594128"/>
                  <a:pt x="4085000" y="625231"/>
                  <a:pt x="4046633" y="625231"/>
                </a:cubicBezTo>
                <a:lnTo>
                  <a:pt x="34735" y="625231"/>
                </a:lnTo>
                <a:cubicBezTo>
                  <a:pt x="15551" y="625231"/>
                  <a:pt x="0" y="609679"/>
                  <a:pt x="0" y="590496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7539811" y="2518291"/>
            <a:ext cx="34735" cy="625231"/>
          </a:xfrm>
          <a:custGeom>
            <a:avLst/>
            <a:gdLst/>
            <a:ahLst/>
            <a:cxnLst/>
            <a:rect l="l" t="t" r="r" b="b"/>
            <a:pathLst>
              <a:path w="34735" h="625231">
                <a:moveTo>
                  <a:pt x="34735" y="0"/>
                </a:moveTo>
                <a:lnTo>
                  <a:pt x="34735" y="0"/>
                </a:lnTo>
                <a:lnTo>
                  <a:pt x="34735" y="625231"/>
                </a:lnTo>
                <a:lnTo>
                  <a:pt x="34735" y="625231"/>
                </a:lnTo>
                <a:cubicBezTo>
                  <a:pt x="15551" y="625231"/>
                  <a:pt x="0" y="609679"/>
                  <a:pt x="0" y="590496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661384" y="2622496"/>
            <a:ext cx="3959795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Scalability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661384" y="2865641"/>
            <a:ext cx="3951111" cy="17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7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 more servers as needed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539811" y="3247726"/>
            <a:ext cx="4116103" cy="625231"/>
          </a:xfrm>
          <a:custGeom>
            <a:avLst/>
            <a:gdLst/>
            <a:ahLst/>
            <a:cxnLst/>
            <a:rect l="l" t="t" r="r" b="b"/>
            <a:pathLst>
              <a:path w="4116103" h="625231">
                <a:moveTo>
                  <a:pt x="34735" y="0"/>
                </a:moveTo>
                <a:lnTo>
                  <a:pt x="4046633" y="0"/>
                </a:lnTo>
                <a:cubicBezTo>
                  <a:pt x="4085000" y="0"/>
                  <a:pt x="4116103" y="31103"/>
                  <a:pt x="4116103" y="69469"/>
                </a:cubicBezTo>
                <a:lnTo>
                  <a:pt x="4116103" y="555761"/>
                </a:lnTo>
                <a:cubicBezTo>
                  <a:pt x="4116103" y="594128"/>
                  <a:pt x="4085000" y="625231"/>
                  <a:pt x="4046633" y="625231"/>
                </a:cubicBezTo>
                <a:lnTo>
                  <a:pt x="34735" y="625231"/>
                </a:lnTo>
                <a:cubicBezTo>
                  <a:pt x="15551" y="625231"/>
                  <a:pt x="0" y="609679"/>
                  <a:pt x="0" y="590496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7539811" y="3247726"/>
            <a:ext cx="34735" cy="625231"/>
          </a:xfrm>
          <a:custGeom>
            <a:avLst/>
            <a:gdLst/>
            <a:ahLst/>
            <a:cxnLst/>
            <a:rect l="l" t="t" r="r" b="b"/>
            <a:pathLst>
              <a:path w="34735" h="625231">
                <a:moveTo>
                  <a:pt x="34735" y="0"/>
                </a:moveTo>
                <a:lnTo>
                  <a:pt x="34735" y="0"/>
                </a:lnTo>
                <a:lnTo>
                  <a:pt x="34735" y="625231"/>
                </a:lnTo>
                <a:lnTo>
                  <a:pt x="34735" y="625231"/>
                </a:lnTo>
                <a:cubicBezTo>
                  <a:pt x="15551" y="625231"/>
                  <a:pt x="0" y="609679"/>
                  <a:pt x="0" y="590496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661384" y="3351932"/>
            <a:ext cx="3959795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661384" y="3595077"/>
            <a:ext cx="3951111" cy="17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7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CDN reduces latency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539811" y="3977162"/>
            <a:ext cx="4116103" cy="625231"/>
          </a:xfrm>
          <a:custGeom>
            <a:avLst/>
            <a:gdLst/>
            <a:ahLst/>
            <a:cxnLst/>
            <a:rect l="l" t="t" r="r" b="b"/>
            <a:pathLst>
              <a:path w="4116103" h="625231">
                <a:moveTo>
                  <a:pt x="34735" y="0"/>
                </a:moveTo>
                <a:lnTo>
                  <a:pt x="4046633" y="0"/>
                </a:lnTo>
                <a:cubicBezTo>
                  <a:pt x="4085000" y="0"/>
                  <a:pt x="4116103" y="31103"/>
                  <a:pt x="4116103" y="69469"/>
                </a:cubicBezTo>
                <a:lnTo>
                  <a:pt x="4116103" y="555761"/>
                </a:lnTo>
                <a:cubicBezTo>
                  <a:pt x="4116103" y="594128"/>
                  <a:pt x="4085000" y="625231"/>
                  <a:pt x="4046633" y="625231"/>
                </a:cubicBezTo>
                <a:lnTo>
                  <a:pt x="34735" y="625231"/>
                </a:lnTo>
                <a:cubicBezTo>
                  <a:pt x="15551" y="625231"/>
                  <a:pt x="0" y="609679"/>
                  <a:pt x="0" y="590496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7539811" y="3977162"/>
            <a:ext cx="34735" cy="625231"/>
          </a:xfrm>
          <a:custGeom>
            <a:avLst/>
            <a:gdLst/>
            <a:ahLst/>
            <a:cxnLst/>
            <a:rect l="l" t="t" r="r" b="b"/>
            <a:pathLst>
              <a:path w="34735" h="625231">
                <a:moveTo>
                  <a:pt x="34735" y="0"/>
                </a:moveTo>
                <a:lnTo>
                  <a:pt x="34735" y="0"/>
                </a:lnTo>
                <a:lnTo>
                  <a:pt x="34735" y="625231"/>
                </a:lnTo>
                <a:lnTo>
                  <a:pt x="34735" y="625231"/>
                </a:lnTo>
                <a:cubicBezTo>
                  <a:pt x="15551" y="625231"/>
                  <a:pt x="0" y="609679"/>
                  <a:pt x="0" y="590496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7661384" y="4081368"/>
            <a:ext cx="3959795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661384" y="4324513"/>
            <a:ext cx="3951111" cy="17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7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layers of protection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7335743" y="4971453"/>
            <a:ext cx="4506872" cy="1884376"/>
          </a:xfrm>
          <a:custGeom>
            <a:avLst/>
            <a:gdLst/>
            <a:ahLst/>
            <a:cxnLst/>
            <a:rect l="l" t="t" r="r" b="b"/>
            <a:pathLst>
              <a:path w="4506872" h="1884376">
                <a:moveTo>
                  <a:pt x="104206" y="0"/>
                </a:moveTo>
                <a:lnTo>
                  <a:pt x="4402666" y="0"/>
                </a:lnTo>
                <a:cubicBezTo>
                  <a:pt x="4460217" y="0"/>
                  <a:pt x="4506872" y="46655"/>
                  <a:pt x="4506872" y="104206"/>
                </a:cubicBezTo>
                <a:lnTo>
                  <a:pt x="4506872" y="1780170"/>
                </a:lnTo>
                <a:cubicBezTo>
                  <a:pt x="4506872" y="1837721"/>
                  <a:pt x="4460217" y="1884376"/>
                  <a:pt x="4402666" y="1884376"/>
                </a:cubicBezTo>
                <a:lnTo>
                  <a:pt x="104206" y="1884376"/>
                </a:lnTo>
                <a:cubicBezTo>
                  <a:pt x="46655" y="1884376"/>
                  <a:pt x="0" y="1837721"/>
                  <a:pt x="0" y="1780170"/>
                </a:cubicBezTo>
                <a:lnTo>
                  <a:pt x="0" y="104206"/>
                </a:lnTo>
                <a:cubicBezTo>
                  <a:pt x="0" y="46693"/>
                  <a:pt x="46693" y="0"/>
                  <a:pt x="104206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9E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7513760" y="5149470"/>
            <a:ext cx="4228991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1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Popular Tools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7535469" y="5557607"/>
            <a:ext cx="156308" cy="156308"/>
          </a:xfrm>
          <a:custGeom>
            <a:avLst/>
            <a:gdLst/>
            <a:ahLst/>
            <a:cxnLst/>
            <a:rect l="l" t="t" r="r" b="b"/>
            <a:pathLst>
              <a:path w="156308" h="156308">
                <a:moveTo>
                  <a:pt x="78154" y="156308"/>
                </a:moveTo>
                <a:cubicBezTo>
                  <a:pt x="121288" y="156308"/>
                  <a:pt x="156308" y="121288"/>
                  <a:pt x="156308" y="78154"/>
                </a:cubicBezTo>
                <a:cubicBezTo>
                  <a:pt x="156308" y="35020"/>
                  <a:pt x="121288" y="0"/>
                  <a:pt x="78154" y="0"/>
                </a:cubicBezTo>
                <a:cubicBezTo>
                  <a:pt x="35020" y="0"/>
                  <a:pt x="0" y="35020"/>
                  <a:pt x="0" y="78154"/>
                </a:cubicBezTo>
                <a:cubicBezTo>
                  <a:pt x="0" y="121288"/>
                  <a:pt x="35020" y="156308"/>
                  <a:pt x="78154" y="156308"/>
                </a:cubicBezTo>
                <a:close/>
                <a:moveTo>
                  <a:pt x="103920" y="64935"/>
                </a:moveTo>
                <a:lnTo>
                  <a:pt x="79497" y="104012"/>
                </a:lnTo>
                <a:cubicBezTo>
                  <a:pt x="78215" y="106057"/>
                  <a:pt x="76017" y="107339"/>
                  <a:pt x="73605" y="107462"/>
                </a:cubicBezTo>
                <a:cubicBezTo>
                  <a:pt x="71193" y="107584"/>
                  <a:pt x="68873" y="106485"/>
                  <a:pt x="67438" y="104531"/>
                </a:cubicBezTo>
                <a:lnTo>
                  <a:pt x="52784" y="84992"/>
                </a:lnTo>
                <a:cubicBezTo>
                  <a:pt x="50342" y="81756"/>
                  <a:pt x="51014" y="77177"/>
                  <a:pt x="54250" y="74735"/>
                </a:cubicBezTo>
                <a:cubicBezTo>
                  <a:pt x="57486" y="72292"/>
                  <a:pt x="62065" y="72964"/>
                  <a:pt x="64507" y="76200"/>
                </a:cubicBezTo>
                <a:lnTo>
                  <a:pt x="72750" y="87190"/>
                </a:lnTo>
                <a:lnTo>
                  <a:pt x="91495" y="57181"/>
                </a:lnTo>
                <a:cubicBezTo>
                  <a:pt x="93632" y="53761"/>
                  <a:pt x="98150" y="52693"/>
                  <a:pt x="101600" y="54860"/>
                </a:cubicBezTo>
                <a:cubicBezTo>
                  <a:pt x="105050" y="57028"/>
                  <a:pt x="106088" y="61516"/>
                  <a:pt x="103920" y="64965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7813349" y="5531556"/>
            <a:ext cx="1484923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NGINX - Reverse proxy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7535469" y="5870222"/>
            <a:ext cx="156308" cy="156308"/>
          </a:xfrm>
          <a:custGeom>
            <a:avLst/>
            <a:gdLst/>
            <a:ahLst/>
            <a:cxnLst/>
            <a:rect l="l" t="t" r="r" b="b"/>
            <a:pathLst>
              <a:path w="156308" h="156308">
                <a:moveTo>
                  <a:pt x="78154" y="156308"/>
                </a:moveTo>
                <a:cubicBezTo>
                  <a:pt x="121288" y="156308"/>
                  <a:pt x="156308" y="121288"/>
                  <a:pt x="156308" y="78154"/>
                </a:cubicBezTo>
                <a:cubicBezTo>
                  <a:pt x="156308" y="35020"/>
                  <a:pt x="121288" y="0"/>
                  <a:pt x="78154" y="0"/>
                </a:cubicBezTo>
                <a:cubicBezTo>
                  <a:pt x="35020" y="0"/>
                  <a:pt x="0" y="35020"/>
                  <a:pt x="0" y="78154"/>
                </a:cubicBezTo>
                <a:cubicBezTo>
                  <a:pt x="0" y="121288"/>
                  <a:pt x="35020" y="156308"/>
                  <a:pt x="78154" y="156308"/>
                </a:cubicBezTo>
                <a:close/>
                <a:moveTo>
                  <a:pt x="103920" y="64935"/>
                </a:moveTo>
                <a:lnTo>
                  <a:pt x="79497" y="104012"/>
                </a:lnTo>
                <a:cubicBezTo>
                  <a:pt x="78215" y="106057"/>
                  <a:pt x="76017" y="107339"/>
                  <a:pt x="73605" y="107462"/>
                </a:cubicBezTo>
                <a:cubicBezTo>
                  <a:pt x="71193" y="107584"/>
                  <a:pt x="68873" y="106485"/>
                  <a:pt x="67438" y="104531"/>
                </a:cubicBezTo>
                <a:lnTo>
                  <a:pt x="52784" y="84992"/>
                </a:lnTo>
                <a:cubicBezTo>
                  <a:pt x="50342" y="81756"/>
                  <a:pt x="51014" y="77177"/>
                  <a:pt x="54250" y="74735"/>
                </a:cubicBezTo>
                <a:cubicBezTo>
                  <a:pt x="57486" y="72292"/>
                  <a:pt x="62065" y="72964"/>
                  <a:pt x="64507" y="76200"/>
                </a:cubicBezTo>
                <a:lnTo>
                  <a:pt x="72750" y="87190"/>
                </a:lnTo>
                <a:lnTo>
                  <a:pt x="91495" y="57181"/>
                </a:lnTo>
                <a:cubicBezTo>
                  <a:pt x="93632" y="53761"/>
                  <a:pt x="98150" y="52693"/>
                  <a:pt x="101600" y="54860"/>
                </a:cubicBezTo>
                <a:cubicBezTo>
                  <a:pt x="105050" y="57028"/>
                  <a:pt x="106088" y="61516"/>
                  <a:pt x="103920" y="64965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7813349" y="5844171"/>
            <a:ext cx="1632547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AWS ALB - Load balancer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7535469" y="6182838"/>
            <a:ext cx="156308" cy="156308"/>
          </a:xfrm>
          <a:custGeom>
            <a:avLst/>
            <a:gdLst/>
            <a:ahLst/>
            <a:cxnLst/>
            <a:rect l="l" t="t" r="r" b="b"/>
            <a:pathLst>
              <a:path w="156308" h="156308">
                <a:moveTo>
                  <a:pt x="78154" y="156308"/>
                </a:moveTo>
                <a:cubicBezTo>
                  <a:pt x="121288" y="156308"/>
                  <a:pt x="156308" y="121288"/>
                  <a:pt x="156308" y="78154"/>
                </a:cubicBezTo>
                <a:cubicBezTo>
                  <a:pt x="156308" y="35020"/>
                  <a:pt x="121288" y="0"/>
                  <a:pt x="78154" y="0"/>
                </a:cubicBezTo>
                <a:cubicBezTo>
                  <a:pt x="35020" y="0"/>
                  <a:pt x="0" y="35020"/>
                  <a:pt x="0" y="78154"/>
                </a:cubicBezTo>
                <a:cubicBezTo>
                  <a:pt x="0" y="121288"/>
                  <a:pt x="35020" y="156308"/>
                  <a:pt x="78154" y="156308"/>
                </a:cubicBezTo>
                <a:close/>
                <a:moveTo>
                  <a:pt x="103920" y="64935"/>
                </a:moveTo>
                <a:lnTo>
                  <a:pt x="79497" y="104012"/>
                </a:lnTo>
                <a:cubicBezTo>
                  <a:pt x="78215" y="106057"/>
                  <a:pt x="76017" y="107339"/>
                  <a:pt x="73605" y="107462"/>
                </a:cubicBezTo>
                <a:cubicBezTo>
                  <a:pt x="71193" y="107584"/>
                  <a:pt x="68873" y="106485"/>
                  <a:pt x="67438" y="104531"/>
                </a:cubicBezTo>
                <a:lnTo>
                  <a:pt x="52784" y="84992"/>
                </a:lnTo>
                <a:cubicBezTo>
                  <a:pt x="50342" y="81756"/>
                  <a:pt x="51014" y="77177"/>
                  <a:pt x="54250" y="74735"/>
                </a:cubicBezTo>
                <a:cubicBezTo>
                  <a:pt x="57486" y="72292"/>
                  <a:pt x="62065" y="72964"/>
                  <a:pt x="64507" y="76200"/>
                </a:cubicBezTo>
                <a:lnTo>
                  <a:pt x="72750" y="87190"/>
                </a:lnTo>
                <a:lnTo>
                  <a:pt x="91495" y="57181"/>
                </a:lnTo>
                <a:cubicBezTo>
                  <a:pt x="93632" y="53761"/>
                  <a:pt x="98150" y="52693"/>
                  <a:pt x="101600" y="54860"/>
                </a:cubicBezTo>
                <a:cubicBezTo>
                  <a:pt x="105050" y="57028"/>
                  <a:pt x="106088" y="61516"/>
                  <a:pt x="103920" y="64965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7813349" y="6156786"/>
            <a:ext cx="1137573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CloudFlare - CDN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7535469" y="6495453"/>
            <a:ext cx="156308" cy="156308"/>
          </a:xfrm>
          <a:custGeom>
            <a:avLst/>
            <a:gdLst/>
            <a:ahLst/>
            <a:cxnLst/>
            <a:rect l="l" t="t" r="r" b="b"/>
            <a:pathLst>
              <a:path w="156308" h="156308">
                <a:moveTo>
                  <a:pt x="78154" y="156308"/>
                </a:moveTo>
                <a:cubicBezTo>
                  <a:pt x="121288" y="156308"/>
                  <a:pt x="156308" y="121288"/>
                  <a:pt x="156308" y="78154"/>
                </a:cubicBezTo>
                <a:cubicBezTo>
                  <a:pt x="156308" y="35020"/>
                  <a:pt x="121288" y="0"/>
                  <a:pt x="78154" y="0"/>
                </a:cubicBezTo>
                <a:cubicBezTo>
                  <a:pt x="35020" y="0"/>
                  <a:pt x="0" y="35020"/>
                  <a:pt x="0" y="78154"/>
                </a:cubicBezTo>
                <a:cubicBezTo>
                  <a:pt x="0" y="121288"/>
                  <a:pt x="35020" y="156308"/>
                  <a:pt x="78154" y="156308"/>
                </a:cubicBezTo>
                <a:close/>
                <a:moveTo>
                  <a:pt x="103920" y="64935"/>
                </a:moveTo>
                <a:lnTo>
                  <a:pt x="79497" y="104012"/>
                </a:lnTo>
                <a:cubicBezTo>
                  <a:pt x="78215" y="106057"/>
                  <a:pt x="76017" y="107339"/>
                  <a:pt x="73605" y="107462"/>
                </a:cubicBezTo>
                <a:cubicBezTo>
                  <a:pt x="71193" y="107584"/>
                  <a:pt x="68873" y="106485"/>
                  <a:pt x="67438" y="104531"/>
                </a:cubicBezTo>
                <a:lnTo>
                  <a:pt x="52784" y="84992"/>
                </a:lnTo>
                <a:cubicBezTo>
                  <a:pt x="50342" y="81756"/>
                  <a:pt x="51014" y="77177"/>
                  <a:pt x="54250" y="74735"/>
                </a:cubicBezTo>
                <a:cubicBezTo>
                  <a:pt x="57486" y="72292"/>
                  <a:pt x="62065" y="72964"/>
                  <a:pt x="64507" y="76200"/>
                </a:cubicBezTo>
                <a:lnTo>
                  <a:pt x="72750" y="87190"/>
                </a:lnTo>
                <a:lnTo>
                  <a:pt x="91495" y="57181"/>
                </a:lnTo>
                <a:cubicBezTo>
                  <a:pt x="93632" y="53761"/>
                  <a:pt x="98150" y="52693"/>
                  <a:pt x="101600" y="54860"/>
                </a:cubicBezTo>
                <a:cubicBezTo>
                  <a:pt x="105050" y="57028"/>
                  <a:pt x="106088" y="61516"/>
                  <a:pt x="103920" y="64965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7813349" y="6469402"/>
            <a:ext cx="3531307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PM2 - Process manager, a package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384a7993e9ba9973a1a5e70970b51d891a28c88a.jpg"/>
          <p:cNvPicPr>
            <a:picLocks noChangeAspect="1"/>
          </p:cNvPicPr>
          <p:nvPr/>
        </p:nvPicPr>
        <p:blipFill>
          <a:blip r:embed="rId3">
            <a:alphaModFix amt="30000"/>
          </a:blip>
          <a:srcRect l="178" r="178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/>
              </a:gs>
              <a:gs pos="50000">
                <a:srgbClr val="1A1D21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385763" y="1733550"/>
            <a:ext cx="1476375" cy="428625"/>
          </a:xfrm>
          <a:custGeom>
            <a:avLst/>
            <a:gdLst/>
            <a:ahLst/>
            <a:cxnLst/>
            <a:rect l="l" t="t" r="r" b="b"/>
            <a:pathLst>
              <a:path w="1476375" h="428625">
                <a:moveTo>
                  <a:pt x="114301" y="0"/>
                </a:moveTo>
                <a:lnTo>
                  <a:pt x="1362074" y="0"/>
                </a:lnTo>
                <a:cubicBezTo>
                  <a:pt x="1425201" y="0"/>
                  <a:pt x="1476375" y="51174"/>
                  <a:pt x="1476375" y="114301"/>
                </a:cubicBezTo>
                <a:lnTo>
                  <a:pt x="1476375" y="314324"/>
                </a:lnTo>
                <a:cubicBezTo>
                  <a:pt x="1476375" y="377451"/>
                  <a:pt x="1425201" y="428625"/>
                  <a:pt x="1362074" y="428625"/>
                </a:cubicBezTo>
                <a:lnTo>
                  <a:pt x="114301" y="428625"/>
                </a:lnTo>
                <a:cubicBezTo>
                  <a:pt x="51174" y="428625"/>
                  <a:pt x="0" y="377451"/>
                  <a:pt x="0" y="3143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 w="12700">
            <a:solidFill>
              <a:srgbClr val="4A9E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81025" y="1809750"/>
            <a:ext cx="118549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kern="0" spc="75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SECTION 11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395538"/>
            <a:ext cx="40767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Interview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Preparation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338638"/>
            <a:ext cx="38481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5F6B7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Key questions and senior-level skills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5091113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447800" y="5091113"/>
            <a:ext cx="457200" cy="38100"/>
          </a:xfrm>
          <a:custGeom>
            <a:avLst/>
            <a:gdLst/>
            <a:ahLst/>
            <a:cxnLst/>
            <a:rect l="l" t="t" r="r" b="b"/>
            <a:pathLst>
              <a:path w="457200" h="38100">
                <a:moveTo>
                  <a:pt x="0" y="0"/>
                </a:moveTo>
                <a:lnTo>
                  <a:pt x="457200" y="0"/>
                </a:lnTo>
                <a:lnTo>
                  <a:pt x="457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9EFF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057400" y="5091113"/>
            <a:ext cx="228600" cy="38100"/>
          </a:xfrm>
          <a:custGeom>
            <a:avLst/>
            <a:gdLst/>
            <a:ahLst/>
            <a:cxnLst/>
            <a:rect l="l" t="t" r="r" b="b"/>
            <a:pathLst>
              <a:path w="228600" h="38100">
                <a:moveTo>
                  <a:pt x="0" y="0"/>
                </a:moveTo>
                <a:lnTo>
                  <a:pt x="228600" y="0"/>
                </a:lnTo>
                <a:lnTo>
                  <a:pt x="228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9EFF">
              <a:alpha val="25098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0977" y="360977"/>
            <a:ext cx="11542241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kern="0" spc="114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INTERVIEW PREPARATION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0977" y="649759"/>
            <a:ext cx="11686632" cy="4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11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Interview Questions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489" y="1267932"/>
            <a:ext cx="5640266" cy="1904154"/>
          </a:xfrm>
          <a:custGeom>
            <a:avLst/>
            <a:gdLst/>
            <a:ahLst/>
            <a:cxnLst/>
            <a:rect l="l" t="t" r="r" b="b"/>
            <a:pathLst>
              <a:path w="5640266" h="1904154">
                <a:moveTo>
                  <a:pt x="144392" y="0"/>
                </a:moveTo>
                <a:lnTo>
                  <a:pt x="5495874" y="0"/>
                </a:lnTo>
                <a:cubicBezTo>
                  <a:pt x="5575620" y="0"/>
                  <a:pt x="5640266" y="64646"/>
                  <a:pt x="5640266" y="144392"/>
                </a:cubicBezTo>
                <a:lnTo>
                  <a:pt x="5640266" y="1759762"/>
                </a:lnTo>
                <a:cubicBezTo>
                  <a:pt x="5640266" y="1839507"/>
                  <a:pt x="5575620" y="1904154"/>
                  <a:pt x="5495874" y="1904154"/>
                </a:cubicBezTo>
                <a:lnTo>
                  <a:pt x="144392" y="1904154"/>
                </a:lnTo>
                <a:cubicBezTo>
                  <a:pt x="64646" y="1904154"/>
                  <a:pt x="0" y="1839507"/>
                  <a:pt x="0" y="1759762"/>
                </a:cubicBezTo>
                <a:lnTo>
                  <a:pt x="0" y="144392"/>
                </a:lnTo>
                <a:cubicBezTo>
                  <a:pt x="0" y="64646"/>
                  <a:pt x="64646" y="0"/>
                  <a:pt x="144392" y="0"/>
                </a:cubicBezTo>
                <a:close/>
              </a:path>
            </a:pathLst>
          </a:custGeom>
          <a:gradFill flip="none" rotWithShape="1">
            <a:gsLst>
              <a:gs pos="0">
                <a:srgbClr val="4A9EF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9EF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50490" y="1452933"/>
            <a:ext cx="433172" cy="433172"/>
          </a:xfrm>
          <a:custGeom>
            <a:avLst/>
            <a:gdLst/>
            <a:ahLst/>
            <a:cxnLst/>
            <a:rect l="l" t="t" r="r" b="b"/>
            <a:pathLst>
              <a:path w="433172" h="433172">
                <a:moveTo>
                  <a:pt x="108293" y="0"/>
                </a:moveTo>
                <a:lnTo>
                  <a:pt x="324879" y="0"/>
                </a:lnTo>
                <a:cubicBezTo>
                  <a:pt x="384688" y="0"/>
                  <a:pt x="433172" y="48484"/>
                  <a:pt x="433172" y="108293"/>
                </a:cubicBezTo>
                <a:lnTo>
                  <a:pt x="433172" y="324879"/>
                </a:lnTo>
                <a:cubicBezTo>
                  <a:pt x="433172" y="384688"/>
                  <a:pt x="384688" y="433172"/>
                  <a:pt x="324879" y="433172"/>
                </a:cubicBezTo>
                <a:lnTo>
                  <a:pt x="108293" y="433172"/>
                </a:lnTo>
                <a:cubicBezTo>
                  <a:pt x="48484" y="433172"/>
                  <a:pt x="0" y="384688"/>
                  <a:pt x="0" y="324879"/>
                </a:cubicBezTo>
                <a:lnTo>
                  <a:pt x="0" y="108293"/>
                </a:lnTo>
                <a:cubicBezTo>
                  <a:pt x="0" y="48484"/>
                  <a:pt x="48484" y="0"/>
                  <a:pt x="108293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5368" y="1452933"/>
            <a:ext cx="523417" cy="4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21" b="1" dirty="0">
                <a:solidFill>
                  <a:srgbClr val="4A9E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1956" y="1543177"/>
            <a:ext cx="1687568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1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Node for APIs?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68539" y="1994398"/>
            <a:ext cx="5252216" cy="992687"/>
          </a:xfrm>
          <a:custGeom>
            <a:avLst/>
            <a:gdLst/>
            <a:ahLst/>
            <a:cxnLst/>
            <a:rect l="l" t="t" r="r" b="b"/>
            <a:pathLst>
              <a:path w="5252216" h="992687">
                <a:moveTo>
                  <a:pt x="36098" y="0"/>
                </a:moveTo>
                <a:lnTo>
                  <a:pt x="5180018" y="0"/>
                </a:lnTo>
                <a:cubicBezTo>
                  <a:pt x="5219892" y="0"/>
                  <a:pt x="5252216" y="32324"/>
                  <a:pt x="5252216" y="72198"/>
                </a:cubicBezTo>
                <a:lnTo>
                  <a:pt x="5252216" y="920489"/>
                </a:lnTo>
                <a:cubicBezTo>
                  <a:pt x="5252216" y="960363"/>
                  <a:pt x="5219892" y="992687"/>
                  <a:pt x="5180018" y="992687"/>
                </a:cubicBezTo>
                <a:lnTo>
                  <a:pt x="36098" y="992687"/>
                </a:lnTo>
                <a:cubicBezTo>
                  <a:pt x="16161" y="992687"/>
                  <a:pt x="0" y="976525"/>
                  <a:pt x="0" y="956589"/>
                </a:cubicBezTo>
                <a:lnTo>
                  <a:pt x="0" y="36098"/>
                </a:lnTo>
                <a:cubicBezTo>
                  <a:pt x="0" y="16175"/>
                  <a:pt x="16175" y="0"/>
                  <a:pt x="360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68539" y="1994398"/>
            <a:ext cx="36098" cy="992687"/>
          </a:xfrm>
          <a:custGeom>
            <a:avLst/>
            <a:gdLst/>
            <a:ahLst/>
            <a:cxnLst/>
            <a:rect l="l" t="t" r="r" b="b"/>
            <a:pathLst>
              <a:path w="36098" h="992687">
                <a:moveTo>
                  <a:pt x="36098" y="0"/>
                </a:moveTo>
                <a:lnTo>
                  <a:pt x="36098" y="0"/>
                </a:lnTo>
                <a:lnTo>
                  <a:pt x="36098" y="992687"/>
                </a:lnTo>
                <a:lnTo>
                  <a:pt x="36098" y="992687"/>
                </a:lnTo>
                <a:cubicBezTo>
                  <a:pt x="16161" y="992687"/>
                  <a:pt x="0" y="976525"/>
                  <a:pt x="0" y="956589"/>
                </a:cubicBezTo>
                <a:lnTo>
                  <a:pt x="0" y="36098"/>
                </a:lnTo>
                <a:cubicBezTo>
                  <a:pt x="0" y="16161"/>
                  <a:pt x="16161" y="0"/>
                  <a:pt x="36098" y="0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0979" y="2138789"/>
            <a:ext cx="5017581" cy="703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7" b="1" dirty="0">
                <a:solidFill>
                  <a:srgbClr val="4ADE80"/>
                </a:solidFill>
                <a:highlight>
                  <a:srgbClr val="4ADE80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Non-blocking I/O </a:t>
            </a:r>
            <a:r>
              <a:rPr lang="en-US" sz="1137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enables high concurrency. Single-threaded event loop handles thousands of connections efficiently. </a:t>
            </a:r>
            <a:r>
              <a:rPr lang="en-US" sz="1137" dirty="0">
                <a:solidFill>
                  <a:srgbClr val="E5E7EB"/>
                </a:solidFill>
                <a:highlight>
                  <a:srgbClr val="FF0000"/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JavaScript everywhere reduces context switching.</a:t>
            </a:r>
            <a:endParaRPr lang="en-US" sz="1600" dirty="0">
              <a:highlight>
                <a:srgbClr val="FF0000"/>
              </a:highlight>
            </a:endParaRPr>
          </a:p>
        </p:txBody>
      </p:sp>
      <p:sp>
        <p:nvSpPr>
          <p:cNvPr id="11" name="Shape 9"/>
          <p:cNvSpPr/>
          <p:nvPr/>
        </p:nvSpPr>
        <p:spPr>
          <a:xfrm>
            <a:off x="365489" y="3325501"/>
            <a:ext cx="5640266" cy="1669519"/>
          </a:xfrm>
          <a:custGeom>
            <a:avLst/>
            <a:gdLst/>
            <a:ahLst/>
            <a:cxnLst/>
            <a:rect l="l" t="t" r="r" b="b"/>
            <a:pathLst>
              <a:path w="5640266" h="1669519">
                <a:moveTo>
                  <a:pt x="144397" y="0"/>
                </a:moveTo>
                <a:lnTo>
                  <a:pt x="5495870" y="0"/>
                </a:lnTo>
                <a:cubicBezTo>
                  <a:pt x="5575618" y="0"/>
                  <a:pt x="5640266" y="64649"/>
                  <a:pt x="5640266" y="144397"/>
                </a:cubicBezTo>
                <a:lnTo>
                  <a:pt x="5640266" y="1525122"/>
                </a:lnTo>
                <a:cubicBezTo>
                  <a:pt x="5640266" y="1604870"/>
                  <a:pt x="5575618" y="1669519"/>
                  <a:pt x="5495870" y="1669519"/>
                </a:cubicBezTo>
                <a:lnTo>
                  <a:pt x="144397" y="1669519"/>
                </a:lnTo>
                <a:cubicBezTo>
                  <a:pt x="64649" y="1669519"/>
                  <a:pt x="0" y="1604870"/>
                  <a:pt x="0" y="1525122"/>
                </a:cubicBezTo>
                <a:lnTo>
                  <a:pt x="0" y="144397"/>
                </a:lnTo>
                <a:cubicBezTo>
                  <a:pt x="0" y="64702"/>
                  <a:pt x="64702" y="0"/>
                  <a:pt x="144397" y="0"/>
                </a:cubicBezTo>
                <a:close/>
              </a:path>
            </a:pathLst>
          </a:custGeom>
          <a:gradFill flip="none" rotWithShape="1">
            <a:gsLst>
              <a:gs pos="0">
                <a:srgbClr val="4ADE8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50490" y="3510502"/>
            <a:ext cx="433172" cy="433172"/>
          </a:xfrm>
          <a:custGeom>
            <a:avLst/>
            <a:gdLst/>
            <a:ahLst/>
            <a:cxnLst/>
            <a:rect l="l" t="t" r="r" b="b"/>
            <a:pathLst>
              <a:path w="433172" h="433172">
                <a:moveTo>
                  <a:pt x="108293" y="0"/>
                </a:moveTo>
                <a:lnTo>
                  <a:pt x="324879" y="0"/>
                </a:lnTo>
                <a:cubicBezTo>
                  <a:pt x="384688" y="0"/>
                  <a:pt x="433172" y="48484"/>
                  <a:pt x="433172" y="108293"/>
                </a:cubicBezTo>
                <a:lnTo>
                  <a:pt x="433172" y="324879"/>
                </a:lnTo>
                <a:cubicBezTo>
                  <a:pt x="433172" y="384688"/>
                  <a:pt x="384688" y="433172"/>
                  <a:pt x="324879" y="433172"/>
                </a:cubicBezTo>
                <a:lnTo>
                  <a:pt x="108293" y="433172"/>
                </a:lnTo>
                <a:cubicBezTo>
                  <a:pt x="48484" y="433172"/>
                  <a:pt x="0" y="384688"/>
                  <a:pt x="0" y="324879"/>
                </a:cubicBezTo>
                <a:lnTo>
                  <a:pt x="0" y="108293"/>
                </a:lnTo>
                <a:cubicBezTo>
                  <a:pt x="0" y="48484"/>
                  <a:pt x="48484" y="0"/>
                  <a:pt x="108293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5368" y="3510502"/>
            <a:ext cx="523417" cy="4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21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1956" y="3600746"/>
            <a:ext cx="2779523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1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Node Handles Concurrency?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68539" y="4051967"/>
            <a:ext cx="5252216" cy="758052"/>
          </a:xfrm>
          <a:custGeom>
            <a:avLst/>
            <a:gdLst/>
            <a:ahLst/>
            <a:cxnLst/>
            <a:rect l="l" t="t" r="r" b="b"/>
            <a:pathLst>
              <a:path w="5252216" h="758052">
                <a:moveTo>
                  <a:pt x="36098" y="0"/>
                </a:moveTo>
                <a:lnTo>
                  <a:pt x="5180019" y="0"/>
                </a:lnTo>
                <a:cubicBezTo>
                  <a:pt x="5219893" y="0"/>
                  <a:pt x="5252216" y="32324"/>
                  <a:pt x="5252216" y="72197"/>
                </a:cubicBezTo>
                <a:lnTo>
                  <a:pt x="5252216" y="685855"/>
                </a:lnTo>
                <a:cubicBezTo>
                  <a:pt x="5252216" y="725728"/>
                  <a:pt x="5219893" y="758052"/>
                  <a:pt x="5180019" y="758052"/>
                </a:cubicBezTo>
                <a:lnTo>
                  <a:pt x="36098" y="758052"/>
                </a:lnTo>
                <a:cubicBezTo>
                  <a:pt x="16161" y="758052"/>
                  <a:pt x="0" y="741890"/>
                  <a:pt x="0" y="721954"/>
                </a:cubicBezTo>
                <a:lnTo>
                  <a:pt x="0" y="36098"/>
                </a:lnTo>
                <a:cubicBezTo>
                  <a:pt x="0" y="16175"/>
                  <a:pt x="16175" y="0"/>
                  <a:pt x="360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68539" y="4051967"/>
            <a:ext cx="36098" cy="758052"/>
          </a:xfrm>
          <a:custGeom>
            <a:avLst/>
            <a:gdLst/>
            <a:ahLst/>
            <a:cxnLst/>
            <a:rect l="l" t="t" r="r" b="b"/>
            <a:pathLst>
              <a:path w="36098" h="758052">
                <a:moveTo>
                  <a:pt x="36098" y="0"/>
                </a:moveTo>
                <a:lnTo>
                  <a:pt x="36098" y="0"/>
                </a:lnTo>
                <a:lnTo>
                  <a:pt x="36098" y="758052"/>
                </a:lnTo>
                <a:lnTo>
                  <a:pt x="36098" y="758052"/>
                </a:lnTo>
                <a:cubicBezTo>
                  <a:pt x="16161" y="758052"/>
                  <a:pt x="0" y="741890"/>
                  <a:pt x="0" y="721954"/>
                </a:cubicBezTo>
                <a:lnTo>
                  <a:pt x="0" y="36098"/>
                </a:lnTo>
                <a:cubicBezTo>
                  <a:pt x="0" y="16161"/>
                  <a:pt x="16161" y="0"/>
                  <a:pt x="36098" y="0"/>
                </a:cubicBez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0979" y="4196358"/>
            <a:ext cx="5017581" cy="469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7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Uses </a:t>
            </a:r>
            <a:r>
              <a:rPr lang="en-US" sz="1137" b="1" dirty="0">
                <a:solidFill>
                  <a:srgbClr val="4A9EFF"/>
                </a:solidFill>
                <a:highlight>
                  <a:srgbClr val="4A9EFF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event-driven architecture </a:t>
            </a:r>
            <a:r>
              <a:rPr lang="en-US" sz="1137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 a single-threaded event loop. I/O operations are offloaded and resumed via callbacks when complete.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5489" y="5148435"/>
            <a:ext cx="5640266" cy="1705617"/>
          </a:xfrm>
          <a:custGeom>
            <a:avLst/>
            <a:gdLst/>
            <a:ahLst/>
            <a:cxnLst/>
            <a:rect l="l" t="t" r="r" b="b"/>
            <a:pathLst>
              <a:path w="5640266" h="1705617">
                <a:moveTo>
                  <a:pt x="108290" y="0"/>
                </a:moveTo>
                <a:lnTo>
                  <a:pt x="5531977" y="0"/>
                </a:lnTo>
                <a:cubicBezTo>
                  <a:pt x="5591784" y="0"/>
                  <a:pt x="5640266" y="48483"/>
                  <a:pt x="5640266" y="108290"/>
                </a:cubicBezTo>
                <a:lnTo>
                  <a:pt x="5640266" y="1597327"/>
                </a:lnTo>
                <a:cubicBezTo>
                  <a:pt x="5640266" y="1657134"/>
                  <a:pt x="5591784" y="1705617"/>
                  <a:pt x="5531977" y="1705617"/>
                </a:cubicBezTo>
                <a:lnTo>
                  <a:pt x="108290" y="1705617"/>
                </a:lnTo>
                <a:cubicBezTo>
                  <a:pt x="48483" y="1705617"/>
                  <a:pt x="0" y="1657134"/>
                  <a:pt x="0" y="1597327"/>
                </a:cubicBezTo>
                <a:lnTo>
                  <a:pt x="0" y="108290"/>
                </a:lnTo>
                <a:cubicBezTo>
                  <a:pt x="0" y="48483"/>
                  <a:pt x="48483" y="0"/>
                  <a:pt x="108290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9E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50490" y="5333436"/>
            <a:ext cx="433172" cy="433172"/>
          </a:xfrm>
          <a:custGeom>
            <a:avLst/>
            <a:gdLst/>
            <a:ahLst/>
            <a:cxnLst/>
            <a:rect l="l" t="t" r="r" b="b"/>
            <a:pathLst>
              <a:path w="433172" h="433172">
                <a:moveTo>
                  <a:pt x="108293" y="0"/>
                </a:moveTo>
                <a:lnTo>
                  <a:pt x="324879" y="0"/>
                </a:lnTo>
                <a:cubicBezTo>
                  <a:pt x="384688" y="0"/>
                  <a:pt x="433172" y="48484"/>
                  <a:pt x="433172" y="108293"/>
                </a:cubicBezTo>
                <a:lnTo>
                  <a:pt x="433172" y="324879"/>
                </a:lnTo>
                <a:cubicBezTo>
                  <a:pt x="433172" y="384688"/>
                  <a:pt x="384688" y="433172"/>
                  <a:pt x="324879" y="433172"/>
                </a:cubicBezTo>
                <a:lnTo>
                  <a:pt x="108293" y="433172"/>
                </a:lnTo>
                <a:cubicBezTo>
                  <a:pt x="48484" y="433172"/>
                  <a:pt x="0" y="384688"/>
                  <a:pt x="0" y="324879"/>
                </a:cubicBezTo>
                <a:lnTo>
                  <a:pt x="0" y="108293"/>
                </a:lnTo>
                <a:cubicBezTo>
                  <a:pt x="0" y="48484"/>
                  <a:pt x="48484" y="0"/>
                  <a:pt x="108293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5368" y="5333436"/>
            <a:ext cx="523417" cy="4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21" b="1" dirty="0">
                <a:solidFill>
                  <a:srgbClr val="4A9E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1956" y="5423680"/>
            <a:ext cx="2111716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1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Blocks Event Loop?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68539" y="5920024"/>
            <a:ext cx="126342" cy="126342"/>
          </a:xfrm>
          <a:custGeom>
            <a:avLst/>
            <a:gdLst/>
            <a:ahLst/>
            <a:cxnLst/>
            <a:rect l="l" t="t" r="r" b="b"/>
            <a:pathLst>
              <a:path w="126342" h="126342">
                <a:moveTo>
                  <a:pt x="63171" y="126342"/>
                </a:moveTo>
                <a:cubicBezTo>
                  <a:pt x="98036" y="126342"/>
                  <a:pt x="126342" y="98036"/>
                  <a:pt x="126342" y="63171"/>
                </a:cubicBezTo>
                <a:cubicBezTo>
                  <a:pt x="126342" y="28306"/>
                  <a:pt x="98036" y="0"/>
                  <a:pt x="63171" y="0"/>
                </a:cubicBezTo>
                <a:cubicBezTo>
                  <a:pt x="28306" y="0"/>
                  <a:pt x="0" y="28306"/>
                  <a:pt x="0" y="63171"/>
                </a:cubicBezTo>
                <a:cubicBezTo>
                  <a:pt x="0" y="98036"/>
                  <a:pt x="28306" y="126342"/>
                  <a:pt x="63171" y="126342"/>
                </a:cubicBezTo>
                <a:close/>
                <a:moveTo>
                  <a:pt x="41209" y="41209"/>
                </a:moveTo>
                <a:cubicBezTo>
                  <a:pt x="43529" y="38890"/>
                  <a:pt x="47280" y="38890"/>
                  <a:pt x="49574" y="41209"/>
                </a:cubicBezTo>
                <a:lnTo>
                  <a:pt x="63146" y="54781"/>
                </a:lnTo>
                <a:lnTo>
                  <a:pt x="76718" y="41209"/>
                </a:lnTo>
                <a:cubicBezTo>
                  <a:pt x="79038" y="38890"/>
                  <a:pt x="82789" y="38890"/>
                  <a:pt x="85083" y="41209"/>
                </a:cubicBezTo>
                <a:cubicBezTo>
                  <a:pt x="87378" y="43529"/>
                  <a:pt x="87403" y="47280"/>
                  <a:pt x="85083" y="49574"/>
                </a:cubicBezTo>
                <a:lnTo>
                  <a:pt x="71512" y="63146"/>
                </a:lnTo>
                <a:lnTo>
                  <a:pt x="85083" y="76718"/>
                </a:lnTo>
                <a:cubicBezTo>
                  <a:pt x="87403" y="79038"/>
                  <a:pt x="87403" y="82789"/>
                  <a:pt x="85083" y="85083"/>
                </a:cubicBezTo>
                <a:cubicBezTo>
                  <a:pt x="82764" y="87378"/>
                  <a:pt x="79013" y="87403"/>
                  <a:pt x="76718" y="85083"/>
                </a:cubicBezTo>
                <a:lnTo>
                  <a:pt x="63146" y="71512"/>
                </a:lnTo>
                <a:lnTo>
                  <a:pt x="49574" y="85083"/>
                </a:lnTo>
                <a:cubicBezTo>
                  <a:pt x="47255" y="87403"/>
                  <a:pt x="43504" y="87403"/>
                  <a:pt x="41209" y="85083"/>
                </a:cubicBezTo>
                <a:cubicBezTo>
                  <a:pt x="38914" y="82764"/>
                  <a:pt x="38890" y="79013"/>
                  <a:pt x="41209" y="76718"/>
                </a:cubicBezTo>
                <a:lnTo>
                  <a:pt x="54781" y="63146"/>
                </a:lnTo>
                <a:lnTo>
                  <a:pt x="41209" y="49574"/>
                </a:lnTo>
                <a:cubicBezTo>
                  <a:pt x="38890" y="47255"/>
                  <a:pt x="38890" y="43504"/>
                  <a:pt x="41209" y="41209"/>
                </a:cubicBez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80613" y="5874902"/>
            <a:ext cx="2292204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Synchronous file system operations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68539" y="6208805"/>
            <a:ext cx="126342" cy="126342"/>
          </a:xfrm>
          <a:custGeom>
            <a:avLst/>
            <a:gdLst/>
            <a:ahLst/>
            <a:cxnLst/>
            <a:rect l="l" t="t" r="r" b="b"/>
            <a:pathLst>
              <a:path w="126342" h="126342">
                <a:moveTo>
                  <a:pt x="63171" y="126342"/>
                </a:moveTo>
                <a:cubicBezTo>
                  <a:pt x="98036" y="126342"/>
                  <a:pt x="126342" y="98036"/>
                  <a:pt x="126342" y="63171"/>
                </a:cubicBezTo>
                <a:cubicBezTo>
                  <a:pt x="126342" y="28306"/>
                  <a:pt x="98036" y="0"/>
                  <a:pt x="63171" y="0"/>
                </a:cubicBezTo>
                <a:cubicBezTo>
                  <a:pt x="28306" y="0"/>
                  <a:pt x="0" y="28306"/>
                  <a:pt x="0" y="63171"/>
                </a:cubicBezTo>
                <a:cubicBezTo>
                  <a:pt x="0" y="98036"/>
                  <a:pt x="28306" y="126342"/>
                  <a:pt x="63171" y="126342"/>
                </a:cubicBezTo>
                <a:close/>
                <a:moveTo>
                  <a:pt x="41209" y="41209"/>
                </a:moveTo>
                <a:cubicBezTo>
                  <a:pt x="43529" y="38890"/>
                  <a:pt x="47280" y="38890"/>
                  <a:pt x="49574" y="41209"/>
                </a:cubicBezTo>
                <a:lnTo>
                  <a:pt x="63146" y="54781"/>
                </a:lnTo>
                <a:lnTo>
                  <a:pt x="76718" y="41209"/>
                </a:lnTo>
                <a:cubicBezTo>
                  <a:pt x="79038" y="38890"/>
                  <a:pt x="82789" y="38890"/>
                  <a:pt x="85083" y="41209"/>
                </a:cubicBezTo>
                <a:cubicBezTo>
                  <a:pt x="87378" y="43529"/>
                  <a:pt x="87403" y="47280"/>
                  <a:pt x="85083" y="49574"/>
                </a:cubicBezTo>
                <a:lnTo>
                  <a:pt x="71512" y="63146"/>
                </a:lnTo>
                <a:lnTo>
                  <a:pt x="85083" y="76718"/>
                </a:lnTo>
                <a:cubicBezTo>
                  <a:pt x="87403" y="79038"/>
                  <a:pt x="87403" y="82789"/>
                  <a:pt x="85083" y="85083"/>
                </a:cubicBezTo>
                <a:cubicBezTo>
                  <a:pt x="82764" y="87378"/>
                  <a:pt x="79013" y="87403"/>
                  <a:pt x="76718" y="85083"/>
                </a:cubicBezTo>
                <a:lnTo>
                  <a:pt x="63146" y="71512"/>
                </a:lnTo>
                <a:lnTo>
                  <a:pt x="49574" y="85083"/>
                </a:lnTo>
                <a:cubicBezTo>
                  <a:pt x="47255" y="87403"/>
                  <a:pt x="43504" y="87403"/>
                  <a:pt x="41209" y="85083"/>
                </a:cubicBezTo>
                <a:cubicBezTo>
                  <a:pt x="38914" y="82764"/>
                  <a:pt x="38890" y="79013"/>
                  <a:pt x="41209" y="76718"/>
                </a:cubicBezTo>
                <a:lnTo>
                  <a:pt x="54781" y="63146"/>
                </a:lnTo>
                <a:lnTo>
                  <a:pt x="41209" y="49574"/>
                </a:lnTo>
                <a:cubicBezTo>
                  <a:pt x="38890" y="47255"/>
                  <a:pt x="38890" y="43504"/>
                  <a:pt x="41209" y="41209"/>
                </a:cubicBez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80613" y="6163683"/>
            <a:ext cx="1362688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Heavy computations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68539" y="6497587"/>
            <a:ext cx="126342" cy="126342"/>
          </a:xfrm>
          <a:custGeom>
            <a:avLst/>
            <a:gdLst/>
            <a:ahLst/>
            <a:cxnLst/>
            <a:rect l="l" t="t" r="r" b="b"/>
            <a:pathLst>
              <a:path w="126342" h="126342">
                <a:moveTo>
                  <a:pt x="63171" y="126342"/>
                </a:moveTo>
                <a:cubicBezTo>
                  <a:pt x="98036" y="126342"/>
                  <a:pt x="126342" y="98036"/>
                  <a:pt x="126342" y="63171"/>
                </a:cubicBezTo>
                <a:cubicBezTo>
                  <a:pt x="126342" y="28306"/>
                  <a:pt x="98036" y="0"/>
                  <a:pt x="63171" y="0"/>
                </a:cubicBezTo>
                <a:cubicBezTo>
                  <a:pt x="28306" y="0"/>
                  <a:pt x="0" y="28306"/>
                  <a:pt x="0" y="63171"/>
                </a:cubicBezTo>
                <a:cubicBezTo>
                  <a:pt x="0" y="98036"/>
                  <a:pt x="28306" y="126342"/>
                  <a:pt x="63171" y="126342"/>
                </a:cubicBezTo>
                <a:close/>
                <a:moveTo>
                  <a:pt x="41209" y="41209"/>
                </a:moveTo>
                <a:cubicBezTo>
                  <a:pt x="43529" y="38890"/>
                  <a:pt x="47280" y="38890"/>
                  <a:pt x="49574" y="41209"/>
                </a:cubicBezTo>
                <a:lnTo>
                  <a:pt x="63146" y="54781"/>
                </a:lnTo>
                <a:lnTo>
                  <a:pt x="76718" y="41209"/>
                </a:lnTo>
                <a:cubicBezTo>
                  <a:pt x="79038" y="38890"/>
                  <a:pt x="82789" y="38890"/>
                  <a:pt x="85083" y="41209"/>
                </a:cubicBezTo>
                <a:cubicBezTo>
                  <a:pt x="87378" y="43529"/>
                  <a:pt x="87403" y="47280"/>
                  <a:pt x="85083" y="49574"/>
                </a:cubicBezTo>
                <a:lnTo>
                  <a:pt x="71512" y="63146"/>
                </a:lnTo>
                <a:lnTo>
                  <a:pt x="85083" y="76718"/>
                </a:lnTo>
                <a:cubicBezTo>
                  <a:pt x="87403" y="79038"/>
                  <a:pt x="87403" y="82789"/>
                  <a:pt x="85083" y="85083"/>
                </a:cubicBezTo>
                <a:cubicBezTo>
                  <a:pt x="82764" y="87378"/>
                  <a:pt x="79013" y="87403"/>
                  <a:pt x="76718" y="85083"/>
                </a:cubicBezTo>
                <a:lnTo>
                  <a:pt x="63146" y="71512"/>
                </a:lnTo>
                <a:lnTo>
                  <a:pt x="49574" y="85083"/>
                </a:lnTo>
                <a:cubicBezTo>
                  <a:pt x="47255" y="87403"/>
                  <a:pt x="43504" y="87403"/>
                  <a:pt x="41209" y="85083"/>
                </a:cubicBezTo>
                <a:cubicBezTo>
                  <a:pt x="38914" y="82764"/>
                  <a:pt x="38890" y="79013"/>
                  <a:pt x="41209" y="76718"/>
                </a:cubicBezTo>
                <a:lnTo>
                  <a:pt x="54781" y="63146"/>
                </a:lnTo>
                <a:lnTo>
                  <a:pt x="41209" y="49574"/>
                </a:lnTo>
                <a:cubicBezTo>
                  <a:pt x="38890" y="47255"/>
                  <a:pt x="38890" y="43504"/>
                  <a:pt x="41209" y="41209"/>
                </a:cubicBez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80613" y="6452465"/>
            <a:ext cx="875369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Infinite loops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91250" y="1267932"/>
            <a:ext cx="5640266" cy="2030496"/>
          </a:xfrm>
          <a:custGeom>
            <a:avLst/>
            <a:gdLst/>
            <a:ahLst/>
            <a:cxnLst/>
            <a:rect l="l" t="t" r="r" b="b"/>
            <a:pathLst>
              <a:path w="5640266" h="2030496">
                <a:moveTo>
                  <a:pt x="144389" y="0"/>
                </a:moveTo>
                <a:lnTo>
                  <a:pt x="5495878" y="0"/>
                </a:lnTo>
                <a:cubicBezTo>
                  <a:pt x="5575622" y="0"/>
                  <a:pt x="5640266" y="64645"/>
                  <a:pt x="5640266" y="144389"/>
                </a:cubicBezTo>
                <a:lnTo>
                  <a:pt x="5640266" y="1886107"/>
                </a:lnTo>
                <a:cubicBezTo>
                  <a:pt x="5640266" y="1965851"/>
                  <a:pt x="5575622" y="2030496"/>
                  <a:pt x="5495878" y="2030496"/>
                </a:cubicBezTo>
                <a:lnTo>
                  <a:pt x="144389" y="2030496"/>
                </a:lnTo>
                <a:cubicBezTo>
                  <a:pt x="64645" y="2030496"/>
                  <a:pt x="0" y="1965851"/>
                  <a:pt x="0" y="1886107"/>
                </a:cubicBezTo>
                <a:lnTo>
                  <a:pt x="0" y="144389"/>
                </a:lnTo>
                <a:cubicBezTo>
                  <a:pt x="0" y="64645"/>
                  <a:pt x="64645" y="0"/>
                  <a:pt x="144389" y="0"/>
                </a:cubicBezTo>
                <a:close/>
              </a:path>
            </a:pathLst>
          </a:custGeom>
          <a:gradFill flip="none" rotWithShape="1">
            <a:gsLst>
              <a:gs pos="0">
                <a:srgbClr val="4A9EF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9EF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376251" y="1452933"/>
            <a:ext cx="433172" cy="433172"/>
          </a:xfrm>
          <a:custGeom>
            <a:avLst/>
            <a:gdLst/>
            <a:ahLst/>
            <a:cxnLst/>
            <a:rect l="l" t="t" r="r" b="b"/>
            <a:pathLst>
              <a:path w="433172" h="433172">
                <a:moveTo>
                  <a:pt x="108293" y="0"/>
                </a:moveTo>
                <a:lnTo>
                  <a:pt x="324879" y="0"/>
                </a:lnTo>
                <a:cubicBezTo>
                  <a:pt x="384688" y="0"/>
                  <a:pt x="433172" y="48484"/>
                  <a:pt x="433172" y="108293"/>
                </a:cubicBezTo>
                <a:lnTo>
                  <a:pt x="433172" y="324879"/>
                </a:lnTo>
                <a:cubicBezTo>
                  <a:pt x="433172" y="384688"/>
                  <a:pt x="384688" y="433172"/>
                  <a:pt x="324879" y="433172"/>
                </a:cubicBezTo>
                <a:lnTo>
                  <a:pt x="108293" y="433172"/>
                </a:lnTo>
                <a:cubicBezTo>
                  <a:pt x="48484" y="433172"/>
                  <a:pt x="0" y="384688"/>
                  <a:pt x="0" y="324879"/>
                </a:cubicBezTo>
                <a:lnTo>
                  <a:pt x="0" y="108293"/>
                </a:lnTo>
                <a:cubicBezTo>
                  <a:pt x="0" y="48484"/>
                  <a:pt x="48484" y="0"/>
                  <a:pt x="108293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331129" y="1452933"/>
            <a:ext cx="523417" cy="4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21" b="1" dirty="0">
                <a:solidFill>
                  <a:srgbClr val="4A9E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917716" y="1543177"/>
            <a:ext cx="1913178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1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Express vs Raw HTTP?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76251" y="1994398"/>
            <a:ext cx="2580986" cy="1119029"/>
          </a:xfrm>
          <a:custGeom>
            <a:avLst/>
            <a:gdLst/>
            <a:ahLst/>
            <a:cxnLst/>
            <a:rect l="l" t="t" r="r" b="b"/>
            <a:pathLst>
              <a:path w="2580986" h="1119029">
                <a:moveTo>
                  <a:pt x="72200" y="0"/>
                </a:moveTo>
                <a:lnTo>
                  <a:pt x="2508786" y="0"/>
                </a:lnTo>
                <a:cubicBezTo>
                  <a:pt x="2548661" y="0"/>
                  <a:pt x="2580986" y="32325"/>
                  <a:pt x="2580986" y="72200"/>
                </a:cubicBezTo>
                <a:lnTo>
                  <a:pt x="2580986" y="1046829"/>
                </a:lnTo>
                <a:cubicBezTo>
                  <a:pt x="2580986" y="1086704"/>
                  <a:pt x="2548661" y="1119029"/>
                  <a:pt x="2508786" y="1119029"/>
                </a:cubicBezTo>
                <a:lnTo>
                  <a:pt x="72200" y="1119029"/>
                </a:lnTo>
                <a:cubicBezTo>
                  <a:pt x="32325" y="1119029"/>
                  <a:pt x="0" y="1086704"/>
                  <a:pt x="0" y="1046829"/>
                </a:cubicBezTo>
                <a:lnTo>
                  <a:pt x="0" y="72200"/>
                </a:lnTo>
                <a:cubicBezTo>
                  <a:pt x="0" y="32352"/>
                  <a:pt x="32352" y="0"/>
                  <a:pt x="722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484544" y="2102691"/>
            <a:ext cx="2436595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4A9E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Express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84544" y="2391473"/>
            <a:ext cx="2427571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Routing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84544" y="2608059"/>
            <a:ext cx="2427571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Middleware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84544" y="2824645"/>
            <a:ext cx="2427571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Body parsing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9063485" y="1994398"/>
            <a:ext cx="2580986" cy="1119029"/>
          </a:xfrm>
          <a:custGeom>
            <a:avLst/>
            <a:gdLst/>
            <a:ahLst/>
            <a:cxnLst/>
            <a:rect l="l" t="t" r="r" b="b"/>
            <a:pathLst>
              <a:path w="2580986" h="1119029">
                <a:moveTo>
                  <a:pt x="72200" y="0"/>
                </a:moveTo>
                <a:lnTo>
                  <a:pt x="2508786" y="0"/>
                </a:lnTo>
                <a:cubicBezTo>
                  <a:pt x="2548661" y="0"/>
                  <a:pt x="2580986" y="32325"/>
                  <a:pt x="2580986" y="72200"/>
                </a:cubicBezTo>
                <a:lnTo>
                  <a:pt x="2580986" y="1046829"/>
                </a:lnTo>
                <a:cubicBezTo>
                  <a:pt x="2580986" y="1086704"/>
                  <a:pt x="2548661" y="1119029"/>
                  <a:pt x="2508786" y="1119029"/>
                </a:cubicBezTo>
                <a:lnTo>
                  <a:pt x="72200" y="1119029"/>
                </a:lnTo>
                <a:cubicBezTo>
                  <a:pt x="32325" y="1119029"/>
                  <a:pt x="0" y="1086704"/>
                  <a:pt x="0" y="1046829"/>
                </a:cubicBezTo>
                <a:lnTo>
                  <a:pt x="0" y="72200"/>
                </a:lnTo>
                <a:cubicBezTo>
                  <a:pt x="0" y="32352"/>
                  <a:pt x="32352" y="0"/>
                  <a:pt x="722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171778" y="2102691"/>
            <a:ext cx="2436595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Raw HTTP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171778" y="2391473"/>
            <a:ext cx="2427571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More control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171778" y="2608059"/>
            <a:ext cx="2427571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Lower overhead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171778" y="2824645"/>
            <a:ext cx="2427571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Learning value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191250" y="3451843"/>
            <a:ext cx="5640266" cy="3402209"/>
          </a:xfrm>
          <a:custGeom>
            <a:avLst/>
            <a:gdLst/>
            <a:ahLst/>
            <a:cxnLst/>
            <a:rect l="l" t="t" r="r" b="b"/>
            <a:pathLst>
              <a:path w="5640266" h="3402209">
                <a:moveTo>
                  <a:pt x="108292" y="0"/>
                </a:moveTo>
                <a:lnTo>
                  <a:pt x="5531974" y="0"/>
                </a:lnTo>
                <a:cubicBezTo>
                  <a:pt x="5591782" y="0"/>
                  <a:pt x="5640266" y="48484"/>
                  <a:pt x="5640266" y="108292"/>
                </a:cubicBezTo>
                <a:lnTo>
                  <a:pt x="5640266" y="3293916"/>
                </a:lnTo>
                <a:cubicBezTo>
                  <a:pt x="5640266" y="3353725"/>
                  <a:pt x="5591782" y="3402209"/>
                  <a:pt x="5531974" y="3402209"/>
                </a:cubicBezTo>
                <a:lnTo>
                  <a:pt x="108292" y="3402209"/>
                </a:lnTo>
                <a:cubicBezTo>
                  <a:pt x="48484" y="3402209"/>
                  <a:pt x="0" y="3353725"/>
                  <a:pt x="0" y="3293916"/>
                </a:cubicBezTo>
                <a:lnTo>
                  <a:pt x="0" y="108292"/>
                </a:lnTo>
                <a:cubicBezTo>
                  <a:pt x="0" y="48524"/>
                  <a:pt x="48524" y="0"/>
                  <a:pt x="108292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DE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376251" y="3636844"/>
            <a:ext cx="5360509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1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More Questions to Prepare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98812" y="4070016"/>
            <a:ext cx="162440" cy="162440"/>
          </a:xfrm>
          <a:custGeom>
            <a:avLst/>
            <a:gdLst/>
            <a:ahLst/>
            <a:cxnLst/>
            <a:rect l="l" t="t" r="r" b="b"/>
            <a:pathLst>
              <a:path w="162440" h="162440">
                <a:moveTo>
                  <a:pt x="81220" y="162440"/>
                </a:moveTo>
                <a:cubicBezTo>
                  <a:pt x="126046" y="162440"/>
                  <a:pt x="162440" y="126046"/>
                  <a:pt x="162440" y="81220"/>
                </a:cubicBezTo>
                <a:cubicBezTo>
                  <a:pt x="162440" y="36393"/>
                  <a:pt x="126046" y="0"/>
                  <a:pt x="81220" y="0"/>
                </a:cubicBezTo>
                <a:cubicBezTo>
                  <a:pt x="36393" y="0"/>
                  <a:pt x="0" y="36393"/>
                  <a:pt x="0" y="81220"/>
                </a:cubicBezTo>
                <a:cubicBezTo>
                  <a:pt x="0" y="126046"/>
                  <a:pt x="36393" y="162440"/>
                  <a:pt x="81220" y="162440"/>
                </a:cubicBezTo>
                <a:close/>
                <a:moveTo>
                  <a:pt x="81220" y="55839"/>
                </a:moveTo>
                <a:cubicBezTo>
                  <a:pt x="75604" y="55839"/>
                  <a:pt x="71067" y="60376"/>
                  <a:pt x="71067" y="65991"/>
                </a:cubicBezTo>
                <a:cubicBezTo>
                  <a:pt x="71067" y="70211"/>
                  <a:pt x="67673" y="73605"/>
                  <a:pt x="63453" y="73605"/>
                </a:cubicBezTo>
                <a:cubicBezTo>
                  <a:pt x="59233" y="73605"/>
                  <a:pt x="55839" y="70211"/>
                  <a:pt x="55839" y="65991"/>
                </a:cubicBezTo>
                <a:cubicBezTo>
                  <a:pt x="55839" y="51968"/>
                  <a:pt x="67197" y="40610"/>
                  <a:pt x="81220" y="40610"/>
                </a:cubicBezTo>
                <a:cubicBezTo>
                  <a:pt x="95243" y="40610"/>
                  <a:pt x="106601" y="51968"/>
                  <a:pt x="106601" y="65991"/>
                </a:cubicBezTo>
                <a:cubicBezTo>
                  <a:pt x="106601" y="80966"/>
                  <a:pt x="95179" y="87311"/>
                  <a:pt x="88834" y="89627"/>
                </a:cubicBezTo>
                <a:lnTo>
                  <a:pt x="88834" y="90833"/>
                </a:lnTo>
                <a:cubicBezTo>
                  <a:pt x="88834" y="95053"/>
                  <a:pt x="85439" y="98447"/>
                  <a:pt x="81220" y="98447"/>
                </a:cubicBezTo>
                <a:cubicBezTo>
                  <a:pt x="77000" y="98447"/>
                  <a:pt x="73605" y="95053"/>
                  <a:pt x="73605" y="90833"/>
                </a:cubicBezTo>
                <a:lnTo>
                  <a:pt x="73605" y="88263"/>
                </a:lnTo>
                <a:cubicBezTo>
                  <a:pt x="73605" y="81759"/>
                  <a:pt x="78301" y="77095"/>
                  <a:pt x="83155" y="75509"/>
                </a:cubicBezTo>
                <a:cubicBezTo>
                  <a:pt x="85186" y="74843"/>
                  <a:pt x="87343" y="73764"/>
                  <a:pt x="88929" y="72241"/>
                </a:cubicBezTo>
                <a:cubicBezTo>
                  <a:pt x="90294" y="70909"/>
                  <a:pt x="91372" y="69069"/>
                  <a:pt x="91372" y="66023"/>
                </a:cubicBezTo>
                <a:cubicBezTo>
                  <a:pt x="91372" y="60407"/>
                  <a:pt x="86835" y="55870"/>
                  <a:pt x="81220" y="55870"/>
                </a:cubicBezTo>
                <a:close/>
                <a:moveTo>
                  <a:pt x="71067" y="116754"/>
                </a:moveTo>
                <a:cubicBezTo>
                  <a:pt x="71067" y="111150"/>
                  <a:pt x="75617" y="106601"/>
                  <a:pt x="81220" y="106601"/>
                </a:cubicBezTo>
                <a:cubicBezTo>
                  <a:pt x="86823" y="106601"/>
                  <a:pt x="91372" y="111150"/>
                  <a:pt x="91372" y="116754"/>
                </a:cubicBezTo>
                <a:cubicBezTo>
                  <a:pt x="91372" y="122357"/>
                  <a:pt x="86823" y="126906"/>
                  <a:pt x="81220" y="126906"/>
                </a:cubicBezTo>
                <a:cubicBezTo>
                  <a:pt x="75617" y="126906"/>
                  <a:pt x="71067" y="122357"/>
                  <a:pt x="71067" y="116754"/>
                </a:cubicBez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687593" y="4033919"/>
            <a:ext cx="2183911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does streams work?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687593" y="4250505"/>
            <a:ext cx="2174887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 readable/writable streams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98812" y="4575384"/>
            <a:ext cx="162440" cy="162440"/>
          </a:xfrm>
          <a:custGeom>
            <a:avLst/>
            <a:gdLst/>
            <a:ahLst/>
            <a:cxnLst/>
            <a:rect l="l" t="t" r="r" b="b"/>
            <a:pathLst>
              <a:path w="162440" h="162440">
                <a:moveTo>
                  <a:pt x="81220" y="162440"/>
                </a:moveTo>
                <a:cubicBezTo>
                  <a:pt x="126046" y="162440"/>
                  <a:pt x="162440" y="126046"/>
                  <a:pt x="162440" y="81220"/>
                </a:cubicBezTo>
                <a:cubicBezTo>
                  <a:pt x="162440" y="36393"/>
                  <a:pt x="126046" y="0"/>
                  <a:pt x="81220" y="0"/>
                </a:cubicBezTo>
                <a:cubicBezTo>
                  <a:pt x="36393" y="0"/>
                  <a:pt x="0" y="36393"/>
                  <a:pt x="0" y="81220"/>
                </a:cubicBezTo>
                <a:cubicBezTo>
                  <a:pt x="0" y="126046"/>
                  <a:pt x="36393" y="162440"/>
                  <a:pt x="81220" y="162440"/>
                </a:cubicBezTo>
                <a:close/>
                <a:moveTo>
                  <a:pt x="81220" y="55839"/>
                </a:moveTo>
                <a:cubicBezTo>
                  <a:pt x="75604" y="55839"/>
                  <a:pt x="71067" y="60376"/>
                  <a:pt x="71067" y="65991"/>
                </a:cubicBezTo>
                <a:cubicBezTo>
                  <a:pt x="71067" y="70211"/>
                  <a:pt x="67673" y="73605"/>
                  <a:pt x="63453" y="73605"/>
                </a:cubicBezTo>
                <a:cubicBezTo>
                  <a:pt x="59233" y="73605"/>
                  <a:pt x="55839" y="70211"/>
                  <a:pt x="55839" y="65991"/>
                </a:cubicBezTo>
                <a:cubicBezTo>
                  <a:pt x="55839" y="51968"/>
                  <a:pt x="67197" y="40610"/>
                  <a:pt x="81220" y="40610"/>
                </a:cubicBezTo>
                <a:cubicBezTo>
                  <a:pt x="95243" y="40610"/>
                  <a:pt x="106601" y="51968"/>
                  <a:pt x="106601" y="65991"/>
                </a:cubicBezTo>
                <a:cubicBezTo>
                  <a:pt x="106601" y="80966"/>
                  <a:pt x="95179" y="87311"/>
                  <a:pt x="88834" y="89627"/>
                </a:cubicBezTo>
                <a:lnTo>
                  <a:pt x="88834" y="90833"/>
                </a:lnTo>
                <a:cubicBezTo>
                  <a:pt x="88834" y="95053"/>
                  <a:pt x="85439" y="98447"/>
                  <a:pt x="81220" y="98447"/>
                </a:cubicBezTo>
                <a:cubicBezTo>
                  <a:pt x="77000" y="98447"/>
                  <a:pt x="73605" y="95053"/>
                  <a:pt x="73605" y="90833"/>
                </a:cubicBezTo>
                <a:lnTo>
                  <a:pt x="73605" y="88263"/>
                </a:lnTo>
                <a:cubicBezTo>
                  <a:pt x="73605" y="81759"/>
                  <a:pt x="78301" y="77095"/>
                  <a:pt x="83155" y="75509"/>
                </a:cubicBezTo>
                <a:cubicBezTo>
                  <a:pt x="85186" y="74843"/>
                  <a:pt x="87343" y="73764"/>
                  <a:pt x="88929" y="72241"/>
                </a:cubicBezTo>
                <a:cubicBezTo>
                  <a:pt x="90294" y="70909"/>
                  <a:pt x="91372" y="69069"/>
                  <a:pt x="91372" y="66023"/>
                </a:cubicBezTo>
                <a:cubicBezTo>
                  <a:pt x="91372" y="60407"/>
                  <a:pt x="86835" y="55870"/>
                  <a:pt x="81220" y="55870"/>
                </a:cubicBezTo>
                <a:close/>
                <a:moveTo>
                  <a:pt x="71067" y="116754"/>
                </a:moveTo>
                <a:cubicBezTo>
                  <a:pt x="71067" y="111150"/>
                  <a:pt x="75617" y="106601"/>
                  <a:pt x="81220" y="106601"/>
                </a:cubicBezTo>
                <a:cubicBezTo>
                  <a:pt x="86823" y="106601"/>
                  <a:pt x="91372" y="111150"/>
                  <a:pt x="91372" y="116754"/>
                </a:cubicBezTo>
                <a:cubicBezTo>
                  <a:pt x="91372" y="122357"/>
                  <a:pt x="86823" y="126906"/>
                  <a:pt x="81220" y="126906"/>
                </a:cubicBezTo>
                <a:cubicBezTo>
                  <a:pt x="75617" y="126906"/>
                  <a:pt x="71067" y="122357"/>
                  <a:pt x="71067" y="116754"/>
                </a:cubicBez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687593" y="4539286"/>
            <a:ext cx="1489030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is backpressure?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687593" y="4755873"/>
            <a:ext cx="1480006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Handling slow consumers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98812" y="5080752"/>
            <a:ext cx="162440" cy="162440"/>
          </a:xfrm>
          <a:custGeom>
            <a:avLst/>
            <a:gdLst/>
            <a:ahLst/>
            <a:cxnLst/>
            <a:rect l="l" t="t" r="r" b="b"/>
            <a:pathLst>
              <a:path w="162440" h="162440">
                <a:moveTo>
                  <a:pt x="81220" y="162440"/>
                </a:moveTo>
                <a:cubicBezTo>
                  <a:pt x="126046" y="162440"/>
                  <a:pt x="162440" y="126046"/>
                  <a:pt x="162440" y="81220"/>
                </a:cubicBezTo>
                <a:cubicBezTo>
                  <a:pt x="162440" y="36393"/>
                  <a:pt x="126046" y="0"/>
                  <a:pt x="81220" y="0"/>
                </a:cubicBezTo>
                <a:cubicBezTo>
                  <a:pt x="36393" y="0"/>
                  <a:pt x="0" y="36393"/>
                  <a:pt x="0" y="81220"/>
                </a:cubicBezTo>
                <a:cubicBezTo>
                  <a:pt x="0" y="126046"/>
                  <a:pt x="36393" y="162440"/>
                  <a:pt x="81220" y="162440"/>
                </a:cubicBezTo>
                <a:close/>
                <a:moveTo>
                  <a:pt x="81220" y="55839"/>
                </a:moveTo>
                <a:cubicBezTo>
                  <a:pt x="75604" y="55839"/>
                  <a:pt x="71067" y="60376"/>
                  <a:pt x="71067" y="65991"/>
                </a:cubicBezTo>
                <a:cubicBezTo>
                  <a:pt x="71067" y="70211"/>
                  <a:pt x="67673" y="73605"/>
                  <a:pt x="63453" y="73605"/>
                </a:cubicBezTo>
                <a:cubicBezTo>
                  <a:pt x="59233" y="73605"/>
                  <a:pt x="55839" y="70211"/>
                  <a:pt x="55839" y="65991"/>
                </a:cubicBezTo>
                <a:cubicBezTo>
                  <a:pt x="55839" y="51968"/>
                  <a:pt x="67197" y="40610"/>
                  <a:pt x="81220" y="40610"/>
                </a:cubicBezTo>
                <a:cubicBezTo>
                  <a:pt x="95243" y="40610"/>
                  <a:pt x="106601" y="51968"/>
                  <a:pt x="106601" y="65991"/>
                </a:cubicBezTo>
                <a:cubicBezTo>
                  <a:pt x="106601" y="80966"/>
                  <a:pt x="95179" y="87311"/>
                  <a:pt x="88834" y="89627"/>
                </a:cubicBezTo>
                <a:lnTo>
                  <a:pt x="88834" y="90833"/>
                </a:lnTo>
                <a:cubicBezTo>
                  <a:pt x="88834" y="95053"/>
                  <a:pt x="85439" y="98447"/>
                  <a:pt x="81220" y="98447"/>
                </a:cubicBezTo>
                <a:cubicBezTo>
                  <a:pt x="77000" y="98447"/>
                  <a:pt x="73605" y="95053"/>
                  <a:pt x="73605" y="90833"/>
                </a:cubicBezTo>
                <a:lnTo>
                  <a:pt x="73605" y="88263"/>
                </a:lnTo>
                <a:cubicBezTo>
                  <a:pt x="73605" y="81759"/>
                  <a:pt x="78301" y="77095"/>
                  <a:pt x="83155" y="75509"/>
                </a:cubicBezTo>
                <a:cubicBezTo>
                  <a:pt x="85186" y="74843"/>
                  <a:pt x="87343" y="73764"/>
                  <a:pt x="88929" y="72241"/>
                </a:cubicBezTo>
                <a:cubicBezTo>
                  <a:pt x="90294" y="70909"/>
                  <a:pt x="91372" y="69069"/>
                  <a:pt x="91372" y="66023"/>
                </a:cubicBezTo>
                <a:cubicBezTo>
                  <a:pt x="91372" y="60407"/>
                  <a:pt x="86835" y="55870"/>
                  <a:pt x="81220" y="55870"/>
                </a:cubicBezTo>
                <a:close/>
                <a:moveTo>
                  <a:pt x="71067" y="116754"/>
                </a:moveTo>
                <a:cubicBezTo>
                  <a:pt x="71067" y="111150"/>
                  <a:pt x="75617" y="106601"/>
                  <a:pt x="81220" y="106601"/>
                </a:cubicBezTo>
                <a:cubicBezTo>
                  <a:pt x="86823" y="106601"/>
                  <a:pt x="91372" y="111150"/>
                  <a:pt x="91372" y="116754"/>
                </a:cubicBezTo>
                <a:cubicBezTo>
                  <a:pt x="91372" y="122357"/>
                  <a:pt x="86823" y="126906"/>
                  <a:pt x="81220" y="126906"/>
                </a:cubicBezTo>
                <a:cubicBezTo>
                  <a:pt x="75617" y="126906"/>
                  <a:pt x="71067" y="122357"/>
                  <a:pt x="71067" y="116754"/>
                </a:cubicBez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687593" y="5044654"/>
            <a:ext cx="1200249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Explain clustering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687593" y="5261241"/>
            <a:ext cx="1191224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Multi-core utilization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98812" y="5586120"/>
            <a:ext cx="162440" cy="162440"/>
          </a:xfrm>
          <a:custGeom>
            <a:avLst/>
            <a:gdLst/>
            <a:ahLst/>
            <a:cxnLst/>
            <a:rect l="l" t="t" r="r" b="b"/>
            <a:pathLst>
              <a:path w="162440" h="162440">
                <a:moveTo>
                  <a:pt x="81220" y="162440"/>
                </a:moveTo>
                <a:cubicBezTo>
                  <a:pt x="126046" y="162440"/>
                  <a:pt x="162440" y="126046"/>
                  <a:pt x="162440" y="81220"/>
                </a:cubicBezTo>
                <a:cubicBezTo>
                  <a:pt x="162440" y="36393"/>
                  <a:pt x="126046" y="0"/>
                  <a:pt x="81220" y="0"/>
                </a:cubicBezTo>
                <a:cubicBezTo>
                  <a:pt x="36393" y="0"/>
                  <a:pt x="0" y="36393"/>
                  <a:pt x="0" y="81220"/>
                </a:cubicBezTo>
                <a:cubicBezTo>
                  <a:pt x="0" y="126046"/>
                  <a:pt x="36393" y="162440"/>
                  <a:pt x="81220" y="162440"/>
                </a:cubicBezTo>
                <a:close/>
                <a:moveTo>
                  <a:pt x="81220" y="55839"/>
                </a:moveTo>
                <a:cubicBezTo>
                  <a:pt x="75604" y="55839"/>
                  <a:pt x="71067" y="60376"/>
                  <a:pt x="71067" y="65991"/>
                </a:cubicBezTo>
                <a:cubicBezTo>
                  <a:pt x="71067" y="70211"/>
                  <a:pt x="67673" y="73605"/>
                  <a:pt x="63453" y="73605"/>
                </a:cubicBezTo>
                <a:cubicBezTo>
                  <a:pt x="59233" y="73605"/>
                  <a:pt x="55839" y="70211"/>
                  <a:pt x="55839" y="65991"/>
                </a:cubicBezTo>
                <a:cubicBezTo>
                  <a:pt x="55839" y="51968"/>
                  <a:pt x="67197" y="40610"/>
                  <a:pt x="81220" y="40610"/>
                </a:cubicBezTo>
                <a:cubicBezTo>
                  <a:pt x="95243" y="40610"/>
                  <a:pt x="106601" y="51968"/>
                  <a:pt x="106601" y="65991"/>
                </a:cubicBezTo>
                <a:cubicBezTo>
                  <a:pt x="106601" y="80966"/>
                  <a:pt x="95179" y="87311"/>
                  <a:pt x="88834" y="89627"/>
                </a:cubicBezTo>
                <a:lnTo>
                  <a:pt x="88834" y="90833"/>
                </a:lnTo>
                <a:cubicBezTo>
                  <a:pt x="88834" y="95053"/>
                  <a:pt x="85439" y="98447"/>
                  <a:pt x="81220" y="98447"/>
                </a:cubicBezTo>
                <a:cubicBezTo>
                  <a:pt x="77000" y="98447"/>
                  <a:pt x="73605" y="95053"/>
                  <a:pt x="73605" y="90833"/>
                </a:cubicBezTo>
                <a:lnTo>
                  <a:pt x="73605" y="88263"/>
                </a:lnTo>
                <a:cubicBezTo>
                  <a:pt x="73605" y="81759"/>
                  <a:pt x="78301" y="77095"/>
                  <a:pt x="83155" y="75509"/>
                </a:cubicBezTo>
                <a:cubicBezTo>
                  <a:pt x="85186" y="74843"/>
                  <a:pt x="87343" y="73764"/>
                  <a:pt x="88929" y="72241"/>
                </a:cubicBezTo>
                <a:cubicBezTo>
                  <a:pt x="90294" y="70909"/>
                  <a:pt x="91372" y="69069"/>
                  <a:pt x="91372" y="66023"/>
                </a:cubicBezTo>
                <a:cubicBezTo>
                  <a:pt x="91372" y="60407"/>
                  <a:pt x="86835" y="55870"/>
                  <a:pt x="81220" y="55870"/>
                </a:cubicBezTo>
                <a:close/>
                <a:moveTo>
                  <a:pt x="71067" y="116754"/>
                </a:moveTo>
                <a:cubicBezTo>
                  <a:pt x="71067" y="111150"/>
                  <a:pt x="75617" y="106601"/>
                  <a:pt x="81220" y="106601"/>
                </a:cubicBezTo>
                <a:cubicBezTo>
                  <a:pt x="86823" y="106601"/>
                  <a:pt x="91372" y="111150"/>
                  <a:pt x="91372" y="116754"/>
                </a:cubicBezTo>
                <a:cubicBezTo>
                  <a:pt x="91372" y="122357"/>
                  <a:pt x="86823" y="126906"/>
                  <a:pt x="81220" y="126906"/>
                </a:cubicBezTo>
                <a:cubicBezTo>
                  <a:pt x="75617" y="126906"/>
                  <a:pt x="71067" y="122357"/>
                  <a:pt x="71067" y="116754"/>
                </a:cubicBez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687593" y="5550022"/>
            <a:ext cx="1723665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to secure APIs?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687593" y="5766608"/>
            <a:ext cx="1714641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HTTPS, rate limiting, validation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kern="0" spc="120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INTERVIEW PREPARATION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Senior Developer Skills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338263"/>
            <a:ext cx="3514725" cy="2657475"/>
          </a:xfrm>
          <a:custGeom>
            <a:avLst/>
            <a:gdLst/>
            <a:ahLst/>
            <a:cxnLst/>
            <a:rect l="l" t="t" r="r" b="b"/>
            <a:pathLst>
              <a:path w="3514725" h="2657475">
                <a:moveTo>
                  <a:pt x="152406" y="0"/>
                </a:moveTo>
                <a:lnTo>
                  <a:pt x="3362319" y="0"/>
                </a:lnTo>
                <a:cubicBezTo>
                  <a:pt x="3446490" y="0"/>
                  <a:pt x="3514725" y="68235"/>
                  <a:pt x="3514725" y="152406"/>
                </a:cubicBezTo>
                <a:lnTo>
                  <a:pt x="3514725" y="2505069"/>
                </a:lnTo>
                <a:cubicBezTo>
                  <a:pt x="3514725" y="2589240"/>
                  <a:pt x="3446490" y="2657475"/>
                  <a:pt x="3362319" y="2657475"/>
                </a:cubicBezTo>
                <a:lnTo>
                  <a:pt x="152406" y="2657475"/>
                </a:lnTo>
                <a:cubicBezTo>
                  <a:pt x="68235" y="2657475"/>
                  <a:pt x="0" y="2589240"/>
                  <a:pt x="0" y="2505069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gradFill flip="none" rotWithShape="1">
            <a:gsLst>
              <a:gs pos="0">
                <a:srgbClr val="4A9EF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9EF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81025" y="15335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14375" y="16668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35719"/>
                </a:moveTo>
                <a:cubicBezTo>
                  <a:pt x="0" y="29133"/>
                  <a:pt x="5321" y="23812"/>
                  <a:pt x="11906" y="23812"/>
                </a:cubicBezTo>
                <a:lnTo>
                  <a:pt x="154781" y="23812"/>
                </a:lnTo>
                <a:cubicBezTo>
                  <a:pt x="161367" y="23812"/>
                  <a:pt x="166688" y="29133"/>
                  <a:pt x="166688" y="35719"/>
                </a:cubicBezTo>
                <a:cubicBezTo>
                  <a:pt x="166688" y="42304"/>
                  <a:pt x="161367" y="47625"/>
                  <a:pt x="154781" y="47625"/>
                </a:cubicBezTo>
                <a:lnTo>
                  <a:pt x="11906" y="47625"/>
                </a:lnTo>
                <a:cubicBezTo>
                  <a:pt x="5321" y="47625"/>
                  <a:pt x="0" y="42304"/>
                  <a:pt x="0" y="35719"/>
                </a:cubicBezTo>
                <a:close/>
                <a:moveTo>
                  <a:pt x="23812" y="95250"/>
                </a:moveTo>
                <a:cubicBezTo>
                  <a:pt x="23812" y="88664"/>
                  <a:pt x="29133" y="83344"/>
                  <a:pt x="35719" y="83344"/>
                </a:cubicBezTo>
                <a:lnTo>
                  <a:pt x="178594" y="83344"/>
                </a:lnTo>
                <a:cubicBezTo>
                  <a:pt x="185179" y="83344"/>
                  <a:pt x="190500" y="88664"/>
                  <a:pt x="190500" y="95250"/>
                </a:cubicBezTo>
                <a:cubicBezTo>
                  <a:pt x="190500" y="101836"/>
                  <a:pt x="185179" y="107156"/>
                  <a:pt x="178594" y="107156"/>
                </a:cubicBezTo>
                <a:lnTo>
                  <a:pt x="35719" y="107156"/>
                </a:lnTo>
                <a:cubicBezTo>
                  <a:pt x="29133" y="107156"/>
                  <a:pt x="23812" y="101836"/>
                  <a:pt x="23812" y="95250"/>
                </a:cubicBezTo>
                <a:close/>
                <a:moveTo>
                  <a:pt x="166688" y="154781"/>
                </a:moveTo>
                <a:cubicBezTo>
                  <a:pt x="166688" y="161367"/>
                  <a:pt x="161367" y="166688"/>
                  <a:pt x="154781" y="166688"/>
                </a:cubicBezTo>
                <a:lnTo>
                  <a:pt x="11906" y="166688"/>
                </a:lnTo>
                <a:cubicBezTo>
                  <a:pt x="5321" y="166688"/>
                  <a:pt x="0" y="161367"/>
                  <a:pt x="0" y="154781"/>
                </a:cubicBezTo>
                <a:cubicBezTo>
                  <a:pt x="0" y="148196"/>
                  <a:pt x="5321" y="142875"/>
                  <a:pt x="11906" y="142875"/>
                </a:cubicBezTo>
                <a:lnTo>
                  <a:pt x="154781" y="142875"/>
                </a:lnTo>
                <a:cubicBezTo>
                  <a:pt x="161367" y="142875"/>
                  <a:pt x="166688" y="148196"/>
                  <a:pt x="166688" y="154781"/>
                </a:cubicBez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52525" y="1628775"/>
            <a:ext cx="800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Streams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81025" y="2105025"/>
            <a:ext cx="3200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readable, writable, duplex, and transform streams for efficient data processing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1025" y="2714625"/>
            <a:ext cx="485775" cy="266700"/>
          </a:xfrm>
          <a:custGeom>
            <a:avLst/>
            <a:gdLst/>
            <a:ahLst/>
            <a:cxnLst/>
            <a:rect l="l" t="t" r="r" b="b"/>
            <a:pathLst>
              <a:path w="485775" h="266700">
                <a:moveTo>
                  <a:pt x="38101" y="0"/>
                </a:moveTo>
                <a:lnTo>
                  <a:pt x="447674" y="0"/>
                </a:lnTo>
                <a:cubicBezTo>
                  <a:pt x="468717" y="0"/>
                  <a:pt x="485775" y="17058"/>
                  <a:pt x="485775" y="38101"/>
                </a:cubicBezTo>
                <a:lnTo>
                  <a:pt x="485775" y="228599"/>
                </a:lnTo>
                <a:cubicBezTo>
                  <a:pt x="485775" y="249628"/>
                  <a:pt x="468703" y="266700"/>
                  <a:pt x="44767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81025" y="2714625"/>
            <a:ext cx="552450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9E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pipe()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45009" y="2714625"/>
            <a:ext cx="533400" cy="266700"/>
          </a:xfrm>
          <a:custGeom>
            <a:avLst/>
            <a:gdLst/>
            <a:ahLst/>
            <a:cxnLst/>
            <a:rect l="l" t="t" r="r" b="b"/>
            <a:pathLst>
              <a:path w="533400" h="266700">
                <a:moveTo>
                  <a:pt x="38101" y="0"/>
                </a:moveTo>
                <a:lnTo>
                  <a:pt x="495299" y="0"/>
                </a:lnTo>
                <a:cubicBezTo>
                  <a:pt x="516342" y="0"/>
                  <a:pt x="533400" y="17058"/>
                  <a:pt x="533400" y="38101"/>
                </a:cubicBezTo>
                <a:lnTo>
                  <a:pt x="533400" y="228599"/>
                </a:lnTo>
                <a:cubicBezTo>
                  <a:pt x="533400" y="249628"/>
                  <a:pt x="516328" y="266700"/>
                  <a:pt x="4952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45009" y="2714625"/>
            <a:ext cx="600075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9E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events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062412" y="1338263"/>
            <a:ext cx="3514725" cy="2657475"/>
          </a:xfrm>
          <a:custGeom>
            <a:avLst/>
            <a:gdLst/>
            <a:ahLst/>
            <a:cxnLst/>
            <a:rect l="l" t="t" r="r" b="b"/>
            <a:pathLst>
              <a:path w="3514725" h="2657475">
                <a:moveTo>
                  <a:pt x="152406" y="0"/>
                </a:moveTo>
                <a:lnTo>
                  <a:pt x="3362319" y="0"/>
                </a:lnTo>
                <a:cubicBezTo>
                  <a:pt x="3446490" y="0"/>
                  <a:pt x="3514725" y="68235"/>
                  <a:pt x="3514725" y="152406"/>
                </a:cubicBezTo>
                <a:lnTo>
                  <a:pt x="3514725" y="2505069"/>
                </a:lnTo>
                <a:cubicBezTo>
                  <a:pt x="3514725" y="2589240"/>
                  <a:pt x="3446490" y="2657475"/>
                  <a:pt x="3362319" y="2657475"/>
                </a:cubicBezTo>
                <a:lnTo>
                  <a:pt x="152406" y="2657475"/>
                </a:lnTo>
                <a:cubicBezTo>
                  <a:pt x="68235" y="2657475"/>
                  <a:pt x="0" y="2589240"/>
                  <a:pt x="0" y="2505069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gradFill flip="none" rotWithShape="1">
            <a:gsLst>
              <a:gs pos="0">
                <a:srgbClr val="4ADE8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257675" y="15335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391025" y="16668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9664" y="83344"/>
                </a:moveTo>
                <a:lnTo>
                  <a:pt x="116086" y="83344"/>
                </a:lnTo>
                <a:cubicBezTo>
                  <a:pt x="111137" y="83344"/>
                  <a:pt x="107156" y="79363"/>
                  <a:pt x="107156" y="74414"/>
                </a:cubicBezTo>
                <a:lnTo>
                  <a:pt x="107156" y="20836"/>
                </a:lnTo>
                <a:cubicBezTo>
                  <a:pt x="107156" y="17227"/>
                  <a:pt x="109314" y="13953"/>
                  <a:pt x="112663" y="12576"/>
                </a:cubicBezTo>
                <a:cubicBezTo>
                  <a:pt x="116012" y="11199"/>
                  <a:pt x="119844" y="11981"/>
                  <a:pt x="122411" y="14511"/>
                </a:cubicBezTo>
                <a:lnTo>
                  <a:pt x="137294" y="29394"/>
                </a:lnTo>
                <a:lnTo>
                  <a:pt x="164604" y="2084"/>
                </a:lnTo>
                <a:cubicBezTo>
                  <a:pt x="165943" y="744"/>
                  <a:pt x="167767" y="0"/>
                  <a:pt x="169664" y="0"/>
                </a:cubicBezTo>
                <a:cubicBezTo>
                  <a:pt x="171562" y="0"/>
                  <a:pt x="173385" y="744"/>
                  <a:pt x="174761" y="2121"/>
                </a:cubicBezTo>
                <a:lnTo>
                  <a:pt x="188416" y="15776"/>
                </a:lnTo>
                <a:cubicBezTo>
                  <a:pt x="189756" y="17115"/>
                  <a:pt x="190500" y="18938"/>
                  <a:pt x="190500" y="20836"/>
                </a:cubicBezTo>
                <a:cubicBezTo>
                  <a:pt x="190500" y="22733"/>
                  <a:pt x="189756" y="24557"/>
                  <a:pt x="188379" y="25933"/>
                </a:cubicBezTo>
                <a:lnTo>
                  <a:pt x="161106" y="53206"/>
                </a:lnTo>
                <a:lnTo>
                  <a:pt x="175989" y="68089"/>
                </a:lnTo>
                <a:cubicBezTo>
                  <a:pt x="178557" y="70656"/>
                  <a:pt x="179301" y="74488"/>
                  <a:pt x="177924" y="77837"/>
                </a:cubicBezTo>
                <a:cubicBezTo>
                  <a:pt x="176547" y="81186"/>
                  <a:pt x="173273" y="83344"/>
                  <a:pt x="169664" y="83344"/>
                </a:cubicBezTo>
                <a:close/>
                <a:moveTo>
                  <a:pt x="169664" y="107156"/>
                </a:moveTo>
                <a:cubicBezTo>
                  <a:pt x="173273" y="107156"/>
                  <a:pt x="176547" y="109314"/>
                  <a:pt x="177924" y="112663"/>
                </a:cubicBezTo>
                <a:cubicBezTo>
                  <a:pt x="179301" y="116012"/>
                  <a:pt x="178557" y="119844"/>
                  <a:pt x="175989" y="122411"/>
                </a:cubicBezTo>
                <a:lnTo>
                  <a:pt x="161106" y="137294"/>
                </a:lnTo>
                <a:lnTo>
                  <a:pt x="188416" y="164604"/>
                </a:lnTo>
                <a:cubicBezTo>
                  <a:pt x="189756" y="165943"/>
                  <a:pt x="190537" y="167767"/>
                  <a:pt x="190537" y="169701"/>
                </a:cubicBezTo>
                <a:cubicBezTo>
                  <a:pt x="190537" y="171636"/>
                  <a:pt x="189793" y="173422"/>
                  <a:pt x="188416" y="174799"/>
                </a:cubicBezTo>
                <a:lnTo>
                  <a:pt x="174761" y="188454"/>
                </a:lnTo>
                <a:cubicBezTo>
                  <a:pt x="173385" y="189756"/>
                  <a:pt x="171562" y="190500"/>
                  <a:pt x="169664" y="190500"/>
                </a:cubicBezTo>
                <a:cubicBezTo>
                  <a:pt x="167767" y="190500"/>
                  <a:pt x="165943" y="189756"/>
                  <a:pt x="164567" y="188379"/>
                </a:cubicBezTo>
                <a:lnTo>
                  <a:pt x="137294" y="161106"/>
                </a:lnTo>
                <a:lnTo>
                  <a:pt x="122411" y="175989"/>
                </a:lnTo>
                <a:cubicBezTo>
                  <a:pt x="119844" y="178557"/>
                  <a:pt x="116012" y="179301"/>
                  <a:pt x="112663" y="177924"/>
                </a:cubicBezTo>
                <a:cubicBezTo>
                  <a:pt x="109314" y="176547"/>
                  <a:pt x="107156" y="173273"/>
                  <a:pt x="107156" y="169664"/>
                </a:cubicBezTo>
                <a:lnTo>
                  <a:pt x="107156" y="116086"/>
                </a:lnTo>
                <a:cubicBezTo>
                  <a:pt x="107156" y="111137"/>
                  <a:pt x="111137" y="107156"/>
                  <a:pt x="116086" y="107156"/>
                </a:cubicBezTo>
                <a:lnTo>
                  <a:pt x="169664" y="107156"/>
                </a:lnTo>
                <a:close/>
                <a:moveTo>
                  <a:pt x="74414" y="107156"/>
                </a:moveTo>
                <a:cubicBezTo>
                  <a:pt x="79363" y="107156"/>
                  <a:pt x="83344" y="111137"/>
                  <a:pt x="83344" y="116086"/>
                </a:cubicBezTo>
                <a:lnTo>
                  <a:pt x="83344" y="169664"/>
                </a:lnTo>
                <a:cubicBezTo>
                  <a:pt x="83344" y="173273"/>
                  <a:pt x="81186" y="176547"/>
                  <a:pt x="77837" y="177924"/>
                </a:cubicBezTo>
                <a:cubicBezTo>
                  <a:pt x="74488" y="179301"/>
                  <a:pt x="70656" y="178557"/>
                  <a:pt x="68089" y="175989"/>
                </a:cubicBezTo>
                <a:lnTo>
                  <a:pt x="53206" y="161106"/>
                </a:lnTo>
                <a:lnTo>
                  <a:pt x="25896" y="188416"/>
                </a:lnTo>
                <a:cubicBezTo>
                  <a:pt x="24557" y="189756"/>
                  <a:pt x="22733" y="190500"/>
                  <a:pt x="20836" y="190500"/>
                </a:cubicBezTo>
                <a:cubicBezTo>
                  <a:pt x="18938" y="190500"/>
                  <a:pt x="17115" y="189756"/>
                  <a:pt x="15739" y="188379"/>
                </a:cubicBezTo>
                <a:lnTo>
                  <a:pt x="2121" y="174761"/>
                </a:lnTo>
                <a:cubicBezTo>
                  <a:pt x="744" y="173385"/>
                  <a:pt x="0" y="171562"/>
                  <a:pt x="0" y="169664"/>
                </a:cubicBezTo>
                <a:cubicBezTo>
                  <a:pt x="0" y="167767"/>
                  <a:pt x="744" y="165943"/>
                  <a:pt x="2121" y="164567"/>
                </a:cubicBezTo>
                <a:lnTo>
                  <a:pt x="29394" y="137294"/>
                </a:lnTo>
                <a:lnTo>
                  <a:pt x="14511" y="122411"/>
                </a:lnTo>
                <a:cubicBezTo>
                  <a:pt x="11943" y="119844"/>
                  <a:pt x="11199" y="116012"/>
                  <a:pt x="12576" y="112663"/>
                </a:cubicBezTo>
                <a:cubicBezTo>
                  <a:pt x="13953" y="109314"/>
                  <a:pt x="17227" y="107156"/>
                  <a:pt x="20836" y="107156"/>
                </a:cubicBezTo>
                <a:lnTo>
                  <a:pt x="74414" y="107156"/>
                </a:lnTo>
                <a:close/>
                <a:moveTo>
                  <a:pt x="20836" y="83344"/>
                </a:moveTo>
                <a:cubicBezTo>
                  <a:pt x="17227" y="83344"/>
                  <a:pt x="13953" y="81186"/>
                  <a:pt x="12576" y="77837"/>
                </a:cubicBezTo>
                <a:cubicBezTo>
                  <a:pt x="11199" y="74488"/>
                  <a:pt x="11981" y="70656"/>
                  <a:pt x="14511" y="68089"/>
                </a:cubicBezTo>
                <a:lnTo>
                  <a:pt x="29394" y="53206"/>
                </a:lnTo>
                <a:lnTo>
                  <a:pt x="2121" y="25933"/>
                </a:lnTo>
                <a:cubicBezTo>
                  <a:pt x="744" y="24557"/>
                  <a:pt x="0" y="22733"/>
                  <a:pt x="0" y="20836"/>
                </a:cubicBezTo>
                <a:cubicBezTo>
                  <a:pt x="0" y="18938"/>
                  <a:pt x="744" y="17115"/>
                  <a:pt x="2121" y="15739"/>
                </a:cubicBezTo>
                <a:lnTo>
                  <a:pt x="15739" y="2121"/>
                </a:lnTo>
                <a:cubicBezTo>
                  <a:pt x="17115" y="744"/>
                  <a:pt x="18938" y="0"/>
                  <a:pt x="20836" y="0"/>
                </a:cubicBezTo>
                <a:cubicBezTo>
                  <a:pt x="22733" y="0"/>
                  <a:pt x="24557" y="744"/>
                  <a:pt x="25933" y="2121"/>
                </a:cubicBezTo>
                <a:lnTo>
                  <a:pt x="53206" y="29394"/>
                </a:lnTo>
                <a:lnTo>
                  <a:pt x="68089" y="14511"/>
                </a:lnTo>
                <a:cubicBezTo>
                  <a:pt x="70656" y="11943"/>
                  <a:pt x="74488" y="11199"/>
                  <a:pt x="77837" y="12576"/>
                </a:cubicBezTo>
                <a:cubicBezTo>
                  <a:pt x="81186" y="13953"/>
                  <a:pt x="83344" y="17227"/>
                  <a:pt x="83344" y="20836"/>
                </a:cubicBezTo>
                <a:lnTo>
                  <a:pt x="83344" y="74414"/>
                </a:lnTo>
                <a:cubicBezTo>
                  <a:pt x="83344" y="79363"/>
                  <a:pt x="79363" y="83344"/>
                  <a:pt x="74414" y="83344"/>
                </a:cubicBezTo>
                <a:lnTo>
                  <a:pt x="20836" y="83344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29175" y="1628775"/>
            <a:ext cx="124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Backpressure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257675" y="2105025"/>
            <a:ext cx="3200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Managing flow control when producer is faster than consumer to prevent memory issues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57675" y="2714625"/>
            <a:ext cx="581025" cy="266700"/>
          </a:xfrm>
          <a:custGeom>
            <a:avLst/>
            <a:gdLst/>
            <a:ahLst/>
            <a:cxnLst/>
            <a:rect l="l" t="t" r="r" b="b"/>
            <a:pathLst>
              <a:path w="581025" h="266700">
                <a:moveTo>
                  <a:pt x="38101" y="0"/>
                </a:moveTo>
                <a:lnTo>
                  <a:pt x="542924" y="0"/>
                </a:lnTo>
                <a:cubicBezTo>
                  <a:pt x="563967" y="0"/>
                  <a:pt x="581025" y="17058"/>
                  <a:pt x="581025" y="38101"/>
                </a:cubicBezTo>
                <a:lnTo>
                  <a:pt x="581025" y="228599"/>
                </a:lnTo>
                <a:cubicBezTo>
                  <a:pt x="581025" y="249628"/>
                  <a:pt x="563953" y="266700"/>
                  <a:pt x="54292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257675" y="2714625"/>
            <a:ext cx="647700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pause()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912668" y="2714625"/>
            <a:ext cx="666750" cy="266700"/>
          </a:xfrm>
          <a:custGeom>
            <a:avLst/>
            <a:gdLst/>
            <a:ahLst/>
            <a:cxnLst/>
            <a:rect l="l" t="t" r="r" b="b"/>
            <a:pathLst>
              <a:path w="666750" h="266700">
                <a:moveTo>
                  <a:pt x="38101" y="0"/>
                </a:moveTo>
                <a:lnTo>
                  <a:pt x="628649" y="0"/>
                </a:lnTo>
                <a:cubicBezTo>
                  <a:pt x="649692" y="0"/>
                  <a:pt x="666750" y="17058"/>
                  <a:pt x="666750" y="38101"/>
                </a:cubicBezTo>
                <a:lnTo>
                  <a:pt x="666750" y="228599"/>
                </a:lnTo>
                <a:cubicBezTo>
                  <a:pt x="666750" y="249628"/>
                  <a:pt x="649678" y="266700"/>
                  <a:pt x="62864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12668" y="2714625"/>
            <a:ext cx="733425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resume()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85763" y="4157663"/>
            <a:ext cx="3514725" cy="2657475"/>
          </a:xfrm>
          <a:custGeom>
            <a:avLst/>
            <a:gdLst/>
            <a:ahLst/>
            <a:cxnLst/>
            <a:rect l="l" t="t" r="r" b="b"/>
            <a:pathLst>
              <a:path w="3514725" h="2657475">
                <a:moveTo>
                  <a:pt x="152406" y="0"/>
                </a:moveTo>
                <a:lnTo>
                  <a:pt x="3362319" y="0"/>
                </a:lnTo>
                <a:cubicBezTo>
                  <a:pt x="3446490" y="0"/>
                  <a:pt x="3514725" y="68235"/>
                  <a:pt x="3514725" y="152406"/>
                </a:cubicBezTo>
                <a:lnTo>
                  <a:pt x="3514725" y="2505069"/>
                </a:lnTo>
                <a:cubicBezTo>
                  <a:pt x="3514725" y="2589240"/>
                  <a:pt x="3446490" y="2657475"/>
                  <a:pt x="3362319" y="2657475"/>
                </a:cubicBezTo>
                <a:lnTo>
                  <a:pt x="152406" y="2657475"/>
                </a:lnTo>
                <a:cubicBezTo>
                  <a:pt x="68235" y="2657475"/>
                  <a:pt x="0" y="2589240"/>
                  <a:pt x="0" y="2505069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gradFill flip="none" rotWithShape="1">
            <a:gsLst>
              <a:gs pos="0">
                <a:srgbClr val="4A9EF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9EF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81025" y="43529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26281" y="448627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62508" y="11906"/>
                </a:moveTo>
                <a:lnTo>
                  <a:pt x="8930" y="11906"/>
                </a:lnTo>
                <a:cubicBezTo>
                  <a:pt x="3981" y="11906"/>
                  <a:pt x="0" y="15887"/>
                  <a:pt x="0" y="20836"/>
                </a:cubicBezTo>
                <a:lnTo>
                  <a:pt x="0" y="74414"/>
                </a:lnTo>
                <a:cubicBezTo>
                  <a:pt x="0" y="78023"/>
                  <a:pt x="2158" y="81297"/>
                  <a:pt x="5507" y="82674"/>
                </a:cubicBezTo>
                <a:cubicBezTo>
                  <a:pt x="8855" y="84051"/>
                  <a:pt x="12688" y="83269"/>
                  <a:pt x="15255" y="80739"/>
                </a:cubicBezTo>
                <a:lnTo>
                  <a:pt x="30138" y="65856"/>
                </a:lnTo>
                <a:lnTo>
                  <a:pt x="59531" y="95250"/>
                </a:lnTo>
                <a:lnTo>
                  <a:pt x="30138" y="124644"/>
                </a:lnTo>
                <a:lnTo>
                  <a:pt x="15255" y="109761"/>
                </a:lnTo>
                <a:cubicBezTo>
                  <a:pt x="12688" y="107193"/>
                  <a:pt x="8855" y="106449"/>
                  <a:pt x="5507" y="107826"/>
                </a:cubicBezTo>
                <a:cubicBezTo>
                  <a:pt x="2158" y="109203"/>
                  <a:pt x="0" y="112477"/>
                  <a:pt x="0" y="116086"/>
                </a:cubicBezTo>
                <a:lnTo>
                  <a:pt x="0" y="169664"/>
                </a:lnTo>
                <a:cubicBezTo>
                  <a:pt x="0" y="174613"/>
                  <a:pt x="3981" y="178594"/>
                  <a:pt x="8930" y="178594"/>
                </a:cubicBezTo>
                <a:lnTo>
                  <a:pt x="62508" y="178594"/>
                </a:lnTo>
                <a:cubicBezTo>
                  <a:pt x="66117" y="178594"/>
                  <a:pt x="69391" y="176436"/>
                  <a:pt x="70768" y="173087"/>
                </a:cubicBezTo>
                <a:cubicBezTo>
                  <a:pt x="72144" y="169738"/>
                  <a:pt x="71400" y="165906"/>
                  <a:pt x="68833" y="163339"/>
                </a:cubicBezTo>
                <a:lnTo>
                  <a:pt x="53950" y="148456"/>
                </a:lnTo>
                <a:lnTo>
                  <a:pt x="83344" y="119063"/>
                </a:lnTo>
                <a:lnTo>
                  <a:pt x="112737" y="148456"/>
                </a:lnTo>
                <a:lnTo>
                  <a:pt x="97854" y="163339"/>
                </a:lnTo>
                <a:cubicBezTo>
                  <a:pt x="95287" y="165906"/>
                  <a:pt x="94543" y="169738"/>
                  <a:pt x="95920" y="173087"/>
                </a:cubicBezTo>
                <a:cubicBezTo>
                  <a:pt x="97296" y="176436"/>
                  <a:pt x="100571" y="178594"/>
                  <a:pt x="104180" y="178594"/>
                </a:cubicBezTo>
                <a:lnTo>
                  <a:pt x="157758" y="178594"/>
                </a:lnTo>
                <a:cubicBezTo>
                  <a:pt x="162706" y="178594"/>
                  <a:pt x="166688" y="174613"/>
                  <a:pt x="166688" y="169664"/>
                </a:cubicBezTo>
                <a:lnTo>
                  <a:pt x="166688" y="116086"/>
                </a:lnTo>
                <a:cubicBezTo>
                  <a:pt x="166688" y="112477"/>
                  <a:pt x="164529" y="109203"/>
                  <a:pt x="161181" y="107826"/>
                </a:cubicBezTo>
                <a:cubicBezTo>
                  <a:pt x="157832" y="106449"/>
                  <a:pt x="154000" y="107193"/>
                  <a:pt x="151433" y="109761"/>
                </a:cubicBezTo>
                <a:lnTo>
                  <a:pt x="136550" y="124644"/>
                </a:lnTo>
                <a:lnTo>
                  <a:pt x="107156" y="95250"/>
                </a:lnTo>
                <a:lnTo>
                  <a:pt x="136550" y="65856"/>
                </a:lnTo>
                <a:lnTo>
                  <a:pt x="151433" y="80739"/>
                </a:lnTo>
                <a:cubicBezTo>
                  <a:pt x="154000" y="83307"/>
                  <a:pt x="157832" y="84051"/>
                  <a:pt x="161181" y="82674"/>
                </a:cubicBezTo>
                <a:cubicBezTo>
                  <a:pt x="164529" y="81297"/>
                  <a:pt x="166688" y="78023"/>
                  <a:pt x="166688" y="74414"/>
                </a:cubicBezTo>
                <a:lnTo>
                  <a:pt x="166688" y="20836"/>
                </a:lnTo>
                <a:cubicBezTo>
                  <a:pt x="166688" y="15887"/>
                  <a:pt x="162706" y="11906"/>
                  <a:pt x="157758" y="11906"/>
                </a:cubicBezTo>
                <a:lnTo>
                  <a:pt x="104180" y="11906"/>
                </a:lnTo>
                <a:cubicBezTo>
                  <a:pt x="100571" y="11906"/>
                  <a:pt x="97296" y="14064"/>
                  <a:pt x="95920" y="17413"/>
                </a:cubicBezTo>
                <a:cubicBezTo>
                  <a:pt x="94543" y="20762"/>
                  <a:pt x="95324" y="24594"/>
                  <a:pt x="97854" y="27161"/>
                </a:cubicBezTo>
                <a:lnTo>
                  <a:pt x="112737" y="42044"/>
                </a:lnTo>
                <a:lnTo>
                  <a:pt x="83344" y="71438"/>
                </a:lnTo>
                <a:lnTo>
                  <a:pt x="53950" y="42044"/>
                </a:lnTo>
                <a:lnTo>
                  <a:pt x="68833" y="27161"/>
                </a:lnTo>
                <a:cubicBezTo>
                  <a:pt x="71400" y="24594"/>
                  <a:pt x="72144" y="20762"/>
                  <a:pt x="70768" y="17413"/>
                </a:cubicBezTo>
                <a:cubicBezTo>
                  <a:pt x="69391" y="14064"/>
                  <a:pt x="66117" y="11906"/>
                  <a:pt x="62508" y="11906"/>
                </a:cubicBez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152525" y="4448175"/>
            <a:ext cx="714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Scaling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81025" y="4924425"/>
            <a:ext cx="3200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Horizontal and vertical scaling strategies, clustering, and microservices architecture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81025" y="5534025"/>
            <a:ext cx="542925" cy="266700"/>
          </a:xfrm>
          <a:custGeom>
            <a:avLst/>
            <a:gdLst/>
            <a:ahLst/>
            <a:cxnLst/>
            <a:rect l="l" t="t" r="r" b="b"/>
            <a:pathLst>
              <a:path w="542925" h="266700">
                <a:moveTo>
                  <a:pt x="38101" y="0"/>
                </a:moveTo>
                <a:lnTo>
                  <a:pt x="504824" y="0"/>
                </a:lnTo>
                <a:cubicBezTo>
                  <a:pt x="525867" y="0"/>
                  <a:pt x="542925" y="17058"/>
                  <a:pt x="542925" y="38101"/>
                </a:cubicBezTo>
                <a:lnTo>
                  <a:pt x="542925" y="228599"/>
                </a:lnTo>
                <a:cubicBezTo>
                  <a:pt x="542925" y="249628"/>
                  <a:pt x="525853" y="266700"/>
                  <a:pt x="50482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81025" y="5534025"/>
            <a:ext cx="609600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9E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cluster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197694" y="5534025"/>
            <a:ext cx="400050" cy="266700"/>
          </a:xfrm>
          <a:custGeom>
            <a:avLst/>
            <a:gdLst/>
            <a:ahLst/>
            <a:cxnLst/>
            <a:rect l="l" t="t" r="r" b="b"/>
            <a:pathLst>
              <a:path w="400050" h="266700">
                <a:moveTo>
                  <a:pt x="38101" y="0"/>
                </a:moveTo>
                <a:lnTo>
                  <a:pt x="361949" y="0"/>
                </a:lnTo>
                <a:cubicBezTo>
                  <a:pt x="382992" y="0"/>
                  <a:pt x="400050" y="17058"/>
                  <a:pt x="400050" y="38101"/>
                </a:cubicBezTo>
                <a:lnTo>
                  <a:pt x="400050" y="228599"/>
                </a:lnTo>
                <a:cubicBezTo>
                  <a:pt x="400050" y="249642"/>
                  <a:pt x="382992" y="266700"/>
                  <a:pt x="36194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197694" y="5534025"/>
            <a:ext cx="466725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9E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PM2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062412" y="4157663"/>
            <a:ext cx="3514725" cy="2657475"/>
          </a:xfrm>
          <a:custGeom>
            <a:avLst/>
            <a:gdLst/>
            <a:ahLst/>
            <a:cxnLst/>
            <a:rect l="l" t="t" r="r" b="b"/>
            <a:pathLst>
              <a:path w="3514725" h="2657475">
                <a:moveTo>
                  <a:pt x="152406" y="0"/>
                </a:moveTo>
                <a:lnTo>
                  <a:pt x="3362319" y="0"/>
                </a:lnTo>
                <a:cubicBezTo>
                  <a:pt x="3446490" y="0"/>
                  <a:pt x="3514725" y="68235"/>
                  <a:pt x="3514725" y="152406"/>
                </a:cubicBezTo>
                <a:lnTo>
                  <a:pt x="3514725" y="2505069"/>
                </a:lnTo>
                <a:cubicBezTo>
                  <a:pt x="3514725" y="2589240"/>
                  <a:pt x="3446490" y="2657475"/>
                  <a:pt x="3362319" y="2657475"/>
                </a:cubicBezTo>
                <a:lnTo>
                  <a:pt x="152406" y="2657475"/>
                </a:lnTo>
                <a:cubicBezTo>
                  <a:pt x="68235" y="2657475"/>
                  <a:pt x="0" y="2589240"/>
                  <a:pt x="0" y="2505069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gradFill flip="none" rotWithShape="1">
            <a:gsLst>
              <a:gs pos="0">
                <a:srgbClr val="4ADE8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257675" y="43529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391025" y="44862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29175" y="4448175"/>
            <a:ext cx="790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257675" y="4924425"/>
            <a:ext cx="3200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HTTPS, authentication, authorization, input validation, and common attack prevention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257675" y="5534025"/>
            <a:ext cx="400050" cy="266700"/>
          </a:xfrm>
          <a:custGeom>
            <a:avLst/>
            <a:gdLst/>
            <a:ahLst/>
            <a:cxnLst/>
            <a:rect l="l" t="t" r="r" b="b"/>
            <a:pathLst>
              <a:path w="400050" h="266700">
                <a:moveTo>
                  <a:pt x="38101" y="0"/>
                </a:moveTo>
                <a:lnTo>
                  <a:pt x="361949" y="0"/>
                </a:lnTo>
                <a:cubicBezTo>
                  <a:pt x="382992" y="0"/>
                  <a:pt x="400050" y="17058"/>
                  <a:pt x="400050" y="38101"/>
                </a:cubicBezTo>
                <a:lnTo>
                  <a:pt x="400050" y="228599"/>
                </a:lnTo>
                <a:cubicBezTo>
                  <a:pt x="400050" y="249642"/>
                  <a:pt x="382992" y="266700"/>
                  <a:pt x="36194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257675" y="5534025"/>
            <a:ext cx="466725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JWT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737795" y="5534025"/>
            <a:ext cx="552450" cy="266700"/>
          </a:xfrm>
          <a:custGeom>
            <a:avLst/>
            <a:gdLst/>
            <a:ahLst/>
            <a:cxnLst/>
            <a:rect l="l" t="t" r="r" b="b"/>
            <a:pathLst>
              <a:path w="552450" h="266700">
                <a:moveTo>
                  <a:pt x="38101" y="0"/>
                </a:moveTo>
                <a:lnTo>
                  <a:pt x="514349" y="0"/>
                </a:lnTo>
                <a:cubicBezTo>
                  <a:pt x="535392" y="0"/>
                  <a:pt x="552450" y="17058"/>
                  <a:pt x="552450" y="38101"/>
                </a:cubicBezTo>
                <a:lnTo>
                  <a:pt x="552450" y="228599"/>
                </a:lnTo>
                <a:cubicBezTo>
                  <a:pt x="552450" y="249628"/>
                  <a:pt x="535378" y="266700"/>
                  <a:pt x="51434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737795" y="5534025"/>
            <a:ext cx="619125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helmet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820025" y="1343025"/>
            <a:ext cx="3981450" cy="2971800"/>
          </a:xfrm>
          <a:custGeom>
            <a:avLst/>
            <a:gdLst/>
            <a:ahLst/>
            <a:cxnLst/>
            <a:rect l="l" t="t" r="r" b="b"/>
            <a:pathLst>
              <a:path w="3981450" h="2971800">
                <a:moveTo>
                  <a:pt x="152394" y="0"/>
                </a:moveTo>
                <a:lnTo>
                  <a:pt x="3829056" y="0"/>
                </a:lnTo>
                <a:cubicBezTo>
                  <a:pt x="3913221" y="0"/>
                  <a:pt x="3981450" y="68229"/>
                  <a:pt x="3981450" y="152394"/>
                </a:cubicBezTo>
                <a:lnTo>
                  <a:pt x="3981450" y="2819406"/>
                </a:lnTo>
                <a:cubicBezTo>
                  <a:pt x="3981450" y="2903571"/>
                  <a:pt x="3913221" y="2971800"/>
                  <a:pt x="3829056" y="2971800"/>
                </a:cubicBezTo>
                <a:lnTo>
                  <a:pt x="152394" y="2971800"/>
                </a:lnTo>
                <a:cubicBezTo>
                  <a:pt x="68229" y="2971800"/>
                  <a:pt x="0" y="2903571"/>
                  <a:pt x="0" y="2819406"/>
                </a:cubicBezTo>
                <a:lnTo>
                  <a:pt x="0" y="152394"/>
                </a:lnTo>
                <a:cubicBezTo>
                  <a:pt x="0" y="68285"/>
                  <a:pt x="68285" y="0"/>
                  <a:pt x="152394" y="0"/>
                </a:cubicBezTo>
                <a:close/>
              </a:path>
            </a:pathLst>
          </a:custGeom>
          <a:gradFill flip="none" rotWithShape="1">
            <a:gsLst>
              <a:gs pos="0">
                <a:srgbClr val="4A9EF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25400">
            <a:solidFill>
              <a:srgbClr val="4A9E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8020050" y="15621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85693" y="93985"/>
                </a:moveTo>
                <a:cubicBezTo>
                  <a:pt x="191140" y="92512"/>
                  <a:pt x="196855" y="95101"/>
                  <a:pt x="199311" y="100146"/>
                </a:cubicBezTo>
                <a:lnTo>
                  <a:pt x="207615" y="116934"/>
                </a:lnTo>
                <a:cubicBezTo>
                  <a:pt x="212214" y="117559"/>
                  <a:pt x="216724" y="118809"/>
                  <a:pt x="220965" y="120551"/>
                </a:cubicBezTo>
                <a:lnTo>
                  <a:pt x="236592" y="110148"/>
                </a:lnTo>
                <a:cubicBezTo>
                  <a:pt x="241280" y="107022"/>
                  <a:pt x="247486" y="107647"/>
                  <a:pt x="251460" y="111621"/>
                </a:cubicBezTo>
                <a:lnTo>
                  <a:pt x="260033" y="120194"/>
                </a:lnTo>
                <a:cubicBezTo>
                  <a:pt x="264006" y="124167"/>
                  <a:pt x="264631" y="130418"/>
                  <a:pt x="261506" y="135062"/>
                </a:cubicBezTo>
                <a:lnTo>
                  <a:pt x="251103" y="150644"/>
                </a:lnTo>
                <a:cubicBezTo>
                  <a:pt x="251951" y="152742"/>
                  <a:pt x="252710" y="154930"/>
                  <a:pt x="253335" y="157207"/>
                </a:cubicBezTo>
                <a:cubicBezTo>
                  <a:pt x="253960" y="159484"/>
                  <a:pt x="254362" y="161717"/>
                  <a:pt x="254675" y="163994"/>
                </a:cubicBezTo>
                <a:lnTo>
                  <a:pt x="271507" y="172298"/>
                </a:lnTo>
                <a:cubicBezTo>
                  <a:pt x="276552" y="174799"/>
                  <a:pt x="279142" y="180514"/>
                  <a:pt x="277669" y="185916"/>
                </a:cubicBezTo>
                <a:lnTo>
                  <a:pt x="274543" y="197614"/>
                </a:lnTo>
                <a:cubicBezTo>
                  <a:pt x="273070" y="203016"/>
                  <a:pt x="268025" y="206678"/>
                  <a:pt x="262399" y="206320"/>
                </a:cubicBezTo>
                <a:lnTo>
                  <a:pt x="243647" y="205115"/>
                </a:lnTo>
                <a:cubicBezTo>
                  <a:pt x="240834" y="208731"/>
                  <a:pt x="237574" y="212080"/>
                  <a:pt x="233869" y="214938"/>
                </a:cubicBezTo>
                <a:lnTo>
                  <a:pt x="235074" y="233645"/>
                </a:lnTo>
                <a:cubicBezTo>
                  <a:pt x="235431" y="239271"/>
                  <a:pt x="231770" y="244361"/>
                  <a:pt x="226368" y="245790"/>
                </a:cubicBezTo>
                <a:lnTo>
                  <a:pt x="214670" y="248915"/>
                </a:lnTo>
                <a:cubicBezTo>
                  <a:pt x="209223" y="250388"/>
                  <a:pt x="203552" y="247799"/>
                  <a:pt x="201052" y="242754"/>
                </a:cubicBezTo>
                <a:lnTo>
                  <a:pt x="192747" y="225966"/>
                </a:lnTo>
                <a:cubicBezTo>
                  <a:pt x="188149" y="225341"/>
                  <a:pt x="183639" y="224091"/>
                  <a:pt x="179397" y="222349"/>
                </a:cubicBezTo>
                <a:lnTo>
                  <a:pt x="163770" y="232752"/>
                </a:lnTo>
                <a:cubicBezTo>
                  <a:pt x="159082" y="235878"/>
                  <a:pt x="152876" y="235253"/>
                  <a:pt x="148903" y="231279"/>
                </a:cubicBezTo>
                <a:lnTo>
                  <a:pt x="140330" y="222706"/>
                </a:lnTo>
                <a:cubicBezTo>
                  <a:pt x="136356" y="218733"/>
                  <a:pt x="135731" y="212527"/>
                  <a:pt x="138857" y="207838"/>
                </a:cubicBezTo>
                <a:lnTo>
                  <a:pt x="149260" y="192212"/>
                </a:lnTo>
                <a:cubicBezTo>
                  <a:pt x="148411" y="190113"/>
                  <a:pt x="147652" y="187925"/>
                  <a:pt x="147027" y="185648"/>
                </a:cubicBezTo>
                <a:cubicBezTo>
                  <a:pt x="146402" y="183371"/>
                  <a:pt x="146000" y="181094"/>
                  <a:pt x="145688" y="178862"/>
                </a:cubicBezTo>
                <a:lnTo>
                  <a:pt x="128855" y="170557"/>
                </a:lnTo>
                <a:cubicBezTo>
                  <a:pt x="123810" y="168057"/>
                  <a:pt x="121265" y="162342"/>
                  <a:pt x="122694" y="156939"/>
                </a:cubicBezTo>
                <a:lnTo>
                  <a:pt x="125819" y="145241"/>
                </a:lnTo>
                <a:cubicBezTo>
                  <a:pt x="127293" y="139839"/>
                  <a:pt x="132338" y="136178"/>
                  <a:pt x="137964" y="136535"/>
                </a:cubicBezTo>
                <a:lnTo>
                  <a:pt x="156671" y="137740"/>
                </a:lnTo>
                <a:cubicBezTo>
                  <a:pt x="159484" y="134124"/>
                  <a:pt x="162744" y="130775"/>
                  <a:pt x="166449" y="127918"/>
                </a:cubicBezTo>
                <a:lnTo>
                  <a:pt x="165244" y="109255"/>
                </a:lnTo>
                <a:cubicBezTo>
                  <a:pt x="164887" y="103629"/>
                  <a:pt x="168548" y="98539"/>
                  <a:pt x="173950" y="97110"/>
                </a:cubicBezTo>
                <a:lnTo>
                  <a:pt x="185648" y="93985"/>
                </a:lnTo>
                <a:close/>
                <a:moveTo>
                  <a:pt x="200204" y="151805"/>
                </a:moveTo>
                <a:cubicBezTo>
                  <a:pt x="189361" y="151817"/>
                  <a:pt x="180568" y="160630"/>
                  <a:pt x="180581" y="171472"/>
                </a:cubicBezTo>
                <a:cubicBezTo>
                  <a:pt x="180593" y="182315"/>
                  <a:pt x="189406" y="191108"/>
                  <a:pt x="200248" y="191095"/>
                </a:cubicBezTo>
                <a:cubicBezTo>
                  <a:pt x="211091" y="191083"/>
                  <a:pt x="219884" y="182270"/>
                  <a:pt x="219871" y="171428"/>
                </a:cubicBezTo>
                <a:cubicBezTo>
                  <a:pt x="219859" y="160585"/>
                  <a:pt x="211046" y="151792"/>
                  <a:pt x="200204" y="151805"/>
                </a:cubicBezTo>
                <a:close/>
                <a:moveTo>
                  <a:pt x="100414" y="-20315"/>
                </a:moveTo>
                <a:lnTo>
                  <a:pt x="112112" y="-17190"/>
                </a:lnTo>
                <a:cubicBezTo>
                  <a:pt x="117515" y="-15716"/>
                  <a:pt x="121176" y="-10626"/>
                  <a:pt x="120819" y="-5045"/>
                </a:cubicBezTo>
                <a:lnTo>
                  <a:pt x="119613" y="13618"/>
                </a:lnTo>
                <a:cubicBezTo>
                  <a:pt x="123319" y="16475"/>
                  <a:pt x="126578" y="19779"/>
                  <a:pt x="129391" y="23440"/>
                </a:cubicBezTo>
                <a:lnTo>
                  <a:pt x="148144" y="22235"/>
                </a:lnTo>
                <a:cubicBezTo>
                  <a:pt x="153725" y="21878"/>
                  <a:pt x="158814" y="25539"/>
                  <a:pt x="160288" y="30941"/>
                </a:cubicBezTo>
                <a:lnTo>
                  <a:pt x="163413" y="42639"/>
                </a:lnTo>
                <a:cubicBezTo>
                  <a:pt x="164842" y="48042"/>
                  <a:pt x="162297" y="53757"/>
                  <a:pt x="157252" y="56257"/>
                </a:cubicBezTo>
                <a:lnTo>
                  <a:pt x="140419" y="64562"/>
                </a:lnTo>
                <a:cubicBezTo>
                  <a:pt x="140107" y="66839"/>
                  <a:pt x="139660" y="69116"/>
                  <a:pt x="139080" y="71348"/>
                </a:cubicBezTo>
                <a:cubicBezTo>
                  <a:pt x="138499" y="73581"/>
                  <a:pt x="137696" y="75813"/>
                  <a:pt x="136847" y="77912"/>
                </a:cubicBezTo>
                <a:lnTo>
                  <a:pt x="147251" y="93538"/>
                </a:lnTo>
                <a:cubicBezTo>
                  <a:pt x="150376" y="98227"/>
                  <a:pt x="149751" y="104433"/>
                  <a:pt x="145777" y="108406"/>
                </a:cubicBezTo>
                <a:lnTo>
                  <a:pt x="137205" y="116979"/>
                </a:lnTo>
                <a:cubicBezTo>
                  <a:pt x="133231" y="120953"/>
                  <a:pt x="127025" y="121578"/>
                  <a:pt x="122337" y="118452"/>
                </a:cubicBezTo>
                <a:lnTo>
                  <a:pt x="106710" y="108049"/>
                </a:lnTo>
                <a:cubicBezTo>
                  <a:pt x="102468" y="109791"/>
                  <a:pt x="97959" y="111041"/>
                  <a:pt x="93360" y="111666"/>
                </a:cubicBezTo>
                <a:lnTo>
                  <a:pt x="85055" y="128454"/>
                </a:lnTo>
                <a:cubicBezTo>
                  <a:pt x="82555" y="133499"/>
                  <a:pt x="76840" y="136044"/>
                  <a:pt x="71438" y="134615"/>
                </a:cubicBezTo>
                <a:lnTo>
                  <a:pt x="59740" y="131490"/>
                </a:lnTo>
                <a:cubicBezTo>
                  <a:pt x="54293" y="130016"/>
                  <a:pt x="50676" y="124926"/>
                  <a:pt x="51033" y="119345"/>
                </a:cubicBezTo>
                <a:lnTo>
                  <a:pt x="52239" y="100638"/>
                </a:lnTo>
                <a:cubicBezTo>
                  <a:pt x="48533" y="97780"/>
                  <a:pt x="45274" y="94476"/>
                  <a:pt x="42461" y="90815"/>
                </a:cubicBezTo>
                <a:lnTo>
                  <a:pt x="23708" y="92020"/>
                </a:lnTo>
                <a:cubicBezTo>
                  <a:pt x="18127" y="92378"/>
                  <a:pt x="13037" y="88716"/>
                  <a:pt x="11564" y="83314"/>
                </a:cubicBezTo>
                <a:lnTo>
                  <a:pt x="8439" y="71616"/>
                </a:lnTo>
                <a:cubicBezTo>
                  <a:pt x="7010" y="66214"/>
                  <a:pt x="9555" y="60499"/>
                  <a:pt x="14600" y="57998"/>
                </a:cubicBezTo>
                <a:lnTo>
                  <a:pt x="31433" y="49694"/>
                </a:lnTo>
                <a:cubicBezTo>
                  <a:pt x="31745" y="47417"/>
                  <a:pt x="32192" y="45184"/>
                  <a:pt x="32772" y="42907"/>
                </a:cubicBezTo>
                <a:cubicBezTo>
                  <a:pt x="33397" y="40630"/>
                  <a:pt x="34111" y="38442"/>
                  <a:pt x="35004" y="36344"/>
                </a:cubicBezTo>
                <a:lnTo>
                  <a:pt x="24601" y="20762"/>
                </a:lnTo>
                <a:cubicBezTo>
                  <a:pt x="21476" y="16073"/>
                  <a:pt x="22101" y="9867"/>
                  <a:pt x="26075" y="5894"/>
                </a:cubicBezTo>
                <a:lnTo>
                  <a:pt x="34647" y="-2679"/>
                </a:lnTo>
                <a:cubicBezTo>
                  <a:pt x="38621" y="-6653"/>
                  <a:pt x="44827" y="-7278"/>
                  <a:pt x="49515" y="-4152"/>
                </a:cubicBezTo>
                <a:lnTo>
                  <a:pt x="65142" y="6251"/>
                </a:lnTo>
                <a:cubicBezTo>
                  <a:pt x="69384" y="4509"/>
                  <a:pt x="73893" y="3259"/>
                  <a:pt x="78492" y="2634"/>
                </a:cubicBezTo>
                <a:lnTo>
                  <a:pt x="86797" y="-14154"/>
                </a:lnTo>
                <a:cubicBezTo>
                  <a:pt x="89297" y="-19199"/>
                  <a:pt x="94967" y="-21744"/>
                  <a:pt x="100414" y="-20315"/>
                </a:cubicBezTo>
                <a:close/>
                <a:moveTo>
                  <a:pt x="85904" y="37505"/>
                </a:moveTo>
                <a:cubicBezTo>
                  <a:pt x="75061" y="37505"/>
                  <a:pt x="66258" y="46307"/>
                  <a:pt x="66258" y="57150"/>
                </a:cubicBezTo>
                <a:cubicBezTo>
                  <a:pt x="66258" y="67993"/>
                  <a:pt x="75061" y="76795"/>
                  <a:pt x="85904" y="76795"/>
                </a:cubicBezTo>
                <a:cubicBezTo>
                  <a:pt x="96746" y="76795"/>
                  <a:pt x="105549" y="67993"/>
                  <a:pt x="105549" y="57150"/>
                </a:cubicBezTo>
                <a:cubicBezTo>
                  <a:pt x="105549" y="46307"/>
                  <a:pt x="96746" y="37505"/>
                  <a:pt x="85904" y="37505"/>
                </a:cubicBez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420100" y="1543050"/>
            <a:ext cx="1362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Design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039100" y="1962150"/>
            <a:ext cx="3562350" cy="2152650"/>
          </a:xfrm>
          <a:custGeom>
            <a:avLst/>
            <a:gdLst/>
            <a:ahLst/>
            <a:cxnLst/>
            <a:rect l="l" t="t" r="r" b="b"/>
            <a:pathLst>
              <a:path w="3562350" h="2152650">
                <a:moveTo>
                  <a:pt x="38100" y="0"/>
                </a:moveTo>
                <a:lnTo>
                  <a:pt x="3448044" y="0"/>
                </a:lnTo>
                <a:cubicBezTo>
                  <a:pt x="3511174" y="0"/>
                  <a:pt x="3562350" y="51176"/>
                  <a:pt x="3562350" y="114306"/>
                </a:cubicBezTo>
                <a:lnTo>
                  <a:pt x="3562350" y="2038344"/>
                </a:lnTo>
                <a:cubicBezTo>
                  <a:pt x="3562350" y="2101474"/>
                  <a:pt x="3511174" y="2152650"/>
                  <a:pt x="3448044" y="2152650"/>
                </a:cubicBezTo>
                <a:lnTo>
                  <a:pt x="38100" y="2152650"/>
                </a:lnTo>
                <a:cubicBezTo>
                  <a:pt x="17072" y="2152650"/>
                  <a:pt x="0" y="2135578"/>
                  <a:pt x="0" y="2114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8039100" y="1962150"/>
            <a:ext cx="38100" cy="2152650"/>
          </a:xfrm>
          <a:custGeom>
            <a:avLst/>
            <a:gdLst/>
            <a:ahLst/>
            <a:cxnLst/>
            <a:rect l="l" t="t" r="r" b="b"/>
            <a:pathLst>
              <a:path w="38100" h="2152650">
                <a:moveTo>
                  <a:pt x="38100" y="0"/>
                </a:moveTo>
                <a:lnTo>
                  <a:pt x="38100" y="0"/>
                </a:lnTo>
                <a:lnTo>
                  <a:pt x="38100" y="2152650"/>
                </a:lnTo>
                <a:lnTo>
                  <a:pt x="38100" y="2152650"/>
                </a:lnTo>
                <a:cubicBezTo>
                  <a:pt x="17072" y="2152650"/>
                  <a:pt x="0" y="2135578"/>
                  <a:pt x="0" y="2114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210550" y="2114550"/>
            <a:ext cx="33147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Senior developers need </a:t>
            </a:r>
            <a:r>
              <a:rPr lang="en-US" sz="1200" b="1" dirty="0">
                <a:solidFill>
                  <a:srgbClr val="4A9EFF"/>
                </a:solidFill>
                <a:highlight>
                  <a:srgbClr val="4A9EFF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 knowledge </a:t>
            </a: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architect scalable, maintainable applications.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237934" y="30003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8453438" y="2971800"/>
            <a:ext cx="1009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 design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237934" y="32670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8453438" y="3238500"/>
            <a:ext cx="981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 architecture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237934" y="35337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8453438" y="3505200"/>
            <a:ext cx="1114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Caching strategies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237934" y="38004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8453438" y="3771900"/>
            <a:ext cx="1019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Message queues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7815263" y="4519613"/>
            <a:ext cx="3990975" cy="2295525"/>
          </a:xfrm>
          <a:custGeom>
            <a:avLst/>
            <a:gdLst/>
            <a:ahLst/>
            <a:cxnLst/>
            <a:rect l="l" t="t" r="r" b="b"/>
            <a:pathLst>
              <a:path w="3990975" h="2295525">
                <a:moveTo>
                  <a:pt x="114294" y="0"/>
                </a:moveTo>
                <a:lnTo>
                  <a:pt x="3876681" y="0"/>
                </a:lnTo>
                <a:cubicBezTo>
                  <a:pt x="3939804" y="0"/>
                  <a:pt x="3990975" y="51171"/>
                  <a:pt x="3990975" y="114294"/>
                </a:cubicBezTo>
                <a:lnTo>
                  <a:pt x="3990975" y="2181231"/>
                </a:lnTo>
                <a:cubicBezTo>
                  <a:pt x="3990975" y="2244354"/>
                  <a:pt x="3939804" y="2295525"/>
                  <a:pt x="3876681" y="2295525"/>
                </a:cubicBezTo>
                <a:lnTo>
                  <a:pt x="114294" y="2295525"/>
                </a:lnTo>
                <a:cubicBezTo>
                  <a:pt x="51171" y="2295525"/>
                  <a:pt x="0" y="2244354"/>
                  <a:pt x="0" y="2181231"/>
                </a:cubicBezTo>
                <a:lnTo>
                  <a:pt x="0" y="114294"/>
                </a:lnTo>
                <a:cubicBezTo>
                  <a:pt x="0" y="51214"/>
                  <a:pt x="51214" y="0"/>
                  <a:pt x="114294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DE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8010525" y="4714875"/>
            <a:ext cx="3686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These Skills Matter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023622" y="517207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03640" y="-6329"/>
                </a:moveTo>
                <a:cubicBezTo>
                  <a:pt x="102267" y="-9008"/>
                  <a:pt x="99488" y="-10716"/>
                  <a:pt x="96474" y="-10716"/>
                </a:cubicBezTo>
                <a:cubicBezTo>
                  <a:pt x="93460" y="-10716"/>
                  <a:pt x="90681" y="-9008"/>
                  <a:pt x="89308" y="-6329"/>
                </a:cubicBezTo>
                <a:lnTo>
                  <a:pt x="64662" y="41958"/>
                </a:lnTo>
                <a:lnTo>
                  <a:pt x="11117" y="50464"/>
                </a:lnTo>
                <a:cubicBezTo>
                  <a:pt x="8137" y="50933"/>
                  <a:pt x="5659" y="53042"/>
                  <a:pt x="4722" y="55922"/>
                </a:cubicBezTo>
                <a:cubicBezTo>
                  <a:pt x="3784" y="58802"/>
                  <a:pt x="4554" y="61950"/>
                  <a:pt x="6664" y="64093"/>
                </a:cubicBezTo>
                <a:lnTo>
                  <a:pt x="44972" y="102435"/>
                </a:lnTo>
                <a:lnTo>
                  <a:pt x="36534" y="155979"/>
                </a:lnTo>
                <a:cubicBezTo>
                  <a:pt x="36065" y="158960"/>
                  <a:pt x="37304" y="161973"/>
                  <a:pt x="39748" y="163748"/>
                </a:cubicBezTo>
                <a:cubicBezTo>
                  <a:pt x="42193" y="165523"/>
                  <a:pt x="45407" y="165791"/>
                  <a:pt x="48120" y="164418"/>
                </a:cubicBezTo>
                <a:lnTo>
                  <a:pt x="96474" y="139839"/>
                </a:lnTo>
                <a:lnTo>
                  <a:pt x="144795" y="164418"/>
                </a:lnTo>
                <a:cubicBezTo>
                  <a:pt x="147474" y="165791"/>
                  <a:pt x="150722" y="165523"/>
                  <a:pt x="153166" y="163748"/>
                </a:cubicBezTo>
                <a:cubicBezTo>
                  <a:pt x="155611" y="161973"/>
                  <a:pt x="156850" y="158993"/>
                  <a:pt x="156381" y="155979"/>
                </a:cubicBezTo>
                <a:lnTo>
                  <a:pt x="147909" y="102435"/>
                </a:lnTo>
                <a:lnTo>
                  <a:pt x="186217" y="64093"/>
                </a:lnTo>
                <a:cubicBezTo>
                  <a:pt x="188361" y="61950"/>
                  <a:pt x="189097" y="58802"/>
                  <a:pt x="188160" y="55922"/>
                </a:cubicBezTo>
                <a:cubicBezTo>
                  <a:pt x="187222" y="53042"/>
                  <a:pt x="184778" y="50933"/>
                  <a:pt x="181764" y="50464"/>
                </a:cubicBezTo>
                <a:lnTo>
                  <a:pt x="128253" y="41958"/>
                </a:lnTo>
                <a:lnTo>
                  <a:pt x="103640" y="-6329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8339137" y="5133975"/>
            <a:ext cx="1628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339137" y="5362575"/>
            <a:ext cx="161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 fast, efficient systems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023622" y="570547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03640" y="-6329"/>
                </a:moveTo>
                <a:cubicBezTo>
                  <a:pt x="102267" y="-9008"/>
                  <a:pt x="99488" y="-10716"/>
                  <a:pt x="96474" y="-10716"/>
                </a:cubicBezTo>
                <a:cubicBezTo>
                  <a:pt x="93460" y="-10716"/>
                  <a:pt x="90681" y="-9008"/>
                  <a:pt x="89308" y="-6329"/>
                </a:cubicBezTo>
                <a:lnTo>
                  <a:pt x="64662" y="41958"/>
                </a:lnTo>
                <a:lnTo>
                  <a:pt x="11117" y="50464"/>
                </a:lnTo>
                <a:cubicBezTo>
                  <a:pt x="8137" y="50933"/>
                  <a:pt x="5659" y="53042"/>
                  <a:pt x="4722" y="55922"/>
                </a:cubicBezTo>
                <a:cubicBezTo>
                  <a:pt x="3784" y="58802"/>
                  <a:pt x="4554" y="61950"/>
                  <a:pt x="6664" y="64093"/>
                </a:cubicBezTo>
                <a:lnTo>
                  <a:pt x="44972" y="102435"/>
                </a:lnTo>
                <a:lnTo>
                  <a:pt x="36534" y="155979"/>
                </a:lnTo>
                <a:cubicBezTo>
                  <a:pt x="36065" y="158960"/>
                  <a:pt x="37304" y="161973"/>
                  <a:pt x="39748" y="163748"/>
                </a:cubicBezTo>
                <a:cubicBezTo>
                  <a:pt x="42193" y="165523"/>
                  <a:pt x="45407" y="165791"/>
                  <a:pt x="48120" y="164418"/>
                </a:cubicBezTo>
                <a:lnTo>
                  <a:pt x="96474" y="139839"/>
                </a:lnTo>
                <a:lnTo>
                  <a:pt x="144795" y="164418"/>
                </a:lnTo>
                <a:cubicBezTo>
                  <a:pt x="147474" y="165791"/>
                  <a:pt x="150722" y="165523"/>
                  <a:pt x="153166" y="163748"/>
                </a:cubicBezTo>
                <a:cubicBezTo>
                  <a:pt x="155611" y="161973"/>
                  <a:pt x="156850" y="158993"/>
                  <a:pt x="156381" y="155979"/>
                </a:cubicBezTo>
                <a:lnTo>
                  <a:pt x="147909" y="102435"/>
                </a:lnTo>
                <a:lnTo>
                  <a:pt x="186217" y="64093"/>
                </a:lnTo>
                <a:cubicBezTo>
                  <a:pt x="188361" y="61950"/>
                  <a:pt x="189097" y="58802"/>
                  <a:pt x="188160" y="55922"/>
                </a:cubicBezTo>
                <a:cubicBezTo>
                  <a:pt x="187222" y="53042"/>
                  <a:pt x="184778" y="50933"/>
                  <a:pt x="181764" y="50464"/>
                </a:cubicBezTo>
                <a:lnTo>
                  <a:pt x="128253" y="41958"/>
                </a:lnTo>
                <a:lnTo>
                  <a:pt x="103640" y="-6329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8339137" y="5667375"/>
            <a:ext cx="175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Reliability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339137" y="5895975"/>
            <a:ext cx="1743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Handle edge cases gracefully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8023622" y="623887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03640" y="-6329"/>
                </a:moveTo>
                <a:cubicBezTo>
                  <a:pt x="102267" y="-9008"/>
                  <a:pt x="99488" y="-10716"/>
                  <a:pt x="96474" y="-10716"/>
                </a:cubicBezTo>
                <a:cubicBezTo>
                  <a:pt x="93460" y="-10716"/>
                  <a:pt x="90681" y="-9008"/>
                  <a:pt x="89308" y="-6329"/>
                </a:cubicBezTo>
                <a:lnTo>
                  <a:pt x="64662" y="41958"/>
                </a:lnTo>
                <a:lnTo>
                  <a:pt x="11117" y="50464"/>
                </a:lnTo>
                <a:cubicBezTo>
                  <a:pt x="8137" y="50933"/>
                  <a:pt x="5659" y="53042"/>
                  <a:pt x="4722" y="55922"/>
                </a:cubicBezTo>
                <a:cubicBezTo>
                  <a:pt x="3784" y="58802"/>
                  <a:pt x="4554" y="61950"/>
                  <a:pt x="6664" y="64093"/>
                </a:cubicBezTo>
                <a:lnTo>
                  <a:pt x="44972" y="102435"/>
                </a:lnTo>
                <a:lnTo>
                  <a:pt x="36534" y="155979"/>
                </a:lnTo>
                <a:cubicBezTo>
                  <a:pt x="36065" y="158960"/>
                  <a:pt x="37304" y="161973"/>
                  <a:pt x="39748" y="163748"/>
                </a:cubicBezTo>
                <a:cubicBezTo>
                  <a:pt x="42193" y="165523"/>
                  <a:pt x="45407" y="165791"/>
                  <a:pt x="48120" y="164418"/>
                </a:cubicBezTo>
                <a:lnTo>
                  <a:pt x="96474" y="139839"/>
                </a:lnTo>
                <a:lnTo>
                  <a:pt x="144795" y="164418"/>
                </a:lnTo>
                <a:cubicBezTo>
                  <a:pt x="147474" y="165791"/>
                  <a:pt x="150722" y="165523"/>
                  <a:pt x="153166" y="163748"/>
                </a:cubicBezTo>
                <a:cubicBezTo>
                  <a:pt x="155611" y="161973"/>
                  <a:pt x="156850" y="158993"/>
                  <a:pt x="156381" y="155979"/>
                </a:cubicBezTo>
                <a:lnTo>
                  <a:pt x="147909" y="102435"/>
                </a:lnTo>
                <a:lnTo>
                  <a:pt x="186217" y="64093"/>
                </a:lnTo>
                <a:cubicBezTo>
                  <a:pt x="188361" y="61950"/>
                  <a:pt x="189097" y="58802"/>
                  <a:pt x="188160" y="55922"/>
                </a:cubicBezTo>
                <a:cubicBezTo>
                  <a:pt x="187222" y="53042"/>
                  <a:pt x="184778" y="50933"/>
                  <a:pt x="181764" y="50464"/>
                </a:cubicBezTo>
                <a:lnTo>
                  <a:pt x="128253" y="41958"/>
                </a:lnTo>
                <a:lnTo>
                  <a:pt x="103640" y="-6329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8339137" y="6200775"/>
            <a:ext cx="1476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Scalability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8339137" y="6429375"/>
            <a:ext cx="1466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Grow with user demand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4e13b69a5c928db456a80d142568c8d48e522d07.jpg"/>
          <p:cNvPicPr>
            <a:picLocks noChangeAspect="1"/>
          </p:cNvPicPr>
          <p:nvPr/>
        </p:nvPicPr>
        <p:blipFill>
          <a:blip r:embed="rId3">
            <a:alphaModFix amt="40000"/>
          </a:blip>
          <a:srcRect l="20111" r="2011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4A9EFF">
                  <a:alpha val="3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4978673" y="166688"/>
            <a:ext cx="2238375" cy="504825"/>
          </a:xfrm>
          <a:custGeom>
            <a:avLst/>
            <a:gdLst/>
            <a:ahLst/>
            <a:cxnLst/>
            <a:rect l="l" t="t" r="r" b="b"/>
            <a:pathLst>
              <a:path w="2238375" h="504825">
                <a:moveTo>
                  <a:pt x="114302" y="0"/>
                </a:moveTo>
                <a:lnTo>
                  <a:pt x="2124073" y="0"/>
                </a:lnTo>
                <a:cubicBezTo>
                  <a:pt x="2187200" y="0"/>
                  <a:pt x="2238375" y="51175"/>
                  <a:pt x="2238375" y="114302"/>
                </a:cubicBezTo>
                <a:lnTo>
                  <a:pt x="2238375" y="390523"/>
                </a:lnTo>
                <a:cubicBezTo>
                  <a:pt x="2238375" y="453650"/>
                  <a:pt x="2187200" y="504825"/>
                  <a:pt x="2124073" y="504825"/>
                </a:cubicBezTo>
                <a:lnTo>
                  <a:pt x="114302" y="504825"/>
                </a:lnTo>
                <a:cubicBezTo>
                  <a:pt x="51175" y="504825"/>
                  <a:pt x="0" y="453650"/>
                  <a:pt x="0" y="390523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 w="12700">
            <a:solidFill>
              <a:srgbClr val="4A9E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164410" y="280988"/>
            <a:ext cx="1863105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kern="0" spc="75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YOU'VE GOT THIS!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266950" y="904875"/>
            <a:ext cx="76581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Ready for Your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Interview?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381250" y="2847975"/>
            <a:ext cx="7429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5F6B7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Master these concepts and you'll stand out in any Node.js interview. Keep practicing, keep building!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833563" y="4281488"/>
            <a:ext cx="2686050" cy="1762125"/>
          </a:xfrm>
          <a:custGeom>
            <a:avLst/>
            <a:gdLst/>
            <a:ahLst/>
            <a:cxnLst/>
            <a:rect l="l" t="t" r="r" b="b"/>
            <a:pathLst>
              <a:path w="2686050" h="1762125">
                <a:moveTo>
                  <a:pt x="152406" y="0"/>
                </a:moveTo>
                <a:lnTo>
                  <a:pt x="2533644" y="0"/>
                </a:lnTo>
                <a:cubicBezTo>
                  <a:pt x="2617815" y="0"/>
                  <a:pt x="2686050" y="68235"/>
                  <a:pt x="2686050" y="152406"/>
                </a:cubicBezTo>
                <a:lnTo>
                  <a:pt x="2686050" y="1609719"/>
                </a:lnTo>
                <a:cubicBezTo>
                  <a:pt x="2686050" y="1693890"/>
                  <a:pt x="2617815" y="1762125"/>
                  <a:pt x="2533644" y="1762125"/>
                </a:cubicBezTo>
                <a:lnTo>
                  <a:pt x="152406" y="1762125"/>
                </a:lnTo>
                <a:cubicBezTo>
                  <a:pt x="68235" y="1762125"/>
                  <a:pt x="0" y="1693890"/>
                  <a:pt x="0" y="1609719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gradFill flip="none" rotWithShape="1">
            <a:gsLst>
              <a:gs pos="0">
                <a:srgbClr val="4A9EF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9EF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003500" y="451485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50" y="101798"/>
                </a:moveTo>
                <a:cubicBezTo>
                  <a:pt x="203978" y="101798"/>
                  <a:pt x="230386" y="75390"/>
                  <a:pt x="230386" y="42863"/>
                </a:cubicBezTo>
                <a:cubicBezTo>
                  <a:pt x="230386" y="10335"/>
                  <a:pt x="203978" y="-16073"/>
                  <a:pt x="171450" y="-16073"/>
                </a:cubicBezTo>
                <a:cubicBezTo>
                  <a:pt x="138922" y="-16073"/>
                  <a:pt x="112514" y="10335"/>
                  <a:pt x="112514" y="42862"/>
                </a:cubicBezTo>
                <a:cubicBezTo>
                  <a:pt x="112514" y="75390"/>
                  <a:pt x="138922" y="101798"/>
                  <a:pt x="171450" y="101798"/>
                </a:cubicBezTo>
                <a:close/>
                <a:moveTo>
                  <a:pt x="171450" y="301846"/>
                </a:moveTo>
                <a:lnTo>
                  <a:pt x="171450" y="201856"/>
                </a:lnTo>
                <a:cubicBezTo>
                  <a:pt x="182367" y="197301"/>
                  <a:pt x="193484" y="192680"/>
                  <a:pt x="204735" y="187992"/>
                </a:cubicBezTo>
                <a:cubicBezTo>
                  <a:pt x="230855" y="177143"/>
                  <a:pt x="258849" y="171517"/>
                  <a:pt x="287179" y="171517"/>
                </a:cubicBezTo>
                <a:lnTo>
                  <a:pt x="300037" y="171517"/>
                </a:lnTo>
                <a:lnTo>
                  <a:pt x="300037" y="278673"/>
                </a:lnTo>
                <a:lnTo>
                  <a:pt x="287179" y="278673"/>
                </a:lnTo>
                <a:cubicBezTo>
                  <a:pt x="247598" y="278673"/>
                  <a:pt x="208352" y="286509"/>
                  <a:pt x="171785" y="301779"/>
                </a:cubicBezTo>
                <a:lnTo>
                  <a:pt x="171450" y="301913"/>
                </a:lnTo>
                <a:close/>
                <a:moveTo>
                  <a:pt x="171450" y="155377"/>
                </a:moveTo>
                <a:lnTo>
                  <a:pt x="154640" y="148344"/>
                </a:lnTo>
                <a:cubicBezTo>
                  <a:pt x="123297" y="135285"/>
                  <a:pt x="89676" y="128588"/>
                  <a:pt x="55721" y="128588"/>
                </a:cubicBezTo>
                <a:lnTo>
                  <a:pt x="32147" y="128588"/>
                </a:lnTo>
                <a:cubicBezTo>
                  <a:pt x="14399" y="128588"/>
                  <a:pt x="0" y="142987"/>
                  <a:pt x="0" y="160734"/>
                </a:cubicBezTo>
                <a:lnTo>
                  <a:pt x="0" y="289322"/>
                </a:lnTo>
                <a:cubicBezTo>
                  <a:pt x="0" y="307070"/>
                  <a:pt x="14399" y="321469"/>
                  <a:pt x="32147" y="321469"/>
                </a:cubicBezTo>
                <a:lnTo>
                  <a:pt x="55721" y="321469"/>
                </a:lnTo>
                <a:cubicBezTo>
                  <a:pt x="89676" y="321469"/>
                  <a:pt x="123297" y="328166"/>
                  <a:pt x="154640" y="341226"/>
                </a:cubicBezTo>
                <a:lnTo>
                  <a:pt x="163212" y="344775"/>
                </a:lnTo>
                <a:cubicBezTo>
                  <a:pt x="168503" y="346985"/>
                  <a:pt x="174397" y="346985"/>
                  <a:pt x="179688" y="344775"/>
                </a:cubicBezTo>
                <a:lnTo>
                  <a:pt x="188260" y="341226"/>
                </a:lnTo>
                <a:cubicBezTo>
                  <a:pt x="219603" y="328166"/>
                  <a:pt x="253224" y="321469"/>
                  <a:pt x="287179" y="321469"/>
                </a:cubicBezTo>
                <a:lnTo>
                  <a:pt x="310753" y="321469"/>
                </a:lnTo>
                <a:cubicBezTo>
                  <a:pt x="328501" y="321469"/>
                  <a:pt x="342900" y="307070"/>
                  <a:pt x="342900" y="289322"/>
                </a:cubicBezTo>
                <a:lnTo>
                  <a:pt x="342900" y="160734"/>
                </a:lnTo>
                <a:cubicBezTo>
                  <a:pt x="342900" y="142987"/>
                  <a:pt x="328501" y="128587"/>
                  <a:pt x="310753" y="128587"/>
                </a:cubicBezTo>
                <a:lnTo>
                  <a:pt x="287179" y="128587"/>
                </a:lnTo>
                <a:cubicBezTo>
                  <a:pt x="253224" y="128587"/>
                  <a:pt x="219603" y="135285"/>
                  <a:pt x="188260" y="148344"/>
                </a:cubicBezTo>
                <a:lnTo>
                  <a:pt x="171450" y="155377"/>
                </a:ln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2019300" y="5010150"/>
            <a:ext cx="2314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Keep Learning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028825" y="5353050"/>
            <a:ext cx="22955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Stay updated with latest Node.js features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754538" y="4281488"/>
            <a:ext cx="2686050" cy="1762125"/>
          </a:xfrm>
          <a:custGeom>
            <a:avLst/>
            <a:gdLst/>
            <a:ahLst/>
            <a:cxnLst/>
            <a:rect l="l" t="t" r="r" b="b"/>
            <a:pathLst>
              <a:path w="2686050" h="1762125">
                <a:moveTo>
                  <a:pt x="152406" y="0"/>
                </a:moveTo>
                <a:lnTo>
                  <a:pt x="2533644" y="0"/>
                </a:lnTo>
                <a:cubicBezTo>
                  <a:pt x="2617815" y="0"/>
                  <a:pt x="2686050" y="68235"/>
                  <a:pt x="2686050" y="152406"/>
                </a:cubicBezTo>
                <a:lnTo>
                  <a:pt x="2686050" y="1609719"/>
                </a:lnTo>
                <a:cubicBezTo>
                  <a:pt x="2686050" y="1693890"/>
                  <a:pt x="2617815" y="1762125"/>
                  <a:pt x="2533644" y="1762125"/>
                </a:cubicBezTo>
                <a:lnTo>
                  <a:pt x="152406" y="1762125"/>
                </a:lnTo>
                <a:cubicBezTo>
                  <a:pt x="68235" y="1762125"/>
                  <a:pt x="0" y="1693890"/>
                  <a:pt x="0" y="1609719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gradFill flip="none" rotWithShape="1">
            <a:gsLst>
              <a:gs pos="0">
                <a:srgbClr val="4ADE8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903044" y="4514850"/>
            <a:ext cx="385763" cy="342900"/>
          </a:xfrm>
          <a:custGeom>
            <a:avLst/>
            <a:gdLst/>
            <a:ahLst/>
            <a:cxnLst/>
            <a:rect l="l" t="t" r="r" b="b"/>
            <a:pathLst>
              <a:path w="385763" h="342900">
                <a:moveTo>
                  <a:pt x="241637" y="804"/>
                </a:moveTo>
                <a:cubicBezTo>
                  <a:pt x="230252" y="-2478"/>
                  <a:pt x="218398" y="4152"/>
                  <a:pt x="215116" y="15538"/>
                </a:cubicBezTo>
                <a:lnTo>
                  <a:pt x="129391" y="315575"/>
                </a:lnTo>
                <a:cubicBezTo>
                  <a:pt x="126110" y="326961"/>
                  <a:pt x="132740" y="338815"/>
                  <a:pt x="144125" y="342096"/>
                </a:cubicBezTo>
                <a:cubicBezTo>
                  <a:pt x="155511" y="345378"/>
                  <a:pt x="167365" y="338748"/>
                  <a:pt x="170646" y="327362"/>
                </a:cubicBezTo>
                <a:lnTo>
                  <a:pt x="256371" y="27325"/>
                </a:lnTo>
                <a:cubicBezTo>
                  <a:pt x="259653" y="15939"/>
                  <a:pt x="253023" y="4085"/>
                  <a:pt x="241637" y="804"/>
                </a:cubicBezTo>
                <a:close/>
                <a:moveTo>
                  <a:pt x="284902" y="91953"/>
                </a:moveTo>
                <a:cubicBezTo>
                  <a:pt x="276530" y="100325"/>
                  <a:pt x="276530" y="113920"/>
                  <a:pt x="284902" y="122292"/>
                </a:cubicBezTo>
                <a:lnTo>
                  <a:pt x="334060" y="171450"/>
                </a:lnTo>
                <a:lnTo>
                  <a:pt x="284902" y="220608"/>
                </a:lnTo>
                <a:cubicBezTo>
                  <a:pt x="276530" y="228980"/>
                  <a:pt x="276530" y="242575"/>
                  <a:pt x="284902" y="250947"/>
                </a:cubicBezTo>
                <a:cubicBezTo>
                  <a:pt x="293273" y="259318"/>
                  <a:pt x="306869" y="259318"/>
                  <a:pt x="315240" y="250947"/>
                </a:cubicBezTo>
                <a:lnTo>
                  <a:pt x="379534" y="186653"/>
                </a:lnTo>
                <a:cubicBezTo>
                  <a:pt x="387906" y="178281"/>
                  <a:pt x="387906" y="164686"/>
                  <a:pt x="379534" y="156314"/>
                </a:cubicBezTo>
                <a:lnTo>
                  <a:pt x="315240" y="92020"/>
                </a:lnTo>
                <a:cubicBezTo>
                  <a:pt x="306869" y="83649"/>
                  <a:pt x="293273" y="83649"/>
                  <a:pt x="284902" y="92020"/>
                </a:cubicBezTo>
                <a:close/>
                <a:moveTo>
                  <a:pt x="100928" y="91953"/>
                </a:moveTo>
                <a:cubicBezTo>
                  <a:pt x="92556" y="83582"/>
                  <a:pt x="78961" y="83582"/>
                  <a:pt x="70589" y="91953"/>
                </a:cubicBezTo>
                <a:lnTo>
                  <a:pt x="6295" y="156247"/>
                </a:lnTo>
                <a:cubicBezTo>
                  <a:pt x="-2076" y="164619"/>
                  <a:pt x="-2076" y="178214"/>
                  <a:pt x="6295" y="186586"/>
                </a:cubicBezTo>
                <a:lnTo>
                  <a:pt x="70589" y="250880"/>
                </a:lnTo>
                <a:cubicBezTo>
                  <a:pt x="78961" y="259251"/>
                  <a:pt x="92556" y="259251"/>
                  <a:pt x="100928" y="250880"/>
                </a:cubicBezTo>
                <a:cubicBezTo>
                  <a:pt x="109299" y="242508"/>
                  <a:pt x="109299" y="228913"/>
                  <a:pt x="100928" y="220541"/>
                </a:cubicBezTo>
                <a:lnTo>
                  <a:pt x="51770" y="171450"/>
                </a:lnTo>
                <a:lnTo>
                  <a:pt x="100861" y="122292"/>
                </a:lnTo>
                <a:cubicBezTo>
                  <a:pt x="109232" y="113920"/>
                  <a:pt x="109232" y="100325"/>
                  <a:pt x="100861" y="91953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940275" y="5010150"/>
            <a:ext cx="2314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Keep Building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949800" y="5353050"/>
            <a:ext cx="2295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Practice with real-world projects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75513" y="4281488"/>
            <a:ext cx="2686050" cy="1762125"/>
          </a:xfrm>
          <a:custGeom>
            <a:avLst/>
            <a:gdLst/>
            <a:ahLst/>
            <a:cxnLst/>
            <a:rect l="l" t="t" r="r" b="b"/>
            <a:pathLst>
              <a:path w="2686050" h="1762125">
                <a:moveTo>
                  <a:pt x="152406" y="0"/>
                </a:moveTo>
                <a:lnTo>
                  <a:pt x="2533644" y="0"/>
                </a:lnTo>
                <a:cubicBezTo>
                  <a:pt x="2617815" y="0"/>
                  <a:pt x="2686050" y="68235"/>
                  <a:pt x="2686050" y="152406"/>
                </a:cubicBezTo>
                <a:lnTo>
                  <a:pt x="2686050" y="1609719"/>
                </a:lnTo>
                <a:cubicBezTo>
                  <a:pt x="2686050" y="1693890"/>
                  <a:pt x="2617815" y="1762125"/>
                  <a:pt x="2533644" y="1762125"/>
                </a:cubicBezTo>
                <a:lnTo>
                  <a:pt x="152406" y="1762125"/>
                </a:lnTo>
                <a:cubicBezTo>
                  <a:pt x="68235" y="1762125"/>
                  <a:pt x="0" y="1693890"/>
                  <a:pt x="0" y="1609719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gradFill flip="none" rotWithShape="1">
            <a:gsLst>
              <a:gs pos="0">
                <a:srgbClr val="4A9EF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9EF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8802588" y="4514850"/>
            <a:ext cx="428625" cy="342900"/>
          </a:xfrm>
          <a:custGeom>
            <a:avLst/>
            <a:gdLst/>
            <a:ahLst/>
            <a:cxnLst/>
            <a:rect l="l" t="t" r="r" b="b"/>
            <a:pathLst>
              <a:path w="428625" h="342900">
                <a:moveTo>
                  <a:pt x="214313" y="10716"/>
                </a:moveTo>
                <a:cubicBezTo>
                  <a:pt x="252754" y="10716"/>
                  <a:pt x="283964" y="41925"/>
                  <a:pt x="283964" y="80367"/>
                </a:cubicBezTo>
                <a:cubicBezTo>
                  <a:pt x="283964" y="118809"/>
                  <a:pt x="252754" y="150019"/>
                  <a:pt x="214313" y="150019"/>
                </a:cubicBezTo>
                <a:cubicBezTo>
                  <a:pt x="175871" y="150019"/>
                  <a:pt x="144661" y="118809"/>
                  <a:pt x="144661" y="80367"/>
                </a:cubicBezTo>
                <a:cubicBezTo>
                  <a:pt x="144661" y="41925"/>
                  <a:pt x="175871" y="10716"/>
                  <a:pt x="214313" y="10716"/>
                </a:cubicBezTo>
                <a:close/>
                <a:moveTo>
                  <a:pt x="64294" y="58936"/>
                </a:moveTo>
                <a:cubicBezTo>
                  <a:pt x="90907" y="58936"/>
                  <a:pt x="112514" y="80543"/>
                  <a:pt x="112514" y="107156"/>
                </a:cubicBezTo>
                <a:cubicBezTo>
                  <a:pt x="112514" y="133770"/>
                  <a:pt x="90907" y="155377"/>
                  <a:pt x="64294" y="155377"/>
                </a:cubicBezTo>
                <a:cubicBezTo>
                  <a:pt x="37680" y="155377"/>
                  <a:pt x="16073" y="133770"/>
                  <a:pt x="16073" y="107156"/>
                </a:cubicBezTo>
                <a:cubicBezTo>
                  <a:pt x="16073" y="80543"/>
                  <a:pt x="37680" y="58936"/>
                  <a:pt x="64294" y="58936"/>
                </a:cubicBezTo>
                <a:close/>
                <a:moveTo>
                  <a:pt x="0" y="278606"/>
                </a:moveTo>
                <a:cubicBezTo>
                  <a:pt x="0" y="231257"/>
                  <a:pt x="38375" y="192881"/>
                  <a:pt x="85725" y="192881"/>
                </a:cubicBezTo>
                <a:cubicBezTo>
                  <a:pt x="94298" y="192881"/>
                  <a:pt x="102602" y="194154"/>
                  <a:pt x="110438" y="196498"/>
                </a:cubicBezTo>
                <a:cubicBezTo>
                  <a:pt x="88404" y="221144"/>
                  <a:pt x="75009" y="253692"/>
                  <a:pt x="75009" y="289322"/>
                </a:cubicBezTo>
                <a:lnTo>
                  <a:pt x="75009" y="300038"/>
                </a:lnTo>
                <a:cubicBezTo>
                  <a:pt x="75009" y="307672"/>
                  <a:pt x="76617" y="314905"/>
                  <a:pt x="79497" y="321469"/>
                </a:cubicBezTo>
                <a:lnTo>
                  <a:pt x="21431" y="321469"/>
                </a:lnTo>
                <a:cubicBezTo>
                  <a:pt x="9577" y="321469"/>
                  <a:pt x="0" y="311892"/>
                  <a:pt x="0" y="300038"/>
                </a:cubicBezTo>
                <a:lnTo>
                  <a:pt x="0" y="278606"/>
                </a:lnTo>
                <a:close/>
                <a:moveTo>
                  <a:pt x="349128" y="321469"/>
                </a:moveTo>
                <a:cubicBezTo>
                  <a:pt x="352008" y="314905"/>
                  <a:pt x="353616" y="307672"/>
                  <a:pt x="353616" y="300038"/>
                </a:cubicBezTo>
                <a:lnTo>
                  <a:pt x="353616" y="289322"/>
                </a:lnTo>
                <a:cubicBezTo>
                  <a:pt x="353616" y="253692"/>
                  <a:pt x="340221" y="221144"/>
                  <a:pt x="318187" y="196498"/>
                </a:cubicBezTo>
                <a:cubicBezTo>
                  <a:pt x="326023" y="194154"/>
                  <a:pt x="334328" y="192881"/>
                  <a:pt x="342900" y="192881"/>
                </a:cubicBezTo>
                <a:cubicBezTo>
                  <a:pt x="390250" y="192881"/>
                  <a:pt x="428625" y="231257"/>
                  <a:pt x="428625" y="278606"/>
                </a:cubicBezTo>
                <a:lnTo>
                  <a:pt x="428625" y="300038"/>
                </a:lnTo>
                <a:cubicBezTo>
                  <a:pt x="428625" y="311892"/>
                  <a:pt x="419048" y="321469"/>
                  <a:pt x="407194" y="321469"/>
                </a:cubicBezTo>
                <a:lnTo>
                  <a:pt x="349128" y="321469"/>
                </a:lnTo>
                <a:close/>
                <a:moveTo>
                  <a:pt x="316111" y="107156"/>
                </a:moveTo>
                <a:cubicBezTo>
                  <a:pt x="316111" y="80543"/>
                  <a:pt x="337718" y="58936"/>
                  <a:pt x="364331" y="58936"/>
                </a:cubicBezTo>
                <a:cubicBezTo>
                  <a:pt x="390945" y="58936"/>
                  <a:pt x="412552" y="80543"/>
                  <a:pt x="412552" y="107156"/>
                </a:cubicBezTo>
                <a:cubicBezTo>
                  <a:pt x="412552" y="133770"/>
                  <a:pt x="390945" y="155377"/>
                  <a:pt x="364331" y="155377"/>
                </a:cubicBezTo>
                <a:cubicBezTo>
                  <a:pt x="337718" y="155377"/>
                  <a:pt x="316111" y="133770"/>
                  <a:pt x="316111" y="107156"/>
                </a:cubicBezTo>
                <a:close/>
                <a:moveTo>
                  <a:pt x="107156" y="289322"/>
                </a:moveTo>
                <a:cubicBezTo>
                  <a:pt x="107156" y="230118"/>
                  <a:pt x="155109" y="182166"/>
                  <a:pt x="214313" y="182166"/>
                </a:cubicBezTo>
                <a:cubicBezTo>
                  <a:pt x="273516" y="182166"/>
                  <a:pt x="321469" y="230118"/>
                  <a:pt x="321469" y="289322"/>
                </a:cubicBezTo>
                <a:lnTo>
                  <a:pt x="321469" y="300038"/>
                </a:lnTo>
                <a:cubicBezTo>
                  <a:pt x="321469" y="311892"/>
                  <a:pt x="311892" y="321469"/>
                  <a:pt x="300038" y="321469"/>
                </a:cubicBezTo>
                <a:lnTo>
                  <a:pt x="128588" y="321469"/>
                </a:lnTo>
                <a:cubicBezTo>
                  <a:pt x="116733" y="321469"/>
                  <a:pt x="107156" y="311892"/>
                  <a:pt x="107156" y="300038"/>
                </a:cubicBezTo>
                <a:lnTo>
                  <a:pt x="107156" y="289322"/>
                </a:lnTo>
                <a:close/>
              </a:path>
            </a:pathLst>
          </a:cu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861250" y="5010150"/>
            <a:ext cx="2314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Share Knowledge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870775" y="5353050"/>
            <a:ext cx="2295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Teach others to reinforce learning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414019" y="6429375"/>
            <a:ext cx="3362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Good luck with your Node.js journey! 🚀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3060</Words>
  <Application>Microsoft Office PowerPoint</Application>
  <PresentationFormat>Widescreen</PresentationFormat>
  <Paragraphs>708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MiSans</vt:lpstr>
      <vt:lpstr>Liter</vt:lpstr>
      <vt:lpstr>Arial</vt:lpstr>
      <vt:lpstr>Hedvig Letters Sans</vt:lpstr>
      <vt:lpstr>Quattrocento Sans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Node.js HTTP Module Deep Dive</dc:title>
  <dc:subject>Node.js HTTP Module Deep Dive</dc:subject>
  <dc:creator>Kimi</dc:creator>
  <cp:lastModifiedBy>Nabila Nuzhat Moin</cp:lastModifiedBy>
  <cp:revision>16</cp:revision>
  <dcterms:created xsi:type="dcterms:W3CDTF">2026-02-07T06:10:14Z</dcterms:created>
  <dcterms:modified xsi:type="dcterms:W3CDTF">2026-07-17T05:24:07Z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{"Label":"Node.js HTTP Module Deep Dive","ContentProducer":"001191110108MACG2KBH8F10000","ProduceID":"19c36ac1-c6b2-8f78-8000-00006611823c","ReservedCode1":"","ContentPropagator":"001191110108MACG2KBH8F20000","PropagateID":"19c36ac1-c6b2-8f78-8000-00006611823c","ReservedCode2":""}</vt:lpwstr>
  </property>
</Properties>
</file>