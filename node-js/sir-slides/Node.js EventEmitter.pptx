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Liter" charset="-122" pitchFamily="34"/>
      <p:regular r:id="rId21"/>
    </p:embeddedFon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0a5c9bc329255dba2ed4c11282f787855bc2449f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94" r="19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65625" y="1928813"/>
            <a:ext cx="2657475" cy="390525"/>
          </a:xfrm>
          <a:custGeom>
            <a:avLst/>
            <a:gdLst/>
            <a:ahLst/>
            <a:cxnLst/>
            <a:rect l="l" t="t" r="r" b="b"/>
            <a:pathLst>
              <a:path w="2657475" h="390525">
                <a:moveTo>
                  <a:pt x="195263" y="0"/>
                </a:moveTo>
                <a:lnTo>
                  <a:pt x="2462213" y="0"/>
                </a:lnTo>
                <a:cubicBezTo>
                  <a:pt x="2569981" y="0"/>
                  <a:pt x="2657475" y="87494"/>
                  <a:pt x="2657475" y="195263"/>
                </a:cubicBezTo>
                <a:lnTo>
                  <a:pt x="2657475" y="195263"/>
                </a:lnTo>
                <a:cubicBezTo>
                  <a:pt x="2657475" y="303031"/>
                  <a:pt x="2569981" y="390525"/>
                  <a:pt x="24622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03750" y="20097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236" y="226814"/>
                </a:moveTo>
                <a:cubicBezTo>
                  <a:pt x="97244" y="226814"/>
                  <a:pt x="94208" y="226010"/>
                  <a:pt x="91574" y="224492"/>
                </a:cubicBezTo>
                <a:lnTo>
                  <a:pt x="64026" y="208196"/>
                </a:lnTo>
                <a:cubicBezTo>
                  <a:pt x="59918" y="205874"/>
                  <a:pt x="61927" y="205070"/>
                  <a:pt x="63267" y="204624"/>
                </a:cubicBezTo>
                <a:cubicBezTo>
                  <a:pt x="68759" y="202704"/>
                  <a:pt x="69875" y="202302"/>
                  <a:pt x="75724" y="198953"/>
                </a:cubicBezTo>
                <a:cubicBezTo>
                  <a:pt x="76349" y="198596"/>
                  <a:pt x="77152" y="198730"/>
                  <a:pt x="77778" y="199132"/>
                </a:cubicBezTo>
                <a:lnTo>
                  <a:pt x="98941" y="211678"/>
                </a:lnTo>
                <a:cubicBezTo>
                  <a:pt x="99700" y="212125"/>
                  <a:pt x="100772" y="212125"/>
                  <a:pt x="101486" y="211678"/>
                </a:cubicBezTo>
                <a:lnTo>
                  <a:pt x="183952" y="164083"/>
                </a:lnTo>
                <a:cubicBezTo>
                  <a:pt x="184711" y="163637"/>
                  <a:pt x="185202" y="162744"/>
                  <a:pt x="185202" y="161851"/>
                </a:cubicBezTo>
                <a:lnTo>
                  <a:pt x="185202" y="66660"/>
                </a:lnTo>
                <a:cubicBezTo>
                  <a:pt x="185202" y="65723"/>
                  <a:pt x="184711" y="64874"/>
                  <a:pt x="183907" y="64383"/>
                </a:cubicBezTo>
                <a:lnTo>
                  <a:pt x="101486" y="16832"/>
                </a:lnTo>
                <a:cubicBezTo>
                  <a:pt x="100727" y="16386"/>
                  <a:pt x="99700" y="16386"/>
                  <a:pt x="98941" y="16832"/>
                </a:cubicBezTo>
                <a:lnTo>
                  <a:pt x="16565" y="64428"/>
                </a:lnTo>
                <a:cubicBezTo>
                  <a:pt x="15761" y="64874"/>
                  <a:pt x="15270" y="65767"/>
                  <a:pt x="15270" y="66705"/>
                </a:cubicBezTo>
                <a:lnTo>
                  <a:pt x="15270" y="161851"/>
                </a:lnTo>
                <a:cubicBezTo>
                  <a:pt x="15270" y="162744"/>
                  <a:pt x="15761" y="163637"/>
                  <a:pt x="16565" y="164038"/>
                </a:cubicBezTo>
                <a:lnTo>
                  <a:pt x="39157" y="177076"/>
                </a:lnTo>
                <a:cubicBezTo>
                  <a:pt x="51435" y="183193"/>
                  <a:pt x="58936" y="176004"/>
                  <a:pt x="58936" y="168726"/>
                </a:cubicBezTo>
                <a:lnTo>
                  <a:pt x="58936" y="74786"/>
                </a:lnTo>
                <a:cubicBezTo>
                  <a:pt x="58936" y="73447"/>
                  <a:pt x="60008" y="72420"/>
                  <a:pt x="61347" y="72420"/>
                </a:cubicBezTo>
                <a:lnTo>
                  <a:pt x="71795" y="72420"/>
                </a:lnTo>
                <a:cubicBezTo>
                  <a:pt x="73089" y="72420"/>
                  <a:pt x="74206" y="73447"/>
                  <a:pt x="74206" y="74786"/>
                </a:cubicBezTo>
                <a:lnTo>
                  <a:pt x="74206" y="168771"/>
                </a:lnTo>
                <a:cubicBezTo>
                  <a:pt x="74206" y="185112"/>
                  <a:pt x="65276" y="194489"/>
                  <a:pt x="49783" y="194489"/>
                </a:cubicBezTo>
                <a:cubicBezTo>
                  <a:pt x="45006" y="194489"/>
                  <a:pt x="41255" y="194489"/>
                  <a:pt x="30807" y="189309"/>
                </a:cubicBezTo>
                <a:lnTo>
                  <a:pt x="9198" y="176852"/>
                </a:lnTo>
                <a:cubicBezTo>
                  <a:pt x="3840" y="173772"/>
                  <a:pt x="536" y="168012"/>
                  <a:pt x="536" y="161806"/>
                </a:cubicBezTo>
                <a:lnTo>
                  <a:pt x="536" y="66660"/>
                </a:lnTo>
                <a:cubicBezTo>
                  <a:pt x="536" y="60499"/>
                  <a:pt x="3840" y="54694"/>
                  <a:pt x="9198" y="51614"/>
                </a:cubicBezTo>
                <a:lnTo>
                  <a:pt x="91574" y="4018"/>
                </a:lnTo>
                <a:cubicBezTo>
                  <a:pt x="96798" y="1072"/>
                  <a:pt x="103718" y="1072"/>
                  <a:pt x="108898" y="4018"/>
                </a:cubicBezTo>
                <a:lnTo>
                  <a:pt x="191363" y="51658"/>
                </a:lnTo>
                <a:cubicBezTo>
                  <a:pt x="196721" y="54739"/>
                  <a:pt x="200025" y="60499"/>
                  <a:pt x="200025" y="66705"/>
                </a:cubicBezTo>
                <a:lnTo>
                  <a:pt x="200025" y="161851"/>
                </a:lnTo>
                <a:cubicBezTo>
                  <a:pt x="200025" y="168012"/>
                  <a:pt x="196721" y="173772"/>
                  <a:pt x="191363" y="176897"/>
                </a:cubicBezTo>
                <a:lnTo>
                  <a:pt x="108898" y="224492"/>
                </a:lnTo>
                <a:cubicBezTo>
                  <a:pt x="106263" y="226010"/>
                  <a:pt x="103272" y="226814"/>
                  <a:pt x="100236" y="226814"/>
                </a:cubicBezTo>
                <a:close/>
                <a:moveTo>
                  <a:pt x="166807" y="133008"/>
                </a:moveTo>
                <a:cubicBezTo>
                  <a:pt x="166807" y="115193"/>
                  <a:pt x="154751" y="110460"/>
                  <a:pt x="129436" y="107112"/>
                </a:cubicBezTo>
                <a:cubicBezTo>
                  <a:pt x="103808" y="103718"/>
                  <a:pt x="101218" y="101977"/>
                  <a:pt x="101218" y="95994"/>
                </a:cubicBezTo>
                <a:cubicBezTo>
                  <a:pt x="101218" y="91038"/>
                  <a:pt x="103406" y="84430"/>
                  <a:pt x="122381" y="84430"/>
                </a:cubicBezTo>
                <a:cubicBezTo>
                  <a:pt x="139303" y="84430"/>
                  <a:pt x="145554" y="88091"/>
                  <a:pt x="148144" y="99521"/>
                </a:cubicBezTo>
                <a:cubicBezTo>
                  <a:pt x="148367" y="100593"/>
                  <a:pt x="149349" y="101397"/>
                  <a:pt x="150465" y="101397"/>
                </a:cubicBezTo>
                <a:lnTo>
                  <a:pt x="161181" y="101397"/>
                </a:lnTo>
                <a:cubicBezTo>
                  <a:pt x="161851" y="101397"/>
                  <a:pt x="162476" y="101129"/>
                  <a:pt x="162922" y="100638"/>
                </a:cubicBezTo>
                <a:cubicBezTo>
                  <a:pt x="163369" y="100146"/>
                  <a:pt x="163592" y="99477"/>
                  <a:pt x="163547" y="98807"/>
                </a:cubicBezTo>
                <a:cubicBezTo>
                  <a:pt x="161895" y="79117"/>
                  <a:pt x="148813" y="69964"/>
                  <a:pt x="122381" y="69964"/>
                </a:cubicBezTo>
                <a:cubicBezTo>
                  <a:pt x="98852" y="69964"/>
                  <a:pt x="84832" y="79876"/>
                  <a:pt x="84832" y="96530"/>
                </a:cubicBezTo>
                <a:cubicBezTo>
                  <a:pt x="84832" y="114568"/>
                  <a:pt x="98807" y="119569"/>
                  <a:pt x="121354" y="121801"/>
                </a:cubicBezTo>
                <a:cubicBezTo>
                  <a:pt x="148367" y="124435"/>
                  <a:pt x="150465" y="128409"/>
                  <a:pt x="150465" y="133722"/>
                </a:cubicBezTo>
                <a:cubicBezTo>
                  <a:pt x="150465" y="142920"/>
                  <a:pt x="143054" y="146849"/>
                  <a:pt x="125685" y="146849"/>
                </a:cubicBezTo>
                <a:cubicBezTo>
                  <a:pt x="103852" y="146849"/>
                  <a:pt x="99075" y="141357"/>
                  <a:pt x="97468" y="130507"/>
                </a:cubicBezTo>
                <a:cubicBezTo>
                  <a:pt x="97289" y="129347"/>
                  <a:pt x="96307" y="128498"/>
                  <a:pt x="95101" y="128498"/>
                </a:cubicBezTo>
                <a:lnTo>
                  <a:pt x="84430" y="128498"/>
                </a:lnTo>
                <a:cubicBezTo>
                  <a:pt x="83091" y="128498"/>
                  <a:pt x="82064" y="129570"/>
                  <a:pt x="82064" y="130865"/>
                </a:cubicBezTo>
                <a:cubicBezTo>
                  <a:pt x="82064" y="144750"/>
                  <a:pt x="89609" y="161315"/>
                  <a:pt x="125730" y="161315"/>
                </a:cubicBezTo>
                <a:cubicBezTo>
                  <a:pt x="151805" y="161270"/>
                  <a:pt x="166807" y="150956"/>
                  <a:pt x="166807" y="13300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3"/>
          <p:cNvSpPr/>
          <p:nvPr/>
        </p:nvSpPr>
        <p:spPr>
          <a:xfrm>
            <a:off x="5322838" y="20097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60" kern="0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CORE MODULE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53334" y="2552700"/>
            <a:ext cx="4086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spc="-135" kern="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EventEmitter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467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5E8B7E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3864173" y="3810000"/>
            <a:ext cx="4467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Basics to Senior-Level Understanding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932980" y="4576763"/>
            <a:ext cx="2076450" cy="352425"/>
          </a:xfrm>
          <a:custGeom>
            <a:avLst/>
            <a:gdLst/>
            <a:ahLst/>
            <a:cxnLst/>
            <a:rect l="l" t="t" r="r" b="b"/>
            <a:pathLst>
              <a:path w="2076450" h="352425">
                <a:moveTo>
                  <a:pt x="76201" y="0"/>
                </a:moveTo>
                <a:lnTo>
                  <a:pt x="2000249" y="0"/>
                </a:lnTo>
                <a:cubicBezTo>
                  <a:pt x="2042334" y="0"/>
                  <a:pt x="2076450" y="34116"/>
                  <a:pt x="2076450" y="76201"/>
                </a:cubicBezTo>
                <a:lnTo>
                  <a:pt x="2076450" y="276224"/>
                </a:lnTo>
                <a:cubicBezTo>
                  <a:pt x="2076450" y="318309"/>
                  <a:pt x="2042334" y="352425"/>
                  <a:pt x="200024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18717" y="46767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9"/>
          <p:cNvSpPr/>
          <p:nvPr/>
        </p:nvSpPr>
        <p:spPr>
          <a:xfrm>
            <a:off x="2323505" y="46577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architecture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70015" y="4576763"/>
            <a:ext cx="2247900" cy="352425"/>
          </a:xfrm>
          <a:custGeom>
            <a:avLst/>
            <a:gdLst/>
            <a:ahLst/>
            <a:cxnLst/>
            <a:rect l="l" t="t" r="r" b="b"/>
            <a:pathLst>
              <a:path w="2247900" h="352425">
                <a:moveTo>
                  <a:pt x="76201" y="0"/>
                </a:moveTo>
                <a:lnTo>
                  <a:pt x="2171699" y="0"/>
                </a:lnTo>
                <a:cubicBezTo>
                  <a:pt x="2213784" y="0"/>
                  <a:pt x="2247900" y="34116"/>
                  <a:pt x="2247900" y="76201"/>
                </a:cubicBezTo>
                <a:lnTo>
                  <a:pt x="2247900" y="276224"/>
                </a:lnTo>
                <a:cubicBezTo>
                  <a:pt x="2247900" y="318309"/>
                  <a:pt x="2213784" y="352425"/>
                  <a:pt x="217169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55753" y="46767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2"/>
          <p:cNvSpPr/>
          <p:nvPr/>
        </p:nvSpPr>
        <p:spPr>
          <a:xfrm>
            <a:off x="4560540" y="4657725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Interview-focused deep dive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487" y="4576763"/>
            <a:ext cx="1819275" cy="352425"/>
          </a:xfrm>
          <a:custGeom>
            <a:avLst/>
            <a:gdLst/>
            <a:ahLst/>
            <a:cxnLst/>
            <a:rect l="l" t="t" r="r" b="b"/>
            <a:pathLst>
              <a:path w="1819275" h="352425">
                <a:moveTo>
                  <a:pt x="76201" y="0"/>
                </a:moveTo>
                <a:lnTo>
                  <a:pt x="1743074" y="0"/>
                </a:lnTo>
                <a:cubicBezTo>
                  <a:pt x="1785159" y="0"/>
                  <a:pt x="1819275" y="34116"/>
                  <a:pt x="1819275" y="76201"/>
                </a:cubicBezTo>
                <a:lnTo>
                  <a:pt x="1819275" y="276224"/>
                </a:lnTo>
                <a:cubicBezTo>
                  <a:pt x="1819275" y="318309"/>
                  <a:pt x="1785159" y="352425"/>
                  <a:pt x="1743074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50174" y="46767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5"/>
          <p:cNvSpPr/>
          <p:nvPr/>
        </p:nvSpPr>
        <p:spPr>
          <a:xfrm>
            <a:off x="6974012" y="4657725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use cases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566621" y="4576763"/>
            <a:ext cx="1695450" cy="352425"/>
          </a:xfrm>
          <a:custGeom>
            <a:avLst/>
            <a:gdLst/>
            <a:ahLst/>
            <a:cxnLst/>
            <a:rect l="l" t="t" r="r" b="b"/>
            <a:pathLst>
              <a:path w="1695450" h="352425">
                <a:moveTo>
                  <a:pt x="76201" y="0"/>
                </a:moveTo>
                <a:lnTo>
                  <a:pt x="1619249" y="0"/>
                </a:lnTo>
                <a:cubicBezTo>
                  <a:pt x="1661334" y="0"/>
                  <a:pt x="1695450" y="34116"/>
                  <a:pt x="1695450" y="76201"/>
                </a:cubicBezTo>
                <a:lnTo>
                  <a:pt x="1695450" y="276224"/>
                </a:lnTo>
                <a:cubicBezTo>
                  <a:pt x="1695450" y="318309"/>
                  <a:pt x="1661334" y="352425"/>
                  <a:pt x="1619249" y="352425"/>
                </a:cubicBezTo>
                <a:lnTo>
                  <a:pt x="76201" y="352425"/>
                </a:lnTo>
                <a:cubicBezTo>
                  <a:pt x="34116" y="352425"/>
                  <a:pt x="0" y="318309"/>
                  <a:pt x="0" y="2762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742834" y="4676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8"/>
          <p:cNvSpPr/>
          <p:nvPr/>
        </p:nvSpPr>
        <p:spPr>
          <a:xfrm>
            <a:off x="8957146" y="4657725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patterns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533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EventEmitter?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foundation of event-driven programming in Node.js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76363"/>
            <a:ext cx="5591175" cy="2695575"/>
          </a:xfrm>
          <a:custGeom>
            <a:avLst/>
            <a:gdLst/>
            <a:ahLst/>
            <a:cxnLst/>
            <a:rect l="l" t="t" r="r" b="b"/>
            <a:pathLst>
              <a:path w="5591175" h="2695575">
                <a:moveTo>
                  <a:pt x="114292" y="0"/>
                </a:moveTo>
                <a:lnTo>
                  <a:pt x="5476883" y="0"/>
                </a:lnTo>
                <a:cubicBezTo>
                  <a:pt x="5540005" y="0"/>
                  <a:pt x="5591175" y="51170"/>
                  <a:pt x="5591175" y="114292"/>
                </a:cubicBezTo>
                <a:lnTo>
                  <a:pt x="5591175" y="2581283"/>
                </a:lnTo>
                <a:cubicBezTo>
                  <a:pt x="5591175" y="2644405"/>
                  <a:pt x="5540005" y="2695575"/>
                  <a:pt x="5476883" y="2695575"/>
                </a:cubicBezTo>
                <a:lnTo>
                  <a:pt x="114292" y="2695575"/>
                </a:lnTo>
                <a:cubicBezTo>
                  <a:pt x="51170" y="2695575"/>
                  <a:pt x="0" y="2644405"/>
                  <a:pt x="0" y="258128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52574"/>
                </a:moveTo>
                <a:lnTo>
                  <a:pt x="95250" y="167655"/>
                </a:lnTo>
                <a:lnTo>
                  <a:pt x="95436" y="167580"/>
                </a:lnTo>
                <a:cubicBezTo>
                  <a:pt x="115751" y="159134"/>
                  <a:pt x="137554" y="154781"/>
                  <a:pt x="159544" y="154781"/>
                </a:cubicBezTo>
                <a:lnTo>
                  <a:pt x="166688" y="154781"/>
                </a:lnTo>
                <a:lnTo>
                  <a:pt x="166688" y="35719"/>
                </a:lnTo>
                <a:lnTo>
                  <a:pt x="159544" y="35719"/>
                </a:lnTo>
                <a:cubicBezTo>
                  <a:pt x="143842" y="35719"/>
                  <a:pt x="128253" y="38844"/>
                  <a:pt x="113742" y="44872"/>
                </a:cubicBezTo>
                <a:cubicBezTo>
                  <a:pt x="107491" y="47476"/>
                  <a:pt x="101315" y="50043"/>
                  <a:pt x="95250" y="52574"/>
                </a:cubicBezTo>
                <a:close/>
                <a:moveTo>
                  <a:pt x="85911" y="22882"/>
                </a:moveTo>
                <a:lnTo>
                  <a:pt x="95250" y="26789"/>
                </a:lnTo>
                <a:lnTo>
                  <a:pt x="104589" y="22882"/>
                </a:lnTo>
                <a:cubicBezTo>
                  <a:pt x="122002" y="15627"/>
                  <a:pt x="140680" y="11906"/>
                  <a:pt x="159544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160734"/>
                </a:lnTo>
                <a:cubicBezTo>
                  <a:pt x="190500" y="170594"/>
                  <a:pt x="182500" y="178594"/>
                  <a:pt x="172641" y="178594"/>
                </a:cubicBezTo>
                <a:lnTo>
                  <a:pt x="159544" y="178594"/>
                </a:lnTo>
                <a:cubicBezTo>
                  <a:pt x="140680" y="178594"/>
                  <a:pt x="122002" y="182314"/>
                  <a:pt x="104589" y="189570"/>
                </a:cubicBezTo>
                <a:lnTo>
                  <a:pt x="99826" y="191542"/>
                </a:lnTo>
                <a:cubicBezTo>
                  <a:pt x="96887" y="192770"/>
                  <a:pt x="93613" y="192770"/>
                  <a:pt x="90674" y="191542"/>
                </a:cubicBezTo>
                <a:lnTo>
                  <a:pt x="85911" y="189570"/>
                </a:lnTo>
                <a:cubicBezTo>
                  <a:pt x="68498" y="182314"/>
                  <a:pt x="49820" y="178594"/>
                  <a:pt x="30956" y="178594"/>
                </a:cubicBezTo>
                <a:lnTo>
                  <a:pt x="17859" y="178594"/>
                </a:lnTo>
                <a:cubicBezTo>
                  <a:pt x="8000" y="178594"/>
                  <a:pt x="0" y="170594"/>
                  <a:pt x="0" y="160734"/>
                </a:cubicBezTo>
                <a:lnTo>
                  <a:pt x="0" y="29766"/>
                </a:lnTo>
                <a:cubicBezTo>
                  <a:pt x="0" y="19906"/>
                  <a:pt x="8000" y="11906"/>
                  <a:pt x="17859" y="11906"/>
                </a:cubicBezTo>
                <a:lnTo>
                  <a:pt x="30956" y="11906"/>
                </a:lnTo>
                <a:cubicBezTo>
                  <a:pt x="49820" y="11906"/>
                  <a:pt x="68498" y="15627"/>
                  <a:pt x="85911" y="2288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716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1990725"/>
            <a:ext cx="5276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EventEmitter is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core module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enables: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428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0" name="Text 8"/>
          <p:cNvSpPr/>
          <p:nvPr/>
        </p:nvSpPr>
        <p:spPr>
          <a:xfrm>
            <a:off x="885825" y="2390775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programming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5825" y="2619375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 architecture pattern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2962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885825" y="292417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Pub-Sub pattern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5825" y="31527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Publish-Subscribe decoupling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075" y="3495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885825" y="3457575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5825" y="3686175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communicate indirectly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4233863"/>
            <a:ext cx="5591175" cy="2238375"/>
          </a:xfrm>
          <a:custGeom>
            <a:avLst/>
            <a:gdLst/>
            <a:ahLst/>
            <a:cxnLst/>
            <a:rect l="l" t="t" r="r" b="b"/>
            <a:pathLst>
              <a:path w="5591175" h="2238375">
                <a:moveTo>
                  <a:pt x="114291" y="0"/>
                </a:moveTo>
                <a:lnTo>
                  <a:pt x="5476884" y="0"/>
                </a:lnTo>
                <a:cubicBezTo>
                  <a:pt x="5540005" y="0"/>
                  <a:pt x="5591175" y="51170"/>
                  <a:pt x="5591175" y="114291"/>
                </a:cubicBezTo>
                <a:lnTo>
                  <a:pt x="5591175" y="2124084"/>
                </a:lnTo>
                <a:cubicBezTo>
                  <a:pt x="5591175" y="2187205"/>
                  <a:pt x="5540005" y="2238375"/>
                  <a:pt x="5476884" y="2238375"/>
                </a:cubicBezTo>
                <a:lnTo>
                  <a:pt x="114291" y="2238375"/>
                </a:lnTo>
                <a:cubicBezTo>
                  <a:pt x="51170" y="2238375"/>
                  <a:pt x="0" y="2187205"/>
                  <a:pt x="0" y="212408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650" y="44672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819150" y="44291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48482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2469" y="49815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2705" y="4279"/>
                </a:moveTo>
                <a:cubicBezTo>
                  <a:pt x="28501" y="1712"/>
                  <a:pt x="22994" y="3088"/>
                  <a:pt x="20427" y="7293"/>
                </a:cubicBezTo>
                <a:cubicBezTo>
                  <a:pt x="11199" y="22547"/>
                  <a:pt x="5916" y="40444"/>
                  <a:pt x="5916" y="59531"/>
                </a:cubicBezTo>
                <a:cubicBezTo>
                  <a:pt x="5916" y="78618"/>
                  <a:pt x="11199" y="96515"/>
                  <a:pt x="20427" y="111770"/>
                </a:cubicBezTo>
                <a:cubicBezTo>
                  <a:pt x="22994" y="115974"/>
                  <a:pt x="28463" y="117351"/>
                  <a:pt x="32705" y="114784"/>
                </a:cubicBezTo>
                <a:cubicBezTo>
                  <a:pt x="36947" y="112216"/>
                  <a:pt x="38286" y="106747"/>
                  <a:pt x="35719" y="102505"/>
                </a:cubicBezTo>
                <a:cubicBezTo>
                  <a:pt x="28166" y="90004"/>
                  <a:pt x="23812" y="75270"/>
                  <a:pt x="23812" y="59531"/>
                </a:cubicBezTo>
                <a:cubicBezTo>
                  <a:pt x="23812" y="43793"/>
                  <a:pt x="28166" y="29059"/>
                  <a:pt x="35756" y="16520"/>
                </a:cubicBezTo>
                <a:cubicBezTo>
                  <a:pt x="38323" y="12316"/>
                  <a:pt x="36947" y="6809"/>
                  <a:pt x="32742" y="4242"/>
                </a:cubicBezTo>
                <a:close/>
                <a:moveTo>
                  <a:pt x="181570" y="4279"/>
                </a:moveTo>
                <a:cubicBezTo>
                  <a:pt x="177366" y="6846"/>
                  <a:pt x="175989" y="12316"/>
                  <a:pt x="178557" y="16557"/>
                </a:cubicBezTo>
                <a:cubicBezTo>
                  <a:pt x="186147" y="29096"/>
                  <a:pt x="190500" y="43830"/>
                  <a:pt x="190500" y="59568"/>
                </a:cubicBezTo>
                <a:cubicBezTo>
                  <a:pt x="190500" y="75307"/>
                  <a:pt x="186147" y="90041"/>
                  <a:pt x="178557" y="102580"/>
                </a:cubicBezTo>
                <a:cubicBezTo>
                  <a:pt x="175989" y="106784"/>
                  <a:pt x="177366" y="112291"/>
                  <a:pt x="181570" y="114858"/>
                </a:cubicBezTo>
                <a:cubicBezTo>
                  <a:pt x="185775" y="117425"/>
                  <a:pt x="191281" y="116049"/>
                  <a:pt x="193849" y="111844"/>
                </a:cubicBezTo>
                <a:cubicBezTo>
                  <a:pt x="203076" y="96589"/>
                  <a:pt x="208359" y="78693"/>
                  <a:pt x="208359" y="59606"/>
                </a:cubicBezTo>
                <a:cubicBezTo>
                  <a:pt x="208359" y="40518"/>
                  <a:pt x="203076" y="22547"/>
                  <a:pt x="193849" y="7293"/>
                </a:cubicBezTo>
                <a:cubicBezTo>
                  <a:pt x="191281" y="3088"/>
                  <a:pt x="185812" y="1712"/>
                  <a:pt x="181570" y="4279"/>
                </a:cubicBezTo>
                <a:close/>
                <a:moveTo>
                  <a:pt x="119063" y="80144"/>
                </a:moveTo>
                <a:cubicBezTo>
                  <a:pt x="126169" y="76014"/>
                  <a:pt x="130969" y="68349"/>
                  <a:pt x="130969" y="59531"/>
                </a:cubicBezTo>
                <a:cubicBezTo>
                  <a:pt x="130969" y="46397"/>
                  <a:pt x="120290" y="35719"/>
                  <a:pt x="107156" y="35719"/>
                </a:cubicBezTo>
                <a:cubicBezTo>
                  <a:pt x="94022" y="35719"/>
                  <a:pt x="83344" y="46397"/>
                  <a:pt x="83344" y="59531"/>
                </a:cubicBezTo>
                <a:cubicBezTo>
                  <a:pt x="83344" y="68349"/>
                  <a:pt x="88143" y="76051"/>
                  <a:pt x="95250" y="80144"/>
                </a:cubicBezTo>
                <a:lnTo>
                  <a:pt x="95250" y="178594"/>
                </a:lnTo>
                <a:cubicBezTo>
                  <a:pt x="95250" y="185179"/>
                  <a:pt x="100571" y="190500"/>
                  <a:pt x="107156" y="190500"/>
                </a:cubicBezTo>
                <a:cubicBezTo>
                  <a:pt x="113742" y="190500"/>
                  <a:pt x="119063" y="185179"/>
                  <a:pt x="119063" y="178594"/>
                </a:cubicBezTo>
                <a:lnTo>
                  <a:pt x="119063" y="80144"/>
                </a:lnTo>
                <a:close/>
                <a:moveTo>
                  <a:pt x="67047" y="33858"/>
                </a:moveTo>
                <a:cubicBezTo>
                  <a:pt x="69726" y="29691"/>
                  <a:pt x="68498" y="24185"/>
                  <a:pt x="64368" y="21506"/>
                </a:cubicBezTo>
                <a:cubicBezTo>
                  <a:pt x="60238" y="18827"/>
                  <a:pt x="54694" y="20055"/>
                  <a:pt x="52015" y="24185"/>
                </a:cubicBezTo>
                <a:cubicBezTo>
                  <a:pt x="45467" y="34379"/>
                  <a:pt x="41672" y="46509"/>
                  <a:pt x="41672" y="59531"/>
                </a:cubicBezTo>
                <a:cubicBezTo>
                  <a:pt x="41672" y="72554"/>
                  <a:pt x="45467" y="84683"/>
                  <a:pt x="52015" y="94878"/>
                </a:cubicBezTo>
                <a:cubicBezTo>
                  <a:pt x="54694" y="99045"/>
                  <a:pt x="60201" y="100236"/>
                  <a:pt x="64368" y="97557"/>
                </a:cubicBezTo>
                <a:cubicBezTo>
                  <a:pt x="68535" y="94878"/>
                  <a:pt x="69726" y="89371"/>
                  <a:pt x="67047" y="85204"/>
                </a:cubicBezTo>
                <a:cubicBezTo>
                  <a:pt x="62285" y="77800"/>
                  <a:pt x="59531" y="68982"/>
                  <a:pt x="59531" y="59531"/>
                </a:cubicBezTo>
                <a:cubicBezTo>
                  <a:pt x="59531" y="50081"/>
                  <a:pt x="62285" y="41263"/>
                  <a:pt x="67047" y="33858"/>
                </a:cubicBezTo>
                <a:close/>
                <a:moveTo>
                  <a:pt x="162297" y="24185"/>
                </a:moveTo>
                <a:cubicBezTo>
                  <a:pt x="159618" y="20017"/>
                  <a:pt x="154112" y="18827"/>
                  <a:pt x="149944" y="21506"/>
                </a:cubicBezTo>
                <a:cubicBezTo>
                  <a:pt x="145777" y="24185"/>
                  <a:pt x="144587" y="29691"/>
                  <a:pt x="147265" y="33858"/>
                </a:cubicBezTo>
                <a:cubicBezTo>
                  <a:pt x="152028" y="41263"/>
                  <a:pt x="154781" y="50081"/>
                  <a:pt x="154781" y="59531"/>
                </a:cubicBezTo>
                <a:cubicBezTo>
                  <a:pt x="154781" y="68982"/>
                  <a:pt x="152028" y="77800"/>
                  <a:pt x="147265" y="85204"/>
                </a:cubicBezTo>
                <a:cubicBezTo>
                  <a:pt x="144587" y="89371"/>
                  <a:pt x="145814" y="94878"/>
                  <a:pt x="149944" y="97557"/>
                </a:cubicBezTo>
                <a:cubicBezTo>
                  <a:pt x="154074" y="100236"/>
                  <a:pt x="159618" y="99008"/>
                  <a:pt x="162297" y="94878"/>
                </a:cubicBezTo>
                <a:cubicBezTo>
                  <a:pt x="168846" y="84683"/>
                  <a:pt x="172641" y="72554"/>
                  <a:pt x="172641" y="59531"/>
                </a:cubicBezTo>
                <a:cubicBezTo>
                  <a:pt x="172641" y="46509"/>
                  <a:pt x="168846" y="34379"/>
                  <a:pt x="162297" y="241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1190625" y="4848225"/>
            <a:ext cx="100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0625" y="5114925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Emits events 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545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26281" y="55911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83344"/>
                </a:moveTo>
                <a:cubicBezTo>
                  <a:pt x="23812" y="50453"/>
                  <a:pt x="50453" y="23812"/>
                  <a:pt x="83344" y="23812"/>
                </a:cubicBezTo>
                <a:cubicBezTo>
                  <a:pt x="116235" y="23812"/>
                  <a:pt x="142875" y="50453"/>
                  <a:pt x="142875" y="83344"/>
                </a:cubicBezTo>
                <a:lnTo>
                  <a:pt x="142875" y="97296"/>
                </a:lnTo>
                <a:cubicBezTo>
                  <a:pt x="139154" y="95994"/>
                  <a:pt x="135136" y="95250"/>
                  <a:pt x="130969" y="95250"/>
                </a:cubicBezTo>
                <a:lnTo>
                  <a:pt x="125016" y="95250"/>
                </a:lnTo>
                <a:cubicBezTo>
                  <a:pt x="115156" y="95250"/>
                  <a:pt x="107156" y="103250"/>
                  <a:pt x="107156" y="113109"/>
                </a:cubicBezTo>
                <a:lnTo>
                  <a:pt x="107156" y="160734"/>
                </a:lnTo>
                <a:cubicBezTo>
                  <a:pt x="107156" y="170594"/>
                  <a:pt x="115156" y="178594"/>
                  <a:pt x="125016" y="178594"/>
                </a:cubicBezTo>
                <a:lnTo>
                  <a:pt x="130969" y="178594"/>
                </a:lnTo>
                <a:cubicBezTo>
                  <a:pt x="150688" y="178594"/>
                  <a:pt x="166688" y="162595"/>
                  <a:pt x="166688" y="142875"/>
                </a:cubicBezTo>
                <a:lnTo>
                  <a:pt x="166688" y="83344"/>
                </a:lnTo>
                <a:cubicBezTo>
                  <a:pt x="166688" y="37319"/>
                  <a:pt x="129369" y="0"/>
                  <a:pt x="83344" y="0"/>
                </a:cubicBezTo>
                <a:cubicBezTo>
                  <a:pt x="37319" y="0"/>
                  <a:pt x="0" y="37319"/>
                  <a:pt x="0" y="83344"/>
                </a:cubicBezTo>
                <a:lnTo>
                  <a:pt x="0" y="142875"/>
                </a:lnTo>
                <a:cubicBezTo>
                  <a:pt x="0" y="162595"/>
                  <a:pt x="15999" y="178594"/>
                  <a:pt x="35719" y="178594"/>
                </a:cubicBezTo>
                <a:lnTo>
                  <a:pt x="41672" y="178594"/>
                </a:lnTo>
                <a:cubicBezTo>
                  <a:pt x="51532" y="178594"/>
                  <a:pt x="59531" y="170594"/>
                  <a:pt x="59531" y="160734"/>
                </a:cubicBezTo>
                <a:lnTo>
                  <a:pt x="59531" y="113109"/>
                </a:lnTo>
                <a:cubicBezTo>
                  <a:pt x="59531" y="103250"/>
                  <a:pt x="51532" y="95250"/>
                  <a:pt x="41672" y="95250"/>
                </a:cubicBezTo>
                <a:lnTo>
                  <a:pt x="35719" y="95250"/>
                </a:lnTo>
                <a:cubicBezTo>
                  <a:pt x="31552" y="95250"/>
                  <a:pt x="27533" y="95957"/>
                  <a:pt x="23812" y="97296"/>
                </a:cubicBezTo>
                <a:lnTo>
                  <a:pt x="23812" y="8334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5"/>
          <p:cNvSpPr/>
          <p:nvPr/>
        </p:nvSpPr>
        <p:spPr>
          <a:xfrm>
            <a:off x="1190625" y="54578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0625" y="5724525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Responds to events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15063" y="1376363"/>
            <a:ext cx="5591175" cy="5095875"/>
          </a:xfrm>
          <a:custGeom>
            <a:avLst/>
            <a:gdLst/>
            <a:ahLst/>
            <a:cxnLst/>
            <a:rect l="l" t="t" r="r" b="b"/>
            <a:pathLst>
              <a:path w="5591175" h="5095875">
                <a:moveTo>
                  <a:pt x="114300" y="0"/>
                </a:moveTo>
                <a:lnTo>
                  <a:pt x="5476875" y="0"/>
                </a:lnTo>
                <a:cubicBezTo>
                  <a:pt x="5540001" y="0"/>
                  <a:pt x="5591175" y="51174"/>
                  <a:pt x="5591175" y="114300"/>
                </a:cubicBezTo>
                <a:lnTo>
                  <a:pt x="5591175" y="4981575"/>
                </a:lnTo>
                <a:cubicBezTo>
                  <a:pt x="5591175" y="5044701"/>
                  <a:pt x="5540001" y="5095875"/>
                  <a:pt x="5476875" y="5095875"/>
                </a:cubicBezTo>
                <a:lnTo>
                  <a:pt x="114300" y="5095875"/>
                </a:lnTo>
                <a:cubicBezTo>
                  <a:pt x="51174" y="5095875"/>
                  <a:pt x="0" y="5044701"/>
                  <a:pt x="0" y="4981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413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6648450" y="15716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Flow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5088" y="2831306"/>
            <a:ext cx="5191125" cy="885825"/>
          </a:xfrm>
          <a:custGeom>
            <a:avLst/>
            <a:gdLst/>
            <a:ahLst/>
            <a:cxnLst/>
            <a:rect l="l" t="t" r="r" b="b"/>
            <a:pathLst>
              <a:path w="5191125" h="885825">
                <a:moveTo>
                  <a:pt x="76199" y="0"/>
                </a:moveTo>
                <a:lnTo>
                  <a:pt x="5114926" y="0"/>
                </a:lnTo>
                <a:cubicBezTo>
                  <a:pt x="5157010" y="0"/>
                  <a:pt x="5191125" y="34115"/>
                  <a:pt x="5191125" y="76199"/>
                </a:cubicBezTo>
                <a:lnTo>
                  <a:pt x="5191125" y="809626"/>
                </a:lnTo>
                <a:cubicBezTo>
                  <a:pt x="5191125" y="851710"/>
                  <a:pt x="5157010" y="885825"/>
                  <a:pt x="51149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72250" y="29884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4" name="Text 32"/>
          <p:cNvSpPr/>
          <p:nvPr/>
        </p:nvSpPr>
        <p:spPr>
          <a:xfrm>
            <a:off x="6538913" y="298846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1350" y="3026569"/>
            <a:ext cx="112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UserRegistered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91350" y="3369469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emitted when user signs up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39213" y="383619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Shape 36"/>
          <p:cNvSpPr/>
          <p:nvPr/>
        </p:nvSpPr>
        <p:spPr>
          <a:xfrm>
            <a:off x="6415088" y="4145756"/>
            <a:ext cx="1647825" cy="704850"/>
          </a:xfrm>
          <a:custGeom>
            <a:avLst/>
            <a:gdLst/>
            <a:ahLst/>
            <a:cxnLst/>
            <a:rect l="l" t="t" r="r" b="b"/>
            <a:pathLst>
              <a:path w="1647825" h="704850">
                <a:moveTo>
                  <a:pt x="76201" y="0"/>
                </a:moveTo>
                <a:lnTo>
                  <a:pt x="1571624" y="0"/>
                </a:lnTo>
                <a:cubicBezTo>
                  <a:pt x="1613709" y="0"/>
                  <a:pt x="1647825" y="34116"/>
                  <a:pt x="1647825" y="76201"/>
                </a:cubicBezTo>
                <a:lnTo>
                  <a:pt x="1647825" y="628649"/>
                </a:lnTo>
                <a:cubicBezTo>
                  <a:pt x="1647825" y="670734"/>
                  <a:pt x="1613709" y="704850"/>
                  <a:pt x="157162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55656" y="42886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073" y="21431"/>
                </a:moveTo>
                <a:cubicBezTo>
                  <a:pt x="7200" y="21431"/>
                  <a:pt x="0" y="28631"/>
                  <a:pt x="0" y="37505"/>
                </a:cubicBezTo>
                <a:cubicBezTo>
                  <a:pt x="0" y="42561"/>
                  <a:pt x="2378" y="47316"/>
                  <a:pt x="6429" y="50363"/>
                </a:cubicBezTo>
                <a:lnTo>
                  <a:pt x="76081" y="102602"/>
                </a:lnTo>
                <a:cubicBezTo>
                  <a:pt x="81807" y="106888"/>
                  <a:pt x="89643" y="106888"/>
                  <a:pt x="95369" y="102602"/>
                </a:cubicBezTo>
                <a:lnTo>
                  <a:pt x="165021" y="50363"/>
                </a:lnTo>
                <a:cubicBezTo>
                  <a:pt x="169072" y="47316"/>
                  <a:pt x="171450" y="42561"/>
                  <a:pt x="171450" y="37505"/>
                </a:cubicBezTo>
                <a:cubicBezTo>
                  <a:pt x="171450" y="28631"/>
                  <a:pt x="164250" y="21431"/>
                  <a:pt x="155377" y="21431"/>
                </a:cubicBezTo>
                <a:lnTo>
                  <a:pt x="16073" y="21431"/>
                </a:lnTo>
                <a:close/>
                <a:moveTo>
                  <a:pt x="0" y="65633"/>
                </a:moveTo>
                <a:lnTo>
                  <a:pt x="0" y="128588"/>
                </a:lnTo>
                <a:cubicBezTo>
                  <a:pt x="0" y="140408"/>
                  <a:pt x="9611" y="150019"/>
                  <a:pt x="21431" y="150019"/>
                </a:cubicBezTo>
                <a:lnTo>
                  <a:pt x="150019" y="150019"/>
                </a:lnTo>
                <a:cubicBezTo>
                  <a:pt x="161839" y="150019"/>
                  <a:pt x="171450" y="140408"/>
                  <a:pt x="171450" y="128588"/>
                </a:cubicBezTo>
                <a:lnTo>
                  <a:pt x="171450" y="65633"/>
                </a:lnTo>
                <a:lnTo>
                  <a:pt x="105013" y="115461"/>
                </a:lnTo>
                <a:cubicBezTo>
                  <a:pt x="93594" y="124033"/>
                  <a:pt x="77856" y="124033"/>
                  <a:pt x="66437" y="115461"/>
                </a:cubicBezTo>
                <a:lnTo>
                  <a:pt x="0" y="6563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6500813" y="4536281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 Email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86738" y="4145756"/>
            <a:ext cx="1647825" cy="704850"/>
          </a:xfrm>
          <a:custGeom>
            <a:avLst/>
            <a:gdLst/>
            <a:ahLst/>
            <a:cxnLst/>
            <a:rect l="l" t="t" r="r" b="b"/>
            <a:pathLst>
              <a:path w="1647825" h="704850">
                <a:moveTo>
                  <a:pt x="76201" y="0"/>
                </a:moveTo>
                <a:lnTo>
                  <a:pt x="1571624" y="0"/>
                </a:lnTo>
                <a:cubicBezTo>
                  <a:pt x="1613709" y="0"/>
                  <a:pt x="1647825" y="34116"/>
                  <a:pt x="1647825" y="76201"/>
                </a:cubicBezTo>
                <a:lnTo>
                  <a:pt x="1647825" y="628649"/>
                </a:lnTo>
                <a:cubicBezTo>
                  <a:pt x="1647825" y="670734"/>
                  <a:pt x="1613709" y="704850"/>
                  <a:pt x="157162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27306" y="428863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Text 41"/>
          <p:cNvSpPr/>
          <p:nvPr/>
        </p:nvSpPr>
        <p:spPr>
          <a:xfrm>
            <a:off x="8272463" y="4536281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 Analytics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958388" y="4145756"/>
            <a:ext cx="1647825" cy="704850"/>
          </a:xfrm>
          <a:custGeom>
            <a:avLst/>
            <a:gdLst/>
            <a:ahLst/>
            <a:cxnLst/>
            <a:rect l="l" t="t" r="r" b="b"/>
            <a:pathLst>
              <a:path w="1647825" h="704850">
                <a:moveTo>
                  <a:pt x="76201" y="0"/>
                </a:moveTo>
                <a:lnTo>
                  <a:pt x="1571624" y="0"/>
                </a:lnTo>
                <a:cubicBezTo>
                  <a:pt x="1613709" y="0"/>
                  <a:pt x="1647825" y="34116"/>
                  <a:pt x="1647825" y="76201"/>
                </a:cubicBezTo>
                <a:lnTo>
                  <a:pt x="1647825" y="628649"/>
                </a:lnTo>
                <a:cubicBezTo>
                  <a:pt x="1647825" y="670734"/>
                  <a:pt x="1613709" y="704850"/>
                  <a:pt x="1571624" y="704850"/>
                </a:cubicBezTo>
                <a:lnTo>
                  <a:pt x="76201" y="704850"/>
                </a:lnTo>
                <a:cubicBezTo>
                  <a:pt x="34116" y="704850"/>
                  <a:pt x="0" y="670734"/>
                  <a:pt x="0" y="6286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09672" y="4288631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Text 44"/>
          <p:cNvSpPr/>
          <p:nvPr/>
        </p:nvSpPr>
        <p:spPr>
          <a:xfrm>
            <a:off x="10044113" y="4536281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DB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15088" y="5007769"/>
            <a:ext cx="5191125" cy="428625"/>
          </a:xfrm>
          <a:custGeom>
            <a:avLst/>
            <a:gdLst/>
            <a:ahLst/>
            <a:cxnLst/>
            <a:rect l="l" t="t" r="r" b="b"/>
            <a:pathLst>
              <a:path w="5191125" h="428625">
                <a:moveTo>
                  <a:pt x="76201" y="0"/>
                </a:moveTo>
                <a:lnTo>
                  <a:pt x="5114924" y="0"/>
                </a:lnTo>
                <a:cubicBezTo>
                  <a:pt x="5157009" y="0"/>
                  <a:pt x="5191125" y="34116"/>
                  <a:pt x="5191125" y="76201"/>
                </a:cubicBezTo>
                <a:lnTo>
                  <a:pt x="5191125" y="352424"/>
                </a:lnTo>
                <a:cubicBezTo>
                  <a:pt x="5191125" y="394509"/>
                  <a:pt x="5157009" y="428625"/>
                  <a:pt x="51149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62565" y="515540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58341" y="41672"/>
                </a:moveTo>
                <a:cubicBezTo>
                  <a:pt x="58341" y="37072"/>
                  <a:pt x="62075" y="33337"/>
                  <a:pt x="66675" y="33337"/>
                </a:cubicBezTo>
                <a:cubicBezTo>
                  <a:pt x="71275" y="33337"/>
                  <a:pt x="75009" y="37072"/>
                  <a:pt x="75009" y="41672"/>
                </a:cubicBezTo>
                <a:cubicBezTo>
                  <a:pt x="75009" y="46272"/>
                  <a:pt x="71275" y="50006"/>
                  <a:pt x="66675" y="50006"/>
                </a:cubicBezTo>
                <a:cubicBezTo>
                  <a:pt x="62075" y="50006"/>
                  <a:pt x="58341" y="46272"/>
                  <a:pt x="58341" y="41672"/>
                </a:cubicBezTo>
                <a:close/>
                <a:moveTo>
                  <a:pt x="56257" y="58341"/>
                </a:moveTo>
                <a:lnTo>
                  <a:pt x="68759" y="58341"/>
                </a:lnTo>
                <a:cubicBezTo>
                  <a:pt x="72223" y="58341"/>
                  <a:pt x="75009" y="61127"/>
                  <a:pt x="75009" y="64591"/>
                </a:cubicBezTo>
                <a:lnTo>
                  <a:pt x="75009" y="87511"/>
                </a:lnTo>
                <a:lnTo>
                  <a:pt x="77093" y="87511"/>
                </a:lnTo>
                <a:cubicBezTo>
                  <a:pt x="80557" y="87511"/>
                  <a:pt x="83344" y="90298"/>
                  <a:pt x="83344" y="93762"/>
                </a:cubicBezTo>
                <a:cubicBezTo>
                  <a:pt x="83344" y="97226"/>
                  <a:pt x="80557" y="100013"/>
                  <a:pt x="77093" y="100013"/>
                </a:cubicBezTo>
                <a:lnTo>
                  <a:pt x="56257" y="100013"/>
                </a:lnTo>
                <a:cubicBezTo>
                  <a:pt x="52793" y="100013"/>
                  <a:pt x="50006" y="97226"/>
                  <a:pt x="50006" y="93762"/>
                </a:cubicBezTo>
                <a:cubicBezTo>
                  <a:pt x="50006" y="90298"/>
                  <a:pt x="52793" y="87511"/>
                  <a:pt x="56257" y="87511"/>
                </a:cubicBezTo>
                <a:lnTo>
                  <a:pt x="62508" y="87511"/>
                </a:lnTo>
                <a:lnTo>
                  <a:pt x="62508" y="70842"/>
                </a:lnTo>
                <a:lnTo>
                  <a:pt x="56257" y="70842"/>
                </a:lnTo>
                <a:cubicBezTo>
                  <a:pt x="52793" y="70842"/>
                  <a:pt x="50006" y="68055"/>
                  <a:pt x="50006" y="64591"/>
                </a:cubicBezTo>
                <a:cubicBezTo>
                  <a:pt x="50006" y="61127"/>
                  <a:pt x="52793" y="58341"/>
                  <a:pt x="56257" y="58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9" name="Text 47"/>
          <p:cNvSpPr/>
          <p:nvPr/>
        </p:nvSpPr>
        <p:spPr>
          <a:xfrm>
            <a:off x="6729413" y="5126831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event → multiple actions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(decoupled)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171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EventEmitter Matters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Node.js's async foundation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76363"/>
            <a:ext cx="4429125" cy="2981325"/>
          </a:xfrm>
          <a:custGeom>
            <a:avLst/>
            <a:gdLst/>
            <a:ahLst/>
            <a:cxnLst/>
            <a:rect l="l" t="t" r="r" b="b"/>
            <a:pathLst>
              <a:path w="4429125" h="2981325">
                <a:moveTo>
                  <a:pt x="114304" y="0"/>
                </a:moveTo>
                <a:lnTo>
                  <a:pt x="4314821" y="0"/>
                </a:lnTo>
                <a:cubicBezTo>
                  <a:pt x="4377949" y="0"/>
                  <a:pt x="4429125" y="51176"/>
                  <a:pt x="4429125" y="114304"/>
                </a:cubicBezTo>
                <a:lnTo>
                  <a:pt x="4429125" y="2867021"/>
                </a:lnTo>
                <a:cubicBezTo>
                  <a:pt x="4429125" y="2930149"/>
                  <a:pt x="4377949" y="2981325"/>
                  <a:pt x="4314821" y="2981325"/>
                </a:cubicBezTo>
                <a:lnTo>
                  <a:pt x="114304" y="2981325"/>
                </a:lnTo>
                <a:cubicBezTo>
                  <a:pt x="51176" y="2981325"/>
                  <a:pt x="0" y="2930149"/>
                  <a:pt x="0" y="28670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6744" y="16097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530" y="189012"/>
                </a:moveTo>
                <a:cubicBezTo>
                  <a:pt x="81037" y="189012"/>
                  <a:pt x="78507" y="188342"/>
                  <a:pt x="76312" y="187077"/>
                </a:cubicBezTo>
                <a:lnTo>
                  <a:pt x="53355" y="173496"/>
                </a:lnTo>
                <a:cubicBezTo>
                  <a:pt x="49932" y="171562"/>
                  <a:pt x="51606" y="170892"/>
                  <a:pt x="52722" y="170520"/>
                </a:cubicBezTo>
                <a:cubicBezTo>
                  <a:pt x="57299" y="168920"/>
                  <a:pt x="58229" y="168585"/>
                  <a:pt x="63103" y="165795"/>
                </a:cubicBezTo>
                <a:cubicBezTo>
                  <a:pt x="63624" y="165497"/>
                  <a:pt x="64294" y="165608"/>
                  <a:pt x="64815" y="165943"/>
                </a:cubicBezTo>
                <a:lnTo>
                  <a:pt x="82451" y="176399"/>
                </a:lnTo>
                <a:cubicBezTo>
                  <a:pt x="83083" y="176771"/>
                  <a:pt x="83976" y="176771"/>
                  <a:pt x="84572" y="176399"/>
                </a:cubicBezTo>
                <a:lnTo>
                  <a:pt x="153293" y="136736"/>
                </a:lnTo>
                <a:cubicBezTo>
                  <a:pt x="153925" y="136364"/>
                  <a:pt x="154335" y="135620"/>
                  <a:pt x="154335" y="134875"/>
                </a:cubicBezTo>
                <a:lnTo>
                  <a:pt x="154335" y="55550"/>
                </a:lnTo>
                <a:cubicBezTo>
                  <a:pt x="154335" y="54769"/>
                  <a:pt x="153925" y="54062"/>
                  <a:pt x="153256" y="53653"/>
                </a:cubicBezTo>
                <a:lnTo>
                  <a:pt x="84572" y="14027"/>
                </a:lnTo>
                <a:cubicBezTo>
                  <a:pt x="83939" y="13655"/>
                  <a:pt x="83083" y="13655"/>
                  <a:pt x="82451" y="14027"/>
                </a:cubicBezTo>
                <a:lnTo>
                  <a:pt x="13804" y="53690"/>
                </a:lnTo>
                <a:cubicBezTo>
                  <a:pt x="13134" y="54062"/>
                  <a:pt x="12725" y="54806"/>
                  <a:pt x="12725" y="55587"/>
                </a:cubicBezTo>
                <a:lnTo>
                  <a:pt x="12725" y="134875"/>
                </a:lnTo>
                <a:cubicBezTo>
                  <a:pt x="12725" y="135620"/>
                  <a:pt x="13134" y="136364"/>
                  <a:pt x="13804" y="136699"/>
                </a:cubicBezTo>
                <a:lnTo>
                  <a:pt x="32631" y="147563"/>
                </a:lnTo>
                <a:cubicBezTo>
                  <a:pt x="42863" y="152660"/>
                  <a:pt x="49113" y="146670"/>
                  <a:pt x="49113" y="140605"/>
                </a:cubicBezTo>
                <a:lnTo>
                  <a:pt x="49113" y="62322"/>
                </a:lnTo>
                <a:cubicBezTo>
                  <a:pt x="49113" y="61206"/>
                  <a:pt x="50006" y="60350"/>
                  <a:pt x="51122" y="60350"/>
                </a:cubicBezTo>
                <a:lnTo>
                  <a:pt x="59829" y="60350"/>
                </a:lnTo>
                <a:cubicBezTo>
                  <a:pt x="60908" y="60350"/>
                  <a:pt x="61838" y="61206"/>
                  <a:pt x="61838" y="62322"/>
                </a:cubicBezTo>
                <a:lnTo>
                  <a:pt x="61838" y="140643"/>
                </a:lnTo>
                <a:cubicBezTo>
                  <a:pt x="61838" y="154260"/>
                  <a:pt x="54397" y="162074"/>
                  <a:pt x="41486" y="162074"/>
                </a:cubicBezTo>
                <a:cubicBezTo>
                  <a:pt x="37505" y="162074"/>
                  <a:pt x="34379" y="162074"/>
                  <a:pt x="25673" y="157758"/>
                </a:cubicBezTo>
                <a:lnTo>
                  <a:pt x="7665" y="147377"/>
                </a:lnTo>
                <a:cubicBezTo>
                  <a:pt x="3200" y="144810"/>
                  <a:pt x="446" y="140010"/>
                  <a:pt x="446" y="134838"/>
                </a:cubicBezTo>
                <a:lnTo>
                  <a:pt x="446" y="55550"/>
                </a:lnTo>
                <a:cubicBezTo>
                  <a:pt x="446" y="50416"/>
                  <a:pt x="3200" y="45579"/>
                  <a:pt x="7665" y="43011"/>
                </a:cubicBezTo>
                <a:lnTo>
                  <a:pt x="76312" y="3349"/>
                </a:lnTo>
                <a:cubicBezTo>
                  <a:pt x="80665" y="893"/>
                  <a:pt x="86432" y="893"/>
                  <a:pt x="90748" y="3349"/>
                </a:cubicBezTo>
                <a:lnTo>
                  <a:pt x="159469" y="43049"/>
                </a:lnTo>
                <a:cubicBezTo>
                  <a:pt x="163934" y="45616"/>
                  <a:pt x="166688" y="50416"/>
                  <a:pt x="166688" y="55587"/>
                </a:cubicBezTo>
                <a:lnTo>
                  <a:pt x="166688" y="134875"/>
                </a:lnTo>
                <a:cubicBezTo>
                  <a:pt x="166688" y="140010"/>
                  <a:pt x="163934" y="144810"/>
                  <a:pt x="159469" y="147414"/>
                </a:cubicBezTo>
                <a:lnTo>
                  <a:pt x="90748" y="187077"/>
                </a:lnTo>
                <a:cubicBezTo>
                  <a:pt x="88553" y="188342"/>
                  <a:pt x="86060" y="189012"/>
                  <a:pt x="83530" y="189012"/>
                </a:cubicBezTo>
                <a:close/>
                <a:moveTo>
                  <a:pt x="139005" y="110840"/>
                </a:moveTo>
                <a:cubicBezTo>
                  <a:pt x="139005" y="95994"/>
                  <a:pt x="128960" y="92050"/>
                  <a:pt x="107863" y="89260"/>
                </a:cubicBezTo>
                <a:cubicBezTo>
                  <a:pt x="86506" y="86432"/>
                  <a:pt x="84348" y="84981"/>
                  <a:pt x="84348" y="79995"/>
                </a:cubicBezTo>
                <a:cubicBezTo>
                  <a:pt x="84348" y="75865"/>
                  <a:pt x="86171" y="70358"/>
                  <a:pt x="101984" y="70358"/>
                </a:cubicBezTo>
                <a:cubicBezTo>
                  <a:pt x="116086" y="70358"/>
                  <a:pt x="121295" y="73409"/>
                  <a:pt x="123453" y="82934"/>
                </a:cubicBezTo>
                <a:cubicBezTo>
                  <a:pt x="123639" y="83827"/>
                  <a:pt x="124458" y="84497"/>
                  <a:pt x="125388" y="84497"/>
                </a:cubicBezTo>
                <a:lnTo>
                  <a:pt x="134317" y="84497"/>
                </a:lnTo>
                <a:cubicBezTo>
                  <a:pt x="134875" y="84497"/>
                  <a:pt x="135396" y="84274"/>
                  <a:pt x="135768" y="83865"/>
                </a:cubicBezTo>
                <a:cubicBezTo>
                  <a:pt x="136141" y="83455"/>
                  <a:pt x="136327" y="82897"/>
                  <a:pt x="136289" y="82339"/>
                </a:cubicBezTo>
                <a:cubicBezTo>
                  <a:pt x="134913" y="65931"/>
                  <a:pt x="124011" y="58303"/>
                  <a:pt x="101984" y="58303"/>
                </a:cubicBezTo>
                <a:cubicBezTo>
                  <a:pt x="82376" y="58303"/>
                  <a:pt x="70693" y="66563"/>
                  <a:pt x="70693" y="80442"/>
                </a:cubicBezTo>
                <a:cubicBezTo>
                  <a:pt x="70693" y="95473"/>
                  <a:pt x="82339" y="99640"/>
                  <a:pt x="101129" y="101501"/>
                </a:cubicBezTo>
                <a:cubicBezTo>
                  <a:pt x="123639" y="103696"/>
                  <a:pt x="125388" y="107007"/>
                  <a:pt x="125388" y="111435"/>
                </a:cubicBezTo>
                <a:cubicBezTo>
                  <a:pt x="125388" y="119100"/>
                  <a:pt x="119211" y="122374"/>
                  <a:pt x="104738" y="122374"/>
                </a:cubicBezTo>
                <a:cubicBezTo>
                  <a:pt x="86544" y="122374"/>
                  <a:pt x="82562" y="117797"/>
                  <a:pt x="81223" y="108756"/>
                </a:cubicBezTo>
                <a:cubicBezTo>
                  <a:pt x="81074" y="107789"/>
                  <a:pt x="80256" y="107082"/>
                  <a:pt x="79251" y="107082"/>
                </a:cubicBezTo>
                <a:lnTo>
                  <a:pt x="70358" y="107082"/>
                </a:lnTo>
                <a:cubicBezTo>
                  <a:pt x="69242" y="107082"/>
                  <a:pt x="68387" y="107975"/>
                  <a:pt x="68387" y="109054"/>
                </a:cubicBezTo>
                <a:cubicBezTo>
                  <a:pt x="68387" y="120625"/>
                  <a:pt x="74675" y="134429"/>
                  <a:pt x="104775" y="134429"/>
                </a:cubicBezTo>
                <a:cubicBezTo>
                  <a:pt x="126504" y="134392"/>
                  <a:pt x="139005" y="125797"/>
                  <a:pt x="139005" y="11084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71625"/>
            <a:ext cx="389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is Built 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1990725"/>
            <a:ext cx="4038600" cy="647700"/>
          </a:xfrm>
          <a:custGeom>
            <a:avLst/>
            <a:gdLst/>
            <a:ahLst/>
            <a:cxnLst/>
            <a:rect l="l" t="t" r="r" b="b"/>
            <a:pathLst>
              <a:path w="4038600" h="647700">
                <a:moveTo>
                  <a:pt x="76202" y="0"/>
                </a:moveTo>
                <a:lnTo>
                  <a:pt x="3962398" y="0"/>
                </a:lnTo>
                <a:cubicBezTo>
                  <a:pt x="4004483" y="0"/>
                  <a:pt x="4038600" y="34117"/>
                  <a:pt x="4038600" y="76202"/>
                </a:cubicBezTo>
                <a:lnTo>
                  <a:pt x="4038600" y="571498"/>
                </a:lnTo>
                <a:cubicBezTo>
                  <a:pt x="4038600" y="613583"/>
                  <a:pt x="4004483" y="647700"/>
                  <a:pt x="3962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2124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09625" y="2238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9"/>
          <p:cNvSpPr/>
          <p:nvPr/>
        </p:nvSpPr>
        <p:spPr>
          <a:xfrm>
            <a:off x="1190625" y="2105025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Single-threaded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90625" y="2333625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execution thread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2752725"/>
            <a:ext cx="4038600" cy="647700"/>
          </a:xfrm>
          <a:custGeom>
            <a:avLst/>
            <a:gdLst/>
            <a:ahLst/>
            <a:cxnLst/>
            <a:rect l="l" t="t" r="r" b="b"/>
            <a:pathLst>
              <a:path w="4038600" h="647700">
                <a:moveTo>
                  <a:pt x="76202" y="0"/>
                </a:moveTo>
                <a:lnTo>
                  <a:pt x="3962398" y="0"/>
                </a:lnTo>
                <a:cubicBezTo>
                  <a:pt x="4004483" y="0"/>
                  <a:pt x="4038600" y="34117"/>
                  <a:pt x="4038600" y="76202"/>
                </a:cubicBezTo>
                <a:lnTo>
                  <a:pt x="4038600" y="571498"/>
                </a:lnTo>
                <a:cubicBezTo>
                  <a:pt x="4038600" y="613583"/>
                  <a:pt x="4004483" y="647700"/>
                  <a:pt x="3962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5325" y="2886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9625" y="3000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1190625" y="2867025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Non-blocking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90625" y="3095625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I/O operations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3514725"/>
            <a:ext cx="4038600" cy="647700"/>
          </a:xfrm>
          <a:custGeom>
            <a:avLst/>
            <a:gdLst/>
            <a:ahLst/>
            <a:cxnLst/>
            <a:rect l="l" t="t" r="r" b="b"/>
            <a:pathLst>
              <a:path w="4038600" h="647700">
                <a:moveTo>
                  <a:pt x="76202" y="0"/>
                </a:moveTo>
                <a:lnTo>
                  <a:pt x="3962398" y="0"/>
                </a:lnTo>
                <a:cubicBezTo>
                  <a:pt x="4004483" y="0"/>
                  <a:pt x="4038600" y="34117"/>
                  <a:pt x="4038600" y="76202"/>
                </a:cubicBezTo>
                <a:lnTo>
                  <a:pt x="4038600" y="571498"/>
                </a:lnTo>
                <a:cubicBezTo>
                  <a:pt x="4038600" y="613583"/>
                  <a:pt x="4004483" y="647700"/>
                  <a:pt x="3962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95325" y="3648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9150" y="37623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1190625" y="3629025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90625" y="385762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Reacts to events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763" y="4519613"/>
            <a:ext cx="4429125" cy="1952625"/>
          </a:xfrm>
          <a:custGeom>
            <a:avLst/>
            <a:gdLst/>
            <a:ahLst/>
            <a:cxnLst/>
            <a:rect l="l" t="t" r="r" b="b"/>
            <a:pathLst>
              <a:path w="4429125" h="1952625">
                <a:moveTo>
                  <a:pt x="114307" y="0"/>
                </a:moveTo>
                <a:lnTo>
                  <a:pt x="4314818" y="0"/>
                </a:lnTo>
                <a:cubicBezTo>
                  <a:pt x="4377948" y="0"/>
                  <a:pt x="4429125" y="51177"/>
                  <a:pt x="4429125" y="114307"/>
                </a:cubicBezTo>
                <a:lnTo>
                  <a:pt x="4429125" y="1838318"/>
                </a:lnTo>
                <a:cubicBezTo>
                  <a:pt x="4429125" y="1901448"/>
                  <a:pt x="4377948" y="1952625"/>
                  <a:pt x="4314818" y="1952625"/>
                </a:cubicBezTo>
                <a:lnTo>
                  <a:pt x="114307" y="1952625"/>
                </a:lnTo>
                <a:cubicBezTo>
                  <a:pt x="51177" y="1952625"/>
                  <a:pt x="0" y="1901448"/>
                  <a:pt x="0" y="18383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" y="511492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933227" y="5076825"/>
            <a:ext cx="3771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Insight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3227" y="5419725"/>
            <a:ext cx="3762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EventEmitter =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Node's async model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49143" y="1376363"/>
            <a:ext cx="6753225" cy="5095875"/>
          </a:xfrm>
          <a:custGeom>
            <a:avLst/>
            <a:gdLst/>
            <a:ahLst/>
            <a:cxnLst/>
            <a:rect l="l" t="t" r="r" b="b"/>
            <a:pathLst>
              <a:path w="6753225" h="5095875">
                <a:moveTo>
                  <a:pt x="114300" y="0"/>
                </a:moveTo>
                <a:lnTo>
                  <a:pt x="6638925" y="0"/>
                </a:lnTo>
                <a:cubicBezTo>
                  <a:pt x="6702051" y="0"/>
                  <a:pt x="6753225" y="51174"/>
                  <a:pt x="6753225" y="114300"/>
                </a:cubicBezTo>
                <a:lnTo>
                  <a:pt x="6753225" y="4981575"/>
                </a:lnTo>
                <a:cubicBezTo>
                  <a:pt x="6753225" y="5044701"/>
                  <a:pt x="6702051" y="5095875"/>
                  <a:pt x="6638925" y="5095875"/>
                </a:cubicBezTo>
                <a:lnTo>
                  <a:pt x="114300" y="5095875"/>
                </a:lnTo>
                <a:cubicBezTo>
                  <a:pt x="51174" y="5095875"/>
                  <a:pt x="0" y="5044701"/>
                  <a:pt x="0" y="4981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821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2530" y="1571625"/>
            <a:ext cx="621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EventEmitter Powers Core APIs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49168" y="1995487"/>
            <a:ext cx="6353175" cy="1228725"/>
          </a:xfrm>
          <a:custGeom>
            <a:avLst/>
            <a:gdLst/>
            <a:ahLst/>
            <a:cxnLst/>
            <a:rect l="l" t="t" r="r" b="b"/>
            <a:pathLst>
              <a:path w="6353175" h="1228725">
                <a:moveTo>
                  <a:pt x="76206" y="0"/>
                </a:moveTo>
                <a:lnTo>
                  <a:pt x="6276969" y="0"/>
                </a:lnTo>
                <a:cubicBezTo>
                  <a:pt x="6319057" y="0"/>
                  <a:pt x="6353175" y="34118"/>
                  <a:pt x="6353175" y="76206"/>
                </a:cubicBezTo>
                <a:lnTo>
                  <a:pt x="6353175" y="1152519"/>
                </a:lnTo>
                <a:cubicBezTo>
                  <a:pt x="6353175" y="1194607"/>
                  <a:pt x="6319057" y="1228725"/>
                  <a:pt x="6276969" y="1228725"/>
                </a:cubicBezTo>
                <a:lnTo>
                  <a:pt x="76206" y="1228725"/>
                </a:lnTo>
                <a:cubicBezTo>
                  <a:pt x="34118" y="1228725"/>
                  <a:pt x="0" y="1194607"/>
                  <a:pt x="0" y="1152519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30143" y="2181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32147"/>
                </a:moveTo>
                <a:cubicBezTo>
                  <a:pt x="0" y="26220"/>
                  <a:pt x="4789" y="21431"/>
                  <a:pt x="10716" y="21431"/>
                </a:cubicBezTo>
                <a:lnTo>
                  <a:pt x="139303" y="21431"/>
                </a:lnTo>
                <a:cubicBezTo>
                  <a:pt x="145230" y="21431"/>
                  <a:pt x="150019" y="26220"/>
                  <a:pt x="150019" y="32147"/>
                </a:cubicBezTo>
                <a:cubicBezTo>
                  <a:pt x="150019" y="38074"/>
                  <a:pt x="145230" y="42863"/>
                  <a:pt x="139303" y="42863"/>
                </a:cubicBezTo>
                <a:lnTo>
                  <a:pt x="10716" y="42863"/>
                </a:lnTo>
                <a:cubicBezTo>
                  <a:pt x="4789" y="42863"/>
                  <a:pt x="0" y="38074"/>
                  <a:pt x="0" y="32147"/>
                </a:cubicBezTo>
                <a:close/>
                <a:moveTo>
                  <a:pt x="21431" y="85725"/>
                </a:moveTo>
                <a:cubicBezTo>
                  <a:pt x="21431" y="79798"/>
                  <a:pt x="26220" y="75009"/>
                  <a:pt x="32147" y="75009"/>
                </a:cubicBezTo>
                <a:lnTo>
                  <a:pt x="160734" y="75009"/>
                </a:lnTo>
                <a:cubicBezTo>
                  <a:pt x="166661" y="75009"/>
                  <a:pt x="171450" y="79798"/>
                  <a:pt x="171450" y="85725"/>
                </a:cubicBezTo>
                <a:cubicBezTo>
                  <a:pt x="171450" y="91652"/>
                  <a:pt x="166661" y="96441"/>
                  <a:pt x="160734" y="96441"/>
                </a:cubicBezTo>
                <a:lnTo>
                  <a:pt x="32147" y="96441"/>
                </a:lnTo>
                <a:cubicBezTo>
                  <a:pt x="26220" y="96441"/>
                  <a:pt x="21431" y="91652"/>
                  <a:pt x="21431" y="85725"/>
                </a:cubicBezTo>
                <a:close/>
                <a:moveTo>
                  <a:pt x="150019" y="139303"/>
                </a:moveTo>
                <a:cubicBezTo>
                  <a:pt x="150019" y="145230"/>
                  <a:pt x="145230" y="150019"/>
                  <a:pt x="139303" y="150019"/>
                </a:cubicBezTo>
                <a:lnTo>
                  <a:pt x="10716" y="150019"/>
                </a:lnTo>
                <a:cubicBezTo>
                  <a:pt x="4789" y="150019"/>
                  <a:pt x="0" y="145230"/>
                  <a:pt x="0" y="139303"/>
                </a:cubicBezTo>
                <a:cubicBezTo>
                  <a:pt x="0" y="133376"/>
                  <a:pt x="4789" y="128588"/>
                  <a:pt x="10716" y="128588"/>
                </a:cubicBezTo>
                <a:lnTo>
                  <a:pt x="139303" y="128588"/>
                </a:lnTo>
                <a:cubicBezTo>
                  <a:pt x="145230" y="128588"/>
                  <a:pt x="150019" y="133376"/>
                  <a:pt x="150019" y="13930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5734943" y="2152650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572452" y="2152650"/>
            <a:ext cx="876300" cy="228600"/>
          </a:xfrm>
          <a:custGeom>
            <a:avLst/>
            <a:gdLst/>
            <a:ahLst/>
            <a:cxnLst/>
            <a:rect l="l" t="t" r="r" b="b"/>
            <a:pathLst>
              <a:path w="876300" h="228600">
                <a:moveTo>
                  <a:pt x="114300" y="0"/>
                </a:moveTo>
                <a:lnTo>
                  <a:pt x="762000" y="0"/>
                </a:lnTo>
                <a:cubicBezTo>
                  <a:pt x="825084" y="0"/>
                  <a:pt x="876300" y="51216"/>
                  <a:pt x="876300" y="114300"/>
                </a:cubicBezTo>
                <a:lnTo>
                  <a:pt x="876300" y="114300"/>
                </a:lnTo>
                <a:cubicBezTo>
                  <a:pt x="876300" y="177384"/>
                  <a:pt x="825084" y="228600"/>
                  <a:pt x="7620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572452" y="2152650"/>
            <a:ext cx="9334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Module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06330" y="2457450"/>
            <a:ext cx="6038850" cy="609600"/>
          </a:xfrm>
          <a:custGeom>
            <a:avLst/>
            <a:gdLst/>
            <a:ahLst/>
            <a:cxnLst/>
            <a:rect l="l" t="t" r="r" b="b"/>
            <a:pathLst>
              <a:path w="6038850" h="609600">
                <a:moveTo>
                  <a:pt x="76200" y="0"/>
                </a:moveTo>
                <a:lnTo>
                  <a:pt x="5962650" y="0"/>
                </a:lnTo>
                <a:cubicBezTo>
                  <a:pt x="6004706" y="0"/>
                  <a:pt x="6038850" y="34144"/>
                  <a:pt x="6038850" y="76200"/>
                </a:cubicBezTo>
                <a:lnTo>
                  <a:pt x="6038850" y="533400"/>
                </a:lnTo>
                <a:cubicBezTo>
                  <a:pt x="6038850" y="575456"/>
                  <a:pt x="6004706" y="609600"/>
                  <a:pt x="59626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Text 34"/>
          <p:cNvSpPr/>
          <p:nvPr/>
        </p:nvSpPr>
        <p:spPr>
          <a:xfrm>
            <a:off x="5520630" y="2571750"/>
            <a:ext cx="587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callback)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20630" y="2762250"/>
            <a:ext cx="587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'end'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callback)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49168" y="3348038"/>
            <a:ext cx="6353175" cy="1038225"/>
          </a:xfrm>
          <a:custGeom>
            <a:avLst/>
            <a:gdLst/>
            <a:ahLst/>
            <a:cxnLst/>
            <a:rect l="l" t="t" r="r" b="b"/>
            <a:pathLst>
              <a:path w="6353175" h="1038225">
                <a:moveTo>
                  <a:pt x="76195" y="0"/>
                </a:moveTo>
                <a:lnTo>
                  <a:pt x="6276980" y="0"/>
                </a:lnTo>
                <a:cubicBezTo>
                  <a:pt x="6319061" y="0"/>
                  <a:pt x="6353175" y="34114"/>
                  <a:pt x="6353175" y="76195"/>
                </a:cubicBezTo>
                <a:lnTo>
                  <a:pt x="6353175" y="962030"/>
                </a:lnTo>
                <a:cubicBezTo>
                  <a:pt x="6353175" y="1004111"/>
                  <a:pt x="6319061" y="1038225"/>
                  <a:pt x="6276980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40859" y="3533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5734943" y="35052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Servers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572452" y="3505200"/>
            <a:ext cx="876300" cy="228600"/>
          </a:xfrm>
          <a:custGeom>
            <a:avLst/>
            <a:gdLst/>
            <a:ahLst/>
            <a:cxnLst/>
            <a:rect l="l" t="t" r="r" b="b"/>
            <a:pathLst>
              <a:path w="876300" h="228600">
                <a:moveTo>
                  <a:pt x="114300" y="0"/>
                </a:moveTo>
                <a:lnTo>
                  <a:pt x="762000" y="0"/>
                </a:lnTo>
                <a:cubicBezTo>
                  <a:pt x="825084" y="0"/>
                  <a:pt x="876300" y="51216"/>
                  <a:pt x="876300" y="114300"/>
                </a:cubicBezTo>
                <a:lnTo>
                  <a:pt x="876300" y="114300"/>
                </a:lnTo>
                <a:cubicBezTo>
                  <a:pt x="876300" y="177384"/>
                  <a:pt x="825084" y="228600"/>
                  <a:pt x="7620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572452" y="3505200"/>
            <a:ext cx="933450" cy="2286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Module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06330" y="3810000"/>
            <a:ext cx="6038850" cy="419100"/>
          </a:xfrm>
          <a:custGeom>
            <a:avLst/>
            <a:gdLst/>
            <a:ahLst/>
            <a:cxnLst/>
            <a:rect l="l" t="t" r="r" b="b"/>
            <a:pathLst>
              <a:path w="6038850" h="419100">
                <a:moveTo>
                  <a:pt x="76201" y="0"/>
                </a:moveTo>
                <a:lnTo>
                  <a:pt x="5962649" y="0"/>
                </a:lnTo>
                <a:cubicBezTo>
                  <a:pt x="6004734" y="0"/>
                  <a:pt x="6038850" y="34116"/>
                  <a:pt x="6038850" y="76201"/>
                </a:cubicBezTo>
                <a:lnTo>
                  <a:pt x="6038850" y="342899"/>
                </a:lnTo>
                <a:cubicBezTo>
                  <a:pt x="6038850" y="384984"/>
                  <a:pt x="6004734" y="419100"/>
                  <a:pt x="596264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Text 42"/>
          <p:cNvSpPr/>
          <p:nvPr/>
        </p:nvSpPr>
        <p:spPr>
          <a:xfrm>
            <a:off x="5520630" y="3924300"/>
            <a:ext cx="587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'request'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handler)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249168" y="4510088"/>
            <a:ext cx="3114675" cy="809625"/>
          </a:xfrm>
          <a:custGeom>
            <a:avLst/>
            <a:gdLst/>
            <a:ahLst/>
            <a:cxnLst/>
            <a:rect l="l" t="t" r="r" b="b"/>
            <a:pathLst>
              <a:path w="3114675" h="809625">
                <a:moveTo>
                  <a:pt x="76202" y="0"/>
                </a:moveTo>
                <a:lnTo>
                  <a:pt x="3038473" y="0"/>
                </a:lnTo>
                <a:cubicBezTo>
                  <a:pt x="3080558" y="0"/>
                  <a:pt x="3114675" y="34117"/>
                  <a:pt x="3114675" y="76202"/>
                </a:cubicBezTo>
                <a:lnTo>
                  <a:pt x="3114675" y="733423"/>
                </a:lnTo>
                <a:cubicBezTo>
                  <a:pt x="3114675" y="775508"/>
                  <a:pt x="3080558" y="809625"/>
                  <a:pt x="30384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19427" y="4695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8752" y="75545"/>
                </a:moveTo>
                <a:lnTo>
                  <a:pt x="10850" y="99187"/>
                </a:lnTo>
                <a:lnTo>
                  <a:pt x="10850" y="32147"/>
                </a:lnTo>
                <a:cubicBezTo>
                  <a:pt x="10850" y="20326"/>
                  <a:pt x="20460" y="10716"/>
                  <a:pt x="32281" y="10716"/>
                </a:cubicBezTo>
                <a:lnTo>
                  <a:pt x="78726" y="10716"/>
                </a:lnTo>
                <a:cubicBezTo>
                  <a:pt x="83347" y="10716"/>
                  <a:pt x="87868" y="12223"/>
                  <a:pt x="91585" y="15002"/>
                </a:cubicBezTo>
                <a:lnTo>
                  <a:pt x="104444" y="24646"/>
                </a:lnTo>
                <a:cubicBezTo>
                  <a:pt x="106286" y="26052"/>
                  <a:pt x="108563" y="26789"/>
                  <a:pt x="110873" y="26789"/>
                </a:cubicBezTo>
                <a:lnTo>
                  <a:pt x="150153" y="26789"/>
                </a:lnTo>
                <a:cubicBezTo>
                  <a:pt x="161973" y="26789"/>
                  <a:pt x="171584" y="36400"/>
                  <a:pt x="171584" y="48220"/>
                </a:cubicBezTo>
                <a:lnTo>
                  <a:pt x="171584" y="53578"/>
                </a:lnTo>
                <a:lnTo>
                  <a:pt x="49225" y="53578"/>
                </a:lnTo>
                <a:cubicBezTo>
                  <a:pt x="35395" y="53578"/>
                  <a:pt x="23106" y="62419"/>
                  <a:pt x="18719" y="75545"/>
                </a:cubicBezTo>
                <a:close/>
                <a:moveTo>
                  <a:pt x="159998" y="150019"/>
                </a:moveTo>
                <a:lnTo>
                  <a:pt x="33151" y="150019"/>
                </a:lnTo>
                <a:cubicBezTo>
                  <a:pt x="22168" y="150019"/>
                  <a:pt x="14433" y="139270"/>
                  <a:pt x="17915" y="128855"/>
                </a:cubicBezTo>
                <a:lnTo>
                  <a:pt x="33989" y="80635"/>
                </a:lnTo>
                <a:cubicBezTo>
                  <a:pt x="36165" y="74072"/>
                  <a:pt x="42327" y="69652"/>
                  <a:pt x="49225" y="69652"/>
                </a:cubicBezTo>
                <a:lnTo>
                  <a:pt x="176071" y="69652"/>
                </a:lnTo>
                <a:cubicBezTo>
                  <a:pt x="187055" y="69652"/>
                  <a:pt x="194790" y="80401"/>
                  <a:pt x="191307" y="90815"/>
                </a:cubicBezTo>
                <a:lnTo>
                  <a:pt x="175234" y="139035"/>
                </a:lnTo>
                <a:cubicBezTo>
                  <a:pt x="173057" y="145599"/>
                  <a:pt x="166896" y="150019"/>
                  <a:pt x="159998" y="15001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7" name="Text 45"/>
          <p:cNvSpPr/>
          <p:nvPr/>
        </p:nvSpPr>
        <p:spPr>
          <a:xfrm>
            <a:off x="5734943" y="466725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System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06330" y="4972050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fs.watch(), fs.createReadStream()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89603" y="4510088"/>
            <a:ext cx="3114675" cy="809625"/>
          </a:xfrm>
          <a:custGeom>
            <a:avLst/>
            <a:gdLst/>
            <a:ahLst/>
            <a:cxnLst/>
            <a:rect l="l" t="t" r="r" b="b"/>
            <a:pathLst>
              <a:path w="3114675" h="809625">
                <a:moveTo>
                  <a:pt x="76202" y="0"/>
                </a:moveTo>
                <a:lnTo>
                  <a:pt x="3038473" y="0"/>
                </a:lnTo>
                <a:cubicBezTo>
                  <a:pt x="3080558" y="0"/>
                  <a:pt x="3114675" y="34117"/>
                  <a:pt x="3114675" y="76202"/>
                </a:cubicBezTo>
                <a:lnTo>
                  <a:pt x="3114675" y="733423"/>
                </a:lnTo>
                <a:cubicBezTo>
                  <a:pt x="3114675" y="775508"/>
                  <a:pt x="3080558" y="809625"/>
                  <a:pt x="303847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70578" y="4695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3148" y="39715"/>
                </a:moveTo>
                <a:cubicBezTo>
                  <a:pt x="-1038" y="35529"/>
                  <a:pt x="-1038" y="28731"/>
                  <a:pt x="3148" y="24545"/>
                </a:cubicBezTo>
                <a:cubicBezTo>
                  <a:pt x="7334" y="20360"/>
                  <a:pt x="14131" y="20360"/>
                  <a:pt x="18317" y="24545"/>
                </a:cubicBezTo>
                <a:lnTo>
                  <a:pt x="71895" y="78124"/>
                </a:lnTo>
                <a:cubicBezTo>
                  <a:pt x="76081" y="82309"/>
                  <a:pt x="76081" y="89107"/>
                  <a:pt x="71895" y="93293"/>
                </a:cubicBezTo>
                <a:lnTo>
                  <a:pt x="18317" y="146871"/>
                </a:lnTo>
                <a:cubicBezTo>
                  <a:pt x="14131" y="151057"/>
                  <a:pt x="7334" y="151057"/>
                  <a:pt x="3148" y="146871"/>
                </a:cubicBezTo>
                <a:cubicBezTo>
                  <a:pt x="-1038" y="142685"/>
                  <a:pt x="-1038" y="135888"/>
                  <a:pt x="3148" y="131702"/>
                </a:cubicBezTo>
                <a:lnTo>
                  <a:pt x="49124" y="85725"/>
                </a:lnTo>
                <a:lnTo>
                  <a:pt x="3148" y="39715"/>
                </a:lnTo>
                <a:close/>
                <a:moveTo>
                  <a:pt x="75009" y="128588"/>
                </a:moveTo>
                <a:lnTo>
                  <a:pt x="160734" y="128588"/>
                </a:lnTo>
                <a:cubicBezTo>
                  <a:pt x="166661" y="128588"/>
                  <a:pt x="171450" y="133376"/>
                  <a:pt x="171450" y="139303"/>
                </a:cubicBezTo>
                <a:cubicBezTo>
                  <a:pt x="171450" y="145230"/>
                  <a:pt x="166661" y="150019"/>
                  <a:pt x="160734" y="150019"/>
                </a:cubicBezTo>
                <a:lnTo>
                  <a:pt x="75009" y="150019"/>
                </a:lnTo>
                <a:cubicBezTo>
                  <a:pt x="69082" y="150019"/>
                  <a:pt x="64294" y="145230"/>
                  <a:pt x="64294" y="139303"/>
                </a:cubicBezTo>
                <a:cubicBezTo>
                  <a:pt x="64294" y="133376"/>
                  <a:pt x="69082" y="128588"/>
                  <a:pt x="75009" y="12858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1" name="Text 49"/>
          <p:cNvSpPr/>
          <p:nvPr/>
        </p:nvSpPr>
        <p:spPr>
          <a:xfrm>
            <a:off x="8975378" y="4667250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46765" y="4972050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process.on('SIGINT')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90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Example &amp; Core Methods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started with EventEmitter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76363"/>
            <a:ext cx="5591175" cy="4429125"/>
          </a:xfrm>
          <a:custGeom>
            <a:avLst/>
            <a:gdLst/>
            <a:ahLst/>
            <a:cxnLst/>
            <a:rect l="l" t="t" r="r" b="b"/>
            <a:pathLst>
              <a:path w="5591175" h="4429125">
                <a:moveTo>
                  <a:pt x="114316" y="0"/>
                </a:moveTo>
                <a:lnTo>
                  <a:pt x="5476859" y="0"/>
                </a:lnTo>
                <a:cubicBezTo>
                  <a:pt x="5539994" y="0"/>
                  <a:pt x="5591175" y="51181"/>
                  <a:pt x="5591175" y="114316"/>
                </a:cubicBezTo>
                <a:lnTo>
                  <a:pt x="5591175" y="4314809"/>
                </a:lnTo>
                <a:cubicBezTo>
                  <a:pt x="5591175" y="4377944"/>
                  <a:pt x="5539994" y="4429125"/>
                  <a:pt x="5476859" y="4429125"/>
                </a:cubicBezTo>
                <a:lnTo>
                  <a:pt x="114316" y="4429125"/>
                </a:lnTo>
                <a:cubicBezTo>
                  <a:pt x="51181" y="4429125"/>
                  <a:pt x="0" y="4377944"/>
                  <a:pt x="0" y="431480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2931" y="16097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716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95487"/>
            <a:ext cx="5191125" cy="1685925"/>
          </a:xfrm>
          <a:custGeom>
            <a:avLst/>
            <a:gdLst/>
            <a:ahLst/>
            <a:cxnLst/>
            <a:rect l="l" t="t" r="r" b="b"/>
            <a:pathLst>
              <a:path w="5191125" h="1685925">
                <a:moveTo>
                  <a:pt x="76204" y="0"/>
                </a:moveTo>
                <a:lnTo>
                  <a:pt x="5114921" y="0"/>
                </a:lnTo>
                <a:cubicBezTo>
                  <a:pt x="5157007" y="0"/>
                  <a:pt x="5191125" y="34118"/>
                  <a:pt x="5191125" y="76204"/>
                </a:cubicBezTo>
                <a:lnTo>
                  <a:pt x="5191125" y="1609721"/>
                </a:lnTo>
                <a:cubicBezTo>
                  <a:pt x="5191125" y="1651807"/>
                  <a:pt x="5157007" y="1685925"/>
                  <a:pt x="5114921" y="1685925"/>
                </a:cubicBezTo>
                <a:lnTo>
                  <a:pt x="76204" y="1685925"/>
                </a:lnTo>
                <a:cubicBezTo>
                  <a:pt x="34118" y="1685925"/>
                  <a:pt x="0" y="1651807"/>
                  <a:pt x="0" y="16097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526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EventEmitter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'events'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2950" y="23431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emitter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EventEmitter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2950" y="26479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'greet'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(name) =&gt; {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5350" y="2838450"/>
            <a:ext cx="479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`Hello ${name}`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2950" y="30289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2950" y="33337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'greet'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'Shawon'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788" y="3843338"/>
            <a:ext cx="5191125" cy="771525"/>
          </a:xfrm>
          <a:custGeom>
            <a:avLst/>
            <a:gdLst/>
            <a:ahLst/>
            <a:cxnLst/>
            <a:rect l="l" t="t" r="r" b="b"/>
            <a:pathLst>
              <a:path w="5191125" h="771525">
                <a:moveTo>
                  <a:pt x="76204" y="0"/>
                </a:moveTo>
                <a:lnTo>
                  <a:pt x="5114921" y="0"/>
                </a:lnTo>
                <a:cubicBezTo>
                  <a:pt x="5157008" y="0"/>
                  <a:pt x="5191125" y="34117"/>
                  <a:pt x="5191125" y="76204"/>
                </a:cubicBezTo>
                <a:lnTo>
                  <a:pt x="5191125" y="695321"/>
                </a:lnTo>
                <a:cubicBezTo>
                  <a:pt x="5191125" y="737408"/>
                  <a:pt x="5157008" y="771525"/>
                  <a:pt x="511492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950" y="400050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2950" y="42291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Hello Shawon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5967413"/>
            <a:ext cx="5591175" cy="771525"/>
          </a:xfrm>
          <a:custGeom>
            <a:avLst/>
            <a:gdLst/>
            <a:ahLst/>
            <a:cxnLst/>
            <a:rect l="l" t="t" r="r" b="b"/>
            <a:pathLst>
              <a:path w="5591175" h="771525">
                <a:moveTo>
                  <a:pt x="114301" y="0"/>
                </a:moveTo>
                <a:lnTo>
                  <a:pt x="5476874" y="0"/>
                </a:lnTo>
                <a:cubicBezTo>
                  <a:pt x="5540001" y="0"/>
                  <a:pt x="5591175" y="51174"/>
                  <a:pt x="5591175" y="114301"/>
                </a:cubicBezTo>
                <a:lnTo>
                  <a:pt x="5591175" y="657224"/>
                </a:lnTo>
                <a:cubicBezTo>
                  <a:pt x="5591175" y="720351"/>
                  <a:pt x="5540001" y="771525"/>
                  <a:pt x="547687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788" y="62579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884188" y="6124575"/>
            <a:ext cx="501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must-know: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5 methods are essential for any Node.js interview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5063" y="1376363"/>
            <a:ext cx="5591175" cy="5362575"/>
          </a:xfrm>
          <a:custGeom>
            <a:avLst/>
            <a:gdLst/>
            <a:ahLst/>
            <a:cxnLst/>
            <a:rect l="l" t="t" r="r" b="b"/>
            <a:pathLst>
              <a:path w="5591175" h="5362575">
                <a:moveTo>
                  <a:pt x="114276" y="0"/>
                </a:moveTo>
                <a:lnTo>
                  <a:pt x="5476899" y="0"/>
                </a:lnTo>
                <a:cubicBezTo>
                  <a:pt x="5540012" y="0"/>
                  <a:pt x="5591175" y="51163"/>
                  <a:pt x="5591175" y="114276"/>
                </a:cubicBezTo>
                <a:lnTo>
                  <a:pt x="5591175" y="5248299"/>
                </a:lnTo>
                <a:cubicBezTo>
                  <a:pt x="5591175" y="5311412"/>
                  <a:pt x="5540012" y="5362575"/>
                  <a:pt x="5476899" y="5362575"/>
                </a:cubicBezTo>
                <a:lnTo>
                  <a:pt x="114276" y="5362575"/>
                </a:lnTo>
                <a:cubicBezTo>
                  <a:pt x="51163" y="5362575"/>
                  <a:pt x="0" y="5311412"/>
                  <a:pt x="0" y="5248299"/>
                </a:cubicBezTo>
                <a:lnTo>
                  <a:pt x="0" y="114276"/>
                </a:lnTo>
                <a:cubicBezTo>
                  <a:pt x="0" y="51163"/>
                  <a:pt x="51163" y="0"/>
                  <a:pt x="11427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4138" y="16097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53578"/>
                </a:moveTo>
                <a:cubicBezTo>
                  <a:pt x="27716" y="53578"/>
                  <a:pt x="35719" y="45576"/>
                  <a:pt x="35719" y="35719"/>
                </a:cubicBezTo>
                <a:cubicBezTo>
                  <a:pt x="35719" y="25862"/>
                  <a:pt x="27716" y="17859"/>
                  <a:pt x="17859" y="17859"/>
                </a:cubicBezTo>
                <a:cubicBezTo>
                  <a:pt x="8003" y="17859"/>
                  <a:pt x="0" y="25862"/>
                  <a:pt x="0" y="35719"/>
                </a:cubicBezTo>
                <a:cubicBezTo>
                  <a:pt x="0" y="45576"/>
                  <a:pt x="8003" y="53578"/>
                  <a:pt x="17859" y="53578"/>
                </a:cubicBez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17859" y="172641"/>
                </a:moveTo>
                <a:cubicBezTo>
                  <a:pt x="27716" y="172641"/>
                  <a:pt x="35719" y="164638"/>
                  <a:pt x="35719" y="154781"/>
                </a:cubicBezTo>
                <a:cubicBezTo>
                  <a:pt x="35719" y="144924"/>
                  <a:pt x="27716" y="136922"/>
                  <a:pt x="17859" y="136922"/>
                </a:cubicBezTo>
                <a:cubicBezTo>
                  <a:pt x="8003" y="136922"/>
                  <a:pt x="0" y="144924"/>
                  <a:pt x="0" y="154781"/>
                </a:cubicBezTo>
                <a:cubicBezTo>
                  <a:pt x="0" y="164638"/>
                  <a:pt x="8003" y="172641"/>
                  <a:pt x="17859" y="172641"/>
                </a:cubicBezTo>
                <a:close/>
                <a:moveTo>
                  <a:pt x="35719" y="95250"/>
                </a:moveTo>
                <a:cubicBezTo>
                  <a:pt x="35719" y="85393"/>
                  <a:pt x="27716" y="77391"/>
                  <a:pt x="17859" y="77391"/>
                </a:cubicBezTo>
                <a:cubicBezTo>
                  <a:pt x="8003" y="77391"/>
                  <a:pt x="0" y="85393"/>
                  <a:pt x="0" y="95250"/>
                </a:cubicBezTo>
                <a:cubicBezTo>
                  <a:pt x="0" y="105107"/>
                  <a:pt x="8003" y="113109"/>
                  <a:pt x="17859" y="113109"/>
                </a:cubicBezTo>
                <a:cubicBezTo>
                  <a:pt x="27716" y="113109"/>
                  <a:pt x="35719" y="105107"/>
                  <a:pt x="35719" y="9525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6648450" y="15716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Methods Overview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15088" y="1995487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72250" y="215265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.on(event, fn)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088588" y="2152650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1088588" y="2152650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72250" y="24574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a listener for the specified event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5088" y="2928938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72250" y="30861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.emit(event, ...args)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929045" y="3086100"/>
            <a:ext cx="523875" cy="228600"/>
          </a:xfrm>
          <a:custGeom>
            <a:avLst/>
            <a:gdLst/>
            <a:ahLst/>
            <a:cxnLst/>
            <a:rect l="l" t="t" r="r" b="b"/>
            <a:pathLst>
              <a:path w="523875" h="228600">
                <a:moveTo>
                  <a:pt x="38101" y="0"/>
                </a:moveTo>
                <a:lnTo>
                  <a:pt x="485774" y="0"/>
                </a:lnTo>
                <a:cubicBezTo>
                  <a:pt x="506817" y="0"/>
                  <a:pt x="523875" y="17058"/>
                  <a:pt x="523875" y="38101"/>
                </a:cubicBezTo>
                <a:lnTo>
                  <a:pt x="523875" y="190499"/>
                </a:lnTo>
                <a:cubicBezTo>
                  <a:pt x="523875" y="211542"/>
                  <a:pt x="506817" y="228600"/>
                  <a:pt x="4857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929045" y="3086100"/>
            <a:ext cx="5810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72250" y="339090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 the event with optional arguments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5088" y="3862387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2250" y="4019550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.once(event, fn)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028908" y="4019550"/>
            <a:ext cx="419100" cy="228600"/>
          </a:xfrm>
          <a:custGeom>
            <a:avLst/>
            <a:gdLst/>
            <a:ahLst/>
            <a:cxnLst/>
            <a:rect l="l" t="t" r="r" b="b"/>
            <a:pathLst>
              <a:path w="419100" h="228600">
                <a:moveTo>
                  <a:pt x="38101" y="0"/>
                </a:moveTo>
                <a:lnTo>
                  <a:pt x="380999" y="0"/>
                </a:lnTo>
                <a:cubicBezTo>
                  <a:pt x="402042" y="0"/>
                  <a:pt x="419100" y="17058"/>
                  <a:pt x="419100" y="38101"/>
                </a:cubicBezTo>
                <a:lnTo>
                  <a:pt x="419100" y="190499"/>
                </a:lnTo>
                <a:cubicBezTo>
                  <a:pt x="419100" y="211542"/>
                  <a:pt x="402042" y="228600"/>
                  <a:pt x="380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1028908" y="4019550"/>
            <a:ext cx="476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72250" y="43243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listener that runs only one time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5088" y="4795838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2250" y="49530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.off(event, fn)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885363" y="4953000"/>
            <a:ext cx="561975" cy="228600"/>
          </a:xfrm>
          <a:custGeom>
            <a:avLst/>
            <a:gdLst/>
            <a:ahLst/>
            <a:cxnLst/>
            <a:rect l="l" t="t" r="r" b="b"/>
            <a:pathLst>
              <a:path w="561975" h="228600">
                <a:moveTo>
                  <a:pt x="38101" y="0"/>
                </a:moveTo>
                <a:lnTo>
                  <a:pt x="523874" y="0"/>
                </a:lnTo>
                <a:cubicBezTo>
                  <a:pt x="544917" y="0"/>
                  <a:pt x="561975" y="17058"/>
                  <a:pt x="561975" y="38101"/>
                </a:cubicBezTo>
                <a:lnTo>
                  <a:pt x="561975" y="190499"/>
                </a:lnTo>
                <a:cubicBezTo>
                  <a:pt x="561975" y="211542"/>
                  <a:pt x="544917" y="228600"/>
                  <a:pt x="5238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885363" y="4953000"/>
            <a:ext cx="6191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72250" y="525780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a specific listener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5088" y="5729288"/>
            <a:ext cx="5191125" cy="809625"/>
          </a:xfrm>
          <a:custGeom>
            <a:avLst/>
            <a:gdLst/>
            <a:ahLst/>
            <a:cxnLst/>
            <a:rect l="l" t="t" r="r" b="b"/>
            <a:pathLst>
              <a:path w="5191125" h="809625">
                <a:moveTo>
                  <a:pt x="76202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33423"/>
                </a:lnTo>
                <a:cubicBezTo>
                  <a:pt x="5191125" y="775508"/>
                  <a:pt x="5157008" y="809625"/>
                  <a:pt x="5114923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2250" y="588645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.removeAllListeners()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031587" y="5886450"/>
            <a:ext cx="419100" cy="228600"/>
          </a:xfrm>
          <a:custGeom>
            <a:avLst/>
            <a:gdLst/>
            <a:ahLst/>
            <a:cxnLst/>
            <a:rect l="l" t="t" r="r" b="b"/>
            <a:pathLst>
              <a:path w="419100" h="228600">
                <a:moveTo>
                  <a:pt x="38101" y="0"/>
                </a:moveTo>
                <a:lnTo>
                  <a:pt x="380999" y="0"/>
                </a:lnTo>
                <a:cubicBezTo>
                  <a:pt x="402042" y="0"/>
                  <a:pt x="419100" y="17058"/>
                  <a:pt x="419100" y="38101"/>
                </a:cubicBezTo>
                <a:lnTo>
                  <a:pt x="419100" y="190499"/>
                </a:lnTo>
                <a:cubicBezTo>
                  <a:pt x="419100" y="211542"/>
                  <a:pt x="402042" y="228600"/>
                  <a:pt x="380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1031587" y="5886450"/>
            <a:ext cx="476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72250" y="6191250"/>
            <a:ext cx="494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all listeners from the emitter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933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Methods Deep Dive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on(), emit(), and once()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495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2730" y="1590675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.on()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8225" y="1552575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Registers Listeners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688" y="1995487"/>
            <a:ext cx="3371850" cy="428625"/>
          </a:xfrm>
          <a:custGeom>
            <a:avLst/>
            <a:gdLst/>
            <a:ahLst/>
            <a:cxnLst/>
            <a:rect l="l" t="t" r="r" b="b"/>
            <a:pathLst>
              <a:path w="3371850" h="428625">
                <a:moveTo>
                  <a:pt x="76201" y="0"/>
                </a:moveTo>
                <a:lnTo>
                  <a:pt x="3295649" y="0"/>
                </a:lnTo>
                <a:cubicBezTo>
                  <a:pt x="3337734" y="0"/>
                  <a:pt x="3371850" y="34116"/>
                  <a:pt x="3371850" y="76201"/>
                </a:cubicBezTo>
                <a:lnTo>
                  <a:pt x="3371850" y="352424"/>
                </a:lnTo>
                <a:cubicBezTo>
                  <a:pt x="3371850" y="394509"/>
                  <a:pt x="3337734" y="428625"/>
                  <a:pt x="32956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50" y="2114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callback);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4356" y="25812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54317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 add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listeners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356" y="2847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2809875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Executed in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 order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925" y="49958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2925" y="51149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5381625"/>
            <a:ext cx="571500" cy="228600"/>
          </a:xfrm>
          <a:custGeom>
            <a:avLst/>
            <a:gdLst/>
            <a:ahLst/>
            <a:cxnLst/>
            <a:rect l="l" t="t" r="r" b="b"/>
            <a:pathLst>
              <a:path w="571500" h="228600">
                <a:moveTo>
                  <a:pt x="38101" y="0"/>
                </a:moveTo>
                <a:lnTo>
                  <a:pt x="533399" y="0"/>
                </a:lnTo>
                <a:cubicBezTo>
                  <a:pt x="554442" y="0"/>
                  <a:pt x="571500" y="17058"/>
                  <a:pt x="571500" y="38101"/>
                </a:cubicBezTo>
                <a:lnTo>
                  <a:pt x="571500" y="190499"/>
                </a:lnTo>
                <a:cubicBezTo>
                  <a:pt x="571500" y="211542"/>
                  <a:pt x="554442" y="228600"/>
                  <a:pt x="5333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2925" y="5381625"/>
            <a:ext cx="6286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6458" y="5381625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800100" h="228600">
                <a:moveTo>
                  <a:pt x="38101" y="0"/>
                </a:moveTo>
                <a:lnTo>
                  <a:pt x="761999" y="0"/>
                </a:lnTo>
                <a:cubicBezTo>
                  <a:pt x="783042" y="0"/>
                  <a:pt x="800100" y="17058"/>
                  <a:pt x="800100" y="38101"/>
                </a:cubicBezTo>
                <a:lnTo>
                  <a:pt x="800100" y="190499"/>
                </a:lnTo>
                <a:cubicBezTo>
                  <a:pt x="800100" y="211542"/>
                  <a:pt x="783042" y="228600"/>
                  <a:pt x="761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86458" y="5381625"/>
            <a:ext cx="8572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063279" y="5381625"/>
            <a:ext cx="704850" cy="228600"/>
          </a:xfrm>
          <a:custGeom>
            <a:avLst/>
            <a:gdLst/>
            <a:ahLst/>
            <a:cxnLst/>
            <a:rect l="l" t="t" r="r" b="b"/>
            <a:pathLst>
              <a:path w="704850" h="228600">
                <a:moveTo>
                  <a:pt x="38101" y="0"/>
                </a:moveTo>
                <a:lnTo>
                  <a:pt x="666749" y="0"/>
                </a:lnTo>
                <a:cubicBezTo>
                  <a:pt x="687792" y="0"/>
                  <a:pt x="704850" y="17058"/>
                  <a:pt x="704850" y="38101"/>
                </a:cubicBezTo>
                <a:lnTo>
                  <a:pt x="704850" y="190499"/>
                </a:lnTo>
                <a:cubicBezTo>
                  <a:pt x="704850" y="211542"/>
                  <a:pt x="687792" y="228600"/>
                  <a:pt x="6667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2063279" y="5381625"/>
            <a:ext cx="7620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46513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3675" y="1495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313188" y="159067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.emit()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8975" y="1552575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Triggers Events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8438" y="1995487"/>
            <a:ext cx="3371850" cy="428625"/>
          </a:xfrm>
          <a:custGeom>
            <a:avLst/>
            <a:gdLst/>
            <a:ahLst/>
            <a:cxnLst/>
            <a:rect l="l" t="t" r="r" b="b"/>
            <a:pathLst>
              <a:path w="3371850" h="428625">
                <a:moveTo>
                  <a:pt x="76201" y="0"/>
                </a:moveTo>
                <a:lnTo>
                  <a:pt x="3295649" y="0"/>
                </a:lnTo>
                <a:cubicBezTo>
                  <a:pt x="3337734" y="0"/>
                  <a:pt x="3371850" y="34116"/>
                  <a:pt x="3371850" y="76201"/>
                </a:cubicBezTo>
                <a:lnTo>
                  <a:pt x="3371850" y="352424"/>
                </a:lnTo>
                <a:cubicBezTo>
                  <a:pt x="3371850" y="394509"/>
                  <a:pt x="3337734" y="428625"/>
                  <a:pt x="32956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7500" y="2114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5107" y="25812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4622750" y="254317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unlimited arguments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5107" y="2847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4622750" y="2809875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listeners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3675" y="5033963"/>
            <a:ext cx="3381375" cy="576263"/>
          </a:xfrm>
          <a:custGeom>
            <a:avLst/>
            <a:gdLst/>
            <a:ahLst/>
            <a:cxnLst/>
            <a:rect l="l" t="t" r="r" b="b"/>
            <a:pathLst>
              <a:path w="3381375" h="576263">
                <a:moveTo>
                  <a:pt x="9525" y="0"/>
                </a:moveTo>
                <a:lnTo>
                  <a:pt x="3371850" y="0"/>
                </a:lnTo>
                <a:cubicBezTo>
                  <a:pt x="3377107" y="0"/>
                  <a:pt x="3381375" y="4268"/>
                  <a:pt x="3381375" y="9525"/>
                </a:cubicBezTo>
                <a:lnTo>
                  <a:pt x="3381375" y="500063"/>
                </a:lnTo>
                <a:cubicBezTo>
                  <a:pt x="3381375" y="542147"/>
                  <a:pt x="3347259" y="576263"/>
                  <a:pt x="3305176" y="576263"/>
                </a:cubicBezTo>
                <a:lnTo>
                  <a:pt x="76199" y="576263"/>
                </a:lnTo>
                <a:cubicBezTo>
                  <a:pt x="34116" y="576263"/>
                  <a:pt x="0" y="542147"/>
                  <a:pt x="0" y="500063"/>
                </a:cubicBezTo>
                <a:lnTo>
                  <a:pt x="0" y="9525"/>
                </a:lnTo>
                <a:cubicBezTo>
                  <a:pt x="0" y="4268"/>
                  <a:pt x="4268" y="0"/>
                  <a:pt x="952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4403675" y="50339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9525" y="0"/>
                </a:moveTo>
                <a:lnTo>
                  <a:pt x="3371850" y="0"/>
                </a:lnTo>
                <a:cubicBezTo>
                  <a:pt x="3377107" y="0"/>
                  <a:pt x="3381375" y="4268"/>
                  <a:pt x="3381375" y="9525"/>
                </a:cubicBezTo>
                <a:lnTo>
                  <a:pt x="3381375" y="9525"/>
                </a:lnTo>
                <a:lnTo>
                  <a:pt x="0" y="9525"/>
                </a:lnTo>
                <a:lnTo>
                  <a:pt x="0" y="9525"/>
                </a:lnTo>
                <a:cubicBezTo>
                  <a:pt x="0" y="4268"/>
                  <a:pt x="4268" y="0"/>
                  <a:pt x="9525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37025" y="5191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70504" y="0"/>
                  <a:pt x="74020" y="2110"/>
                  <a:pt x="75843" y="5469"/>
                </a:cubicBezTo>
                <a:lnTo>
                  <a:pt x="132100" y="109649"/>
                </a:lnTo>
                <a:cubicBezTo>
                  <a:pt x="133845" y="112879"/>
                  <a:pt x="133767" y="116785"/>
                  <a:pt x="131891" y="119937"/>
                </a:cubicBezTo>
                <a:cubicBezTo>
                  <a:pt x="130016" y="123088"/>
                  <a:pt x="126604" y="125016"/>
                  <a:pt x="122932" y="125016"/>
                </a:cubicBezTo>
                <a:lnTo>
                  <a:pt x="10418" y="125016"/>
                </a:lnTo>
                <a:cubicBezTo>
                  <a:pt x="6746" y="125016"/>
                  <a:pt x="3360" y="123088"/>
                  <a:pt x="1459" y="119937"/>
                </a:cubicBezTo>
                <a:cubicBezTo>
                  <a:pt x="-443" y="116785"/>
                  <a:pt x="-495" y="112879"/>
                  <a:pt x="1250" y="109649"/>
                </a:cubicBezTo>
                <a:lnTo>
                  <a:pt x="57507" y="5469"/>
                </a:lnTo>
                <a:cubicBezTo>
                  <a:pt x="59330" y="2110"/>
                  <a:pt x="62846" y="0"/>
                  <a:pt x="66675" y="0"/>
                </a:cubicBezTo>
                <a:close/>
                <a:moveTo>
                  <a:pt x="66675" y="43755"/>
                </a:moveTo>
                <a:cubicBezTo>
                  <a:pt x="63211" y="43755"/>
                  <a:pt x="60424" y="46542"/>
                  <a:pt x="60424" y="50006"/>
                </a:cubicBezTo>
                <a:lnTo>
                  <a:pt x="60424" y="79177"/>
                </a:lnTo>
                <a:cubicBezTo>
                  <a:pt x="60424" y="82641"/>
                  <a:pt x="63211" y="85427"/>
                  <a:pt x="66675" y="85427"/>
                </a:cubicBezTo>
                <a:cubicBezTo>
                  <a:pt x="70139" y="85427"/>
                  <a:pt x="72926" y="82641"/>
                  <a:pt x="72926" y="79177"/>
                </a:cubicBezTo>
                <a:lnTo>
                  <a:pt x="72926" y="50006"/>
                </a:lnTo>
                <a:cubicBezTo>
                  <a:pt x="72926" y="46542"/>
                  <a:pt x="70139" y="43755"/>
                  <a:pt x="66675" y="43755"/>
                </a:cubicBezTo>
                <a:close/>
                <a:moveTo>
                  <a:pt x="73629" y="100013"/>
                </a:moveTo>
                <a:cubicBezTo>
                  <a:pt x="73787" y="97431"/>
                  <a:pt x="72500" y="94975"/>
                  <a:pt x="70287" y="93637"/>
                </a:cubicBezTo>
                <a:cubicBezTo>
                  <a:pt x="68074" y="92299"/>
                  <a:pt x="65302" y="92299"/>
                  <a:pt x="63089" y="93637"/>
                </a:cubicBezTo>
                <a:cubicBezTo>
                  <a:pt x="60876" y="94975"/>
                  <a:pt x="59589" y="97431"/>
                  <a:pt x="59747" y="100012"/>
                </a:cubicBezTo>
                <a:cubicBezTo>
                  <a:pt x="59589" y="102594"/>
                  <a:pt x="60876" y="105050"/>
                  <a:pt x="63089" y="106388"/>
                </a:cubicBezTo>
                <a:cubicBezTo>
                  <a:pt x="65302" y="107726"/>
                  <a:pt x="68074" y="107726"/>
                  <a:pt x="70287" y="106388"/>
                </a:cubicBezTo>
                <a:cubicBezTo>
                  <a:pt x="72500" y="105050"/>
                  <a:pt x="73787" y="102594"/>
                  <a:pt x="73629" y="10001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4760863" y="5153025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Insight: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60863" y="5343525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 is </a:t>
            </a:r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synchronous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7338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64500" y="14954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174013" y="1590675"/>
            <a:ext cx="62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.once()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759800" y="155257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Runs Once Only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69263" y="1995487"/>
            <a:ext cx="3371850" cy="809625"/>
          </a:xfrm>
          <a:custGeom>
            <a:avLst/>
            <a:gdLst/>
            <a:ahLst/>
            <a:cxnLst/>
            <a:rect l="l" t="t" r="r" b="b"/>
            <a:pathLst>
              <a:path w="3371850" h="809625">
                <a:moveTo>
                  <a:pt x="76202" y="0"/>
                </a:moveTo>
                <a:lnTo>
                  <a:pt x="3295648" y="0"/>
                </a:lnTo>
                <a:cubicBezTo>
                  <a:pt x="3337733" y="0"/>
                  <a:pt x="3371850" y="34117"/>
                  <a:pt x="3371850" y="76202"/>
                </a:cubicBezTo>
                <a:lnTo>
                  <a:pt x="3371850" y="733423"/>
                </a:lnTo>
                <a:cubicBezTo>
                  <a:pt x="3371850" y="775508"/>
                  <a:pt x="3337733" y="809625"/>
                  <a:pt x="329564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88325" y="2114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once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'login'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() =&gt; {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64525" y="23050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'First login'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88325" y="24955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5931" y="29622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7" name="Text 45"/>
          <p:cNvSpPr/>
          <p:nvPr/>
        </p:nvSpPr>
        <p:spPr>
          <a:xfrm>
            <a:off x="8483575" y="2924175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Auto-removed after execution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4500" y="49958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264500" y="511492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64500" y="5381625"/>
            <a:ext cx="752475" cy="228600"/>
          </a:xfrm>
          <a:custGeom>
            <a:avLst/>
            <a:gdLst/>
            <a:ahLst/>
            <a:cxnLst/>
            <a:rect l="l" t="t" r="r" b="b"/>
            <a:pathLst>
              <a:path w="752475" h="228600">
                <a:moveTo>
                  <a:pt x="38101" y="0"/>
                </a:moveTo>
                <a:lnTo>
                  <a:pt x="714374" y="0"/>
                </a:lnTo>
                <a:cubicBezTo>
                  <a:pt x="735417" y="0"/>
                  <a:pt x="752475" y="17058"/>
                  <a:pt x="752475" y="38101"/>
                </a:cubicBezTo>
                <a:lnTo>
                  <a:pt x="752475" y="190499"/>
                </a:lnTo>
                <a:cubicBezTo>
                  <a:pt x="752475" y="211542"/>
                  <a:pt x="735417" y="228600"/>
                  <a:pt x="714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264500" y="5381625"/>
            <a:ext cx="809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95036" y="5381625"/>
            <a:ext cx="933450" cy="228600"/>
          </a:xfrm>
          <a:custGeom>
            <a:avLst/>
            <a:gdLst/>
            <a:ahLst/>
            <a:cxnLst/>
            <a:rect l="l" t="t" r="r" b="b"/>
            <a:pathLst>
              <a:path w="933450" h="228600">
                <a:moveTo>
                  <a:pt x="38101" y="0"/>
                </a:moveTo>
                <a:lnTo>
                  <a:pt x="895349" y="0"/>
                </a:lnTo>
                <a:cubicBezTo>
                  <a:pt x="916392" y="0"/>
                  <a:pt x="933450" y="17058"/>
                  <a:pt x="933450" y="38101"/>
                </a:cubicBezTo>
                <a:lnTo>
                  <a:pt x="933450" y="190499"/>
                </a:lnTo>
                <a:cubicBezTo>
                  <a:pt x="933450" y="211542"/>
                  <a:pt x="916392" y="228600"/>
                  <a:pt x="8953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095036" y="5381625"/>
            <a:ext cx="9906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One-time setup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108034" y="5381625"/>
            <a:ext cx="723900" cy="228600"/>
          </a:xfrm>
          <a:custGeom>
            <a:avLst/>
            <a:gdLst/>
            <a:ahLst/>
            <a:cxnLst/>
            <a:rect l="l" t="t" r="r" b="b"/>
            <a:pathLst>
              <a:path w="723900" h="228600">
                <a:moveTo>
                  <a:pt x="38101" y="0"/>
                </a:moveTo>
                <a:lnTo>
                  <a:pt x="685799" y="0"/>
                </a:lnTo>
                <a:cubicBezTo>
                  <a:pt x="706842" y="0"/>
                  <a:pt x="723900" y="17058"/>
                  <a:pt x="723900" y="38101"/>
                </a:cubicBezTo>
                <a:lnTo>
                  <a:pt x="723900" y="190499"/>
                </a:lnTo>
                <a:cubicBezTo>
                  <a:pt x="723900" y="211542"/>
                  <a:pt x="706842" y="228600"/>
                  <a:pt x="6857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108034" y="5381625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Handshake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71500" y="6086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56"/>
          <p:cNvSpPr/>
          <p:nvPr/>
        </p:nvSpPr>
        <p:spPr>
          <a:xfrm>
            <a:off x="981075" y="6086475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Master these three methods and you understand 80% of EventEmitter usage in production code.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37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 Management &amp; Execution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Preventing memory leaks and understanding execution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4200525"/>
          </a:xfrm>
          <a:custGeom>
            <a:avLst/>
            <a:gdLst/>
            <a:ahLst/>
            <a:cxnLst/>
            <a:rect l="l" t="t" r="r" b="b"/>
            <a:pathLst>
              <a:path w="5610225" h="4200525">
                <a:moveTo>
                  <a:pt x="114296" y="0"/>
                </a:moveTo>
                <a:lnTo>
                  <a:pt x="5495929" y="0"/>
                </a:lnTo>
                <a:cubicBezTo>
                  <a:pt x="5559011" y="0"/>
                  <a:pt x="5610225" y="51214"/>
                  <a:pt x="5610225" y="114296"/>
                </a:cubicBezTo>
                <a:lnTo>
                  <a:pt x="5610225" y="4086229"/>
                </a:lnTo>
                <a:cubicBezTo>
                  <a:pt x="5610225" y="4149311"/>
                  <a:pt x="5559011" y="4200525"/>
                  <a:pt x="5495929" y="4200525"/>
                </a:cubicBezTo>
                <a:lnTo>
                  <a:pt x="114296" y="4200525"/>
                </a:lnTo>
                <a:cubicBezTo>
                  <a:pt x="51214" y="4200525"/>
                  <a:pt x="0" y="4149311"/>
                  <a:pt x="0" y="40862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6744" y="1571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0862" y="2195"/>
                </a:moveTo>
                <a:cubicBezTo>
                  <a:pt x="52499" y="-2679"/>
                  <a:pt x="57038" y="-5953"/>
                  <a:pt x="62173" y="-5953"/>
                </a:cubicBezTo>
                <a:lnTo>
                  <a:pt x="104552" y="-5953"/>
                </a:lnTo>
                <a:cubicBezTo>
                  <a:pt x="109686" y="-5953"/>
                  <a:pt x="114226" y="-2679"/>
                  <a:pt x="115863" y="2195"/>
                </a:cubicBezTo>
                <a:lnTo>
                  <a:pt x="119063" y="11906"/>
                </a:lnTo>
                <a:lnTo>
                  <a:pt x="154781" y="11906"/>
                </a:lnTo>
                <a:cubicBezTo>
                  <a:pt x="161367" y="11906"/>
                  <a:pt x="166688" y="17227"/>
                  <a:pt x="166688" y="23812"/>
                </a:cubicBezTo>
                <a:cubicBezTo>
                  <a:pt x="166688" y="30398"/>
                  <a:pt x="161367" y="35719"/>
                  <a:pt x="154781" y="35719"/>
                </a:cubicBezTo>
                <a:lnTo>
                  <a:pt x="11906" y="35719"/>
                </a:lnTo>
                <a:cubicBezTo>
                  <a:pt x="5321" y="35719"/>
                  <a:pt x="0" y="30398"/>
                  <a:pt x="0" y="23812"/>
                </a:cubicBezTo>
                <a:cubicBezTo>
                  <a:pt x="0" y="17227"/>
                  <a:pt x="5321" y="11906"/>
                  <a:pt x="11906" y="11906"/>
                </a:cubicBezTo>
                <a:lnTo>
                  <a:pt x="47625" y="11906"/>
                </a:lnTo>
                <a:lnTo>
                  <a:pt x="50862" y="2195"/>
                </a:lnTo>
                <a:close/>
                <a:moveTo>
                  <a:pt x="11906" y="53578"/>
                </a:moveTo>
                <a:lnTo>
                  <a:pt x="154781" y="53578"/>
                </a:lnTo>
                <a:lnTo>
                  <a:pt x="154781" y="166688"/>
                </a:lnTo>
                <a:cubicBezTo>
                  <a:pt x="154781" y="179822"/>
                  <a:pt x="144103" y="190500"/>
                  <a:pt x="130969" y="190500"/>
                </a:cubicBezTo>
                <a:lnTo>
                  <a:pt x="35719" y="190500"/>
                </a:lnTo>
                <a:cubicBezTo>
                  <a:pt x="22585" y="190500"/>
                  <a:pt x="11906" y="179822"/>
                  <a:pt x="11906" y="166688"/>
                </a:cubicBezTo>
                <a:lnTo>
                  <a:pt x="11906" y="53578"/>
                </a:lnTo>
                <a:close/>
                <a:moveTo>
                  <a:pt x="44648" y="77391"/>
                </a:moveTo>
                <a:cubicBezTo>
                  <a:pt x="39700" y="77391"/>
                  <a:pt x="35719" y="81372"/>
                  <a:pt x="35719" y="86320"/>
                </a:cubicBezTo>
                <a:lnTo>
                  <a:pt x="35719" y="157758"/>
                </a:lnTo>
                <a:cubicBezTo>
                  <a:pt x="35719" y="162706"/>
                  <a:pt x="39700" y="166688"/>
                  <a:pt x="44648" y="166688"/>
                </a:cubicBezTo>
                <a:cubicBezTo>
                  <a:pt x="49597" y="166688"/>
                  <a:pt x="53578" y="162706"/>
                  <a:pt x="53578" y="157758"/>
                </a:cubicBezTo>
                <a:lnTo>
                  <a:pt x="53578" y="86320"/>
                </a:lnTo>
                <a:cubicBezTo>
                  <a:pt x="53578" y="81372"/>
                  <a:pt x="49597" y="77391"/>
                  <a:pt x="44648" y="77391"/>
                </a:cubicBezTo>
                <a:close/>
                <a:moveTo>
                  <a:pt x="83344" y="77391"/>
                </a:moveTo>
                <a:cubicBezTo>
                  <a:pt x="78395" y="77391"/>
                  <a:pt x="74414" y="81372"/>
                  <a:pt x="74414" y="86320"/>
                </a:cubicBezTo>
                <a:lnTo>
                  <a:pt x="74414" y="157758"/>
                </a:lnTo>
                <a:cubicBezTo>
                  <a:pt x="74414" y="162706"/>
                  <a:pt x="78395" y="166688"/>
                  <a:pt x="83344" y="166688"/>
                </a:cubicBezTo>
                <a:cubicBezTo>
                  <a:pt x="88292" y="166688"/>
                  <a:pt x="92273" y="162706"/>
                  <a:pt x="92273" y="157758"/>
                </a:cubicBezTo>
                <a:lnTo>
                  <a:pt x="92273" y="86320"/>
                </a:lnTo>
                <a:cubicBezTo>
                  <a:pt x="92273" y="81372"/>
                  <a:pt x="88292" y="77391"/>
                  <a:pt x="83344" y="77391"/>
                </a:cubicBezTo>
                <a:close/>
                <a:moveTo>
                  <a:pt x="122039" y="77391"/>
                </a:moveTo>
                <a:cubicBezTo>
                  <a:pt x="117091" y="77391"/>
                  <a:pt x="113109" y="81372"/>
                  <a:pt x="113109" y="86320"/>
                </a:cubicBezTo>
                <a:lnTo>
                  <a:pt x="113109" y="157758"/>
                </a:lnTo>
                <a:cubicBezTo>
                  <a:pt x="113109" y="162706"/>
                  <a:pt x="117091" y="166688"/>
                  <a:pt x="122039" y="166688"/>
                </a:cubicBezTo>
                <a:cubicBezTo>
                  <a:pt x="126988" y="166688"/>
                  <a:pt x="130969" y="162706"/>
                  <a:pt x="130969" y="157758"/>
                </a:cubicBezTo>
                <a:lnTo>
                  <a:pt x="130969" y="86320"/>
                </a:lnTo>
                <a:cubicBezTo>
                  <a:pt x="130969" y="81372"/>
                  <a:pt x="126988" y="77391"/>
                  <a:pt x="122039" y="7739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Removing Listeners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5210175" cy="695325"/>
          </a:xfrm>
          <a:custGeom>
            <a:avLst/>
            <a:gdLst/>
            <a:ahLst/>
            <a:cxnLst/>
            <a:rect l="l" t="t" r="r" b="b"/>
            <a:pathLst>
              <a:path w="5210175" h="6953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619124"/>
                </a:lnTo>
                <a:cubicBezTo>
                  <a:pt x="5210175" y="661209"/>
                  <a:pt x="5176059" y="695325"/>
                  <a:pt x="5133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850" y="2090738"/>
            <a:ext cx="207377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Method 1: Using .off()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850" y="23431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handler);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788" y="2776538"/>
            <a:ext cx="5210175" cy="695325"/>
          </a:xfrm>
          <a:custGeom>
            <a:avLst/>
            <a:gdLst/>
            <a:ahLst/>
            <a:cxnLst/>
            <a:rect l="l" t="t" r="r" b="b"/>
            <a:pathLst>
              <a:path w="5210175" h="6953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619124"/>
                </a:lnTo>
                <a:cubicBezTo>
                  <a:pt x="5210175" y="661209"/>
                  <a:pt x="5176059" y="695325"/>
                  <a:pt x="5133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850" y="2909888"/>
            <a:ext cx="295691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Method 2: Using .removeListener()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850" y="31623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removeListener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handler);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3667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847725" y="3629025"/>
            <a:ext cx="13662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memory leaks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0075" y="3933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7" name="Text 15"/>
          <p:cNvSpPr/>
          <p:nvPr/>
        </p:nvSpPr>
        <p:spPr>
          <a:xfrm>
            <a:off x="847725" y="3895725"/>
            <a:ext cx="13344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5763" y="5700713"/>
            <a:ext cx="5610225" cy="771525"/>
          </a:xfrm>
          <a:custGeom>
            <a:avLst/>
            <a:gdLst/>
            <a:ahLst/>
            <a:cxnLst/>
            <a:rect l="l" t="t" r="r" b="b"/>
            <a:pathLst>
              <a:path w="5610225" h="77152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657224"/>
                </a:lnTo>
                <a:cubicBezTo>
                  <a:pt x="5610225" y="720351"/>
                  <a:pt x="5559051" y="771525"/>
                  <a:pt x="5495924" y="771525"/>
                </a:cubicBezTo>
                <a:lnTo>
                  <a:pt x="114301" y="771525"/>
                </a:lnTo>
                <a:cubicBezTo>
                  <a:pt x="51174" y="771525"/>
                  <a:pt x="0" y="720351"/>
                  <a:pt x="0" y="65722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8644" y="58959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895350" y="5857875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Tip: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5350" y="6124575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clean unused listeners in long-running applications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601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318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1753" y="139378"/>
                </a:moveTo>
                <a:lnTo>
                  <a:pt x="56034" y="175096"/>
                </a:lnTo>
                <a:cubicBezTo>
                  <a:pt x="51383" y="179747"/>
                  <a:pt x="43830" y="179747"/>
                  <a:pt x="39179" y="175096"/>
                </a:cubicBezTo>
                <a:lnTo>
                  <a:pt x="3460" y="139378"/>
                </a:lnTo>
                <a:cubicBezTo>
                  <a:pt x="-1191" y="134727"/>
                  <a:pt x="-1191" y="127174"/>
                  <a:pt x="3460" y="122523"/>
                </a:cubicBezTo>
                <a:cubicBezTo>
                  <a:pt x="8111" y="117872"/>
                  <a:pt x="15664" y="117872"/>
                  <a:pt x="20315" y="122523"/>
                </a:cubicBezTo>
                <a:lnTo>
                  <a:pt x="35719" y="137926"/>
                </a:lnTo>
                <a:lnTo>
                  <a:pt x="35719" y="23812"/>
                </a:lnTo>
                <a:cubicBezTo>
                  <a:pt x="35719" y="17227"/>
                  <a:pt x="41039" y="11906"/>
                  <a:pt x="47625" y="11906"/>
                </a:cubicBezTo>
                <a:cubicBezTo>
                  <a:pt x="54211" y="11906"/>
                  <a:pt x="59531" y="17227"/>
                  <a:pt x="59531" y="23812"/>
                </a:cubicBezTo>
                <a:lnTo>
                  <a:pt x="59531" y="137926"/>
                </a:lnTo>
                <a:lnTo>
                  <a:pt x="74935" y="122523"/>
                </a:lnTo>
                <a:cubicBezTo>
                  <a:pt x="79586" y="117872"/>
                  <a:pt x="87139" y="117872"/>
                  <a:pt x="91790" y="122523"/>
                </a:cubicBezTo>
                <a:cubicBezTo>
                  <a:pt x="96441" y="127174"/>
                  <a:pt x="96441" y="134727"/>
                  <a:pt x="91790" y="139378"/>
                </a:cubicBezTo>
                <a:close/>
                <a:moveTo>
                  <a:pt x="119063" y="178594"/>
                </a:move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0969" y="154781"/>
                </a:lnTo>
                <a:cubicBezTo>
                  <a:pt x="137554" y="154781"/>
                  <a:pt x="142875" y="160102"/>
                  <a:pt x="142875" y="166688"/>
                </a:cubicBezTo>
                <a:cubicBezTo>
                  <a:pt x="142875" y="173273"/>
                  <a:pt x="137554" y="178594"/>
                  <a:pt x="130969" y="178594"/>
                </a:cubicBezTo>
                <a:lnTo>
                  <a:pt x="119063" y="178594"/>
                </a:lnTo>
                <a:close/>
                <a:moveTo>
                  <a:pt x="119063" y="130969"/>
                </a:moveTo>
                <a:cubicBezTo>
                  <a:pt x="112477" y="130969"/>
                  <a:pt x="107156" y="125648"/>
                  <a:pt x="107156" y="119063"/>
                </a:cubicBezTo>
                <a:cubicBezTo>
                  <a:pt x="107156" y="112477"/>
                  <a:pt x="112477" y="107156"/>
                  <a:pt x="119063" y="107156"/>
                </a:cubicBez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119063" y="130969"/>
                </a:lnTo>
                <a:close/>
                <a:moveTo>
                  <a:pt x="119063" y="83344"/>
                </a:moveTo>
                <a:cubicBezTo>
                  <a:pt x="112477" y="83344"/>
                  <a:pt x="107156" y="78023"/>
                  <a:pt x="107156" y="71438"/>
                </a:cubicBezTo>
                <a:cubicBezTo>
                  <a:pt x="107156" y="64852"/>
                  <a:pt x="112477" y="59531"/>
                  <a:pt x="119063" y="59531"/>
                </a:cubicBezTo>
                <a:lnTo>
                  <a:pt x="178594" y="59531"/>
                </a:lnTo>
                <a:cubicBezTo>
                  <a:pt x="185179" y="59531"/>
                  <a:pt x="190500" y="64852"/>
                  <a:pt x="190500" y="71438"/>
                </a:cubicBezTo>
                <a:cubicBezTo>
                  <a:pt x="190500" y="78023"/>
                  <a:pt x="185179" y="83344"/>
                  <a:pt x="178594" y="83344"/>
                </a:cubicBezTo>
                <a:lnTo>
                  <a:pt x="119063" y="83344"/>
                </a:lnTo>
                <a:close/>
                <a:moveTo>
                  <a:pt x="119063" y="35719"/>
                </a:move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202406" y="11906"/>
                </a:lnTo>
                <a:cubicBezTo>
                  <a:pt x="208992" y="11906"/>
                  <a:pt x="214313" y="17227"/>
                  <a:pt x="214313" y="23812"/>
                </a:cubicBezTo>
                <a:cubicBezTo>
                  <a:pt x="214313" y="30398"/>
                  <a:pt x="208992" y="35719"/>
                  <a:pt x="202406" y="35719"/>
                </a:cubicBezTo>
                <a:lnTo>
                  <a:pt x="119063" y="3571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Order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6038" y="1957388"/>
            <a:ext cx="5210175" cy="1152525"/>
          </a:xfrm>
          <a:custGeom>
            <a:avLst/>
            <a:gdLst/>
            <a:ahLst/>
            <a:cxnLst/>
            <a:rect l="l" t="t" r="r" b="b"/>
            <a:pathLst>
              <a:path w="5210175" h="1152525">
                <a:moveTo>
                  <a:pt x="76205" y="0"/>
                </a:moveTo>
                <a:lnTo>
                  <a:pt x="5133970" y="0"/>
                </a:lnTo>
                <a:cubicBezTo>
                  <a:pt x="5176057" y="0"/>
                  <a:pt x="5210175" y="34118"/>
                  <a:pt x="5210175" y="76205"/>
                </a:cubicBezTo>
                <a:lnTo>
                  <a:pt x="5210175" y="1076320"/>
                </a:lnTo>
                <a:cubicBezTo>
                  <a:pt x="5210175" y="1118407"/>
                  <a:pt x="5176057" y="1152525"/>
                  <a:pt x="5133970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3200" y="2114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Listeners run: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72250" y="2457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6819900" y="2424113"/>
            <a:ext cx="10752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Synchronously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72250" y="2762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6819900" y="2728913"/>
            <a:ext cx="138990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registration order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6038" y="3233738"/>
            <a:ext cx="5210175" cy="1838325"/>
          </a:xfrm>
          <a:custGeom>
            <a:avLst/>
            <a:gdLst/>
            <a:ahLst/>
            <a:cxnLst/>
            <a:rect l="l" t="t" r="r" b="b"/>
            <a:pathLst>
              <a:path w="5210175" h="1838325">
                <a:moveTo>
                  <a:pt x="76199" y="0"/>
                </a:moveTo>
                <a:lnTo>
                  <a:pt x="5133976" y="0"/>
                </a:lnTo>
                <a:cubicBezTo>
                  <a:pt x="5176032" y="0"/>
                  <a:pt x="5210175" y="34143"/>
                  <a:pt x="5210175" y="76199"/>
                </a:cubicBezTo>
                <a:lnTo>
                  <a:pt x="5210175" y="1762126"/>
                </a:lnTo>
                <a:cubicBezTo>
                  <a:pt x="5210175" y="1804182"/>
                  <a:pt x="5176032" y="1838325"/>
                  <a:pt x="5133976" y="1838325"/>
                </a:cubicBezTo>
                <a:lnTo>
                  <a:pt x="76199" y="1838325"/>
                </a:lnTo>
                <a:cubicBezTo>
                  <a:pt x="34143" y="1838325"/>
                  <a:pt x="0" y="1804182"/>
                  <a:pt x="0" y="1762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3200" y="3405188"/>
            <a:ext cx="8695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Example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53200" y="36576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'test'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() =&gt;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.log(1));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53200" y="38481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'test'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() =&gt;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.log(2));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53200" y="40386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'test'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53200" y="4357688"/>
            <a:ext cx="8695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Output: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53200" y="45339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53200" y="47244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96038" y="58435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69758" y="59912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9"/>
          <p:cNvSpPr/>
          <p:nvPr/>
        </p:nvSpPr>
        <p:spPr>
          <a:xfrm>
            <a:off x="6710363" y="5962650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matters! Register listeners before emitting.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Listeners &amp; Error Handling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truths every senior developer must know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Async Listeners Truth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5210175" cy="885825"/>
          </a:xfrm>
          <a:custGeom>
            <a:avLst/>
            <a:gdLst/>
            <a:ahLst/>
            <a:cxnLst/>
            <a:rect l="l" t="t" r="r" b="b"/>
            <a:pathLst>
              <a:path w="5210175" h="8858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809626"/>
                </a:lnTo>
                <a:cubicBezTo>
                  <a:pt x="5210175" y="851710"/>
                  <a:pt x="5176060" y="885825"/>
                  <a:pt x="513397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14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'event'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async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() =&gt; {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9150" y="2305050"/>
            <a:ext cx="488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await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fetchData();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2950" y="2495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788" y="3005138"/>
            <a:ext cx="5210175" cy="771525"/>
          </a:xfrm>
          <a:custGeom>
            <a:avLst/>
            <a:gdLst/>
            <a:ahLst/>
            <a:cxnLst/>
            <a:rect l="l" t="t" r="r" b="b"/>
            <a:pathLst>
              <a:path w="5210175" h="771525">
                <a:moveTo>
                  <a:pt x="76204" y="0"/>
                </a:moveTo>
                <a:lnTo>
                  <a:pt x="5133971" y="0"/>
                </a:lnTo>
                <a:cubicBezTo>
                  <a:pt x="5176058" y="0"/>
                  <a:pt x="5210175" y="34117"/>
                  <a:pt x="5210175" y="76204"/>
                </a:cubicBezTo>
                <a:lnTo>
                  <a:pt x="5210175" y="695321"/>
                </a:lnTo>
                <a:cubicBezTo>
                  <a:pt x="5210175" y="737408"/>
                  <a:pt x="5176058" y="771525"/>
                  <a:pt x="51339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82181A">
                  <a:alpha val="30000"/>
                </a:srgbClr>
              </a:gs>
              <a:gs pos="100000">
                <a:srgbClr val="9F0712">
                  <a:alpha val="20000"/>
                </a:srgbClr>
              </a:gs>
            </a:gsLst>
            <a:lin ang="2700000" scaled="1"/>
          </a:gradFill>
          <a:ln w="12700">
            <a:solidFill>
              <a:srgbClr val="FB2C3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6763" y="3200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1095375" y="31623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5375" y="3429000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 does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wait for async tasks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788" y="3938588"/>
            <a:ext cx="5210175" cy="2333625"/>
          </a:xfrm>
          <a:custGeom>
            <a:avLst/>
            <a:gdLst/>
            <a:ahLst/>
            <a:cxnLst/>
            <a:rect l="l" t="t" r="r" b="b"/>
            <a:pathLst>
              <a:path w="5210175" h="2333625">
                <a:moveTo>
                  <a:pt x="76193" y="0"/>
                </a:moveTo>
                <a:lnTo>
                  <a:pt x="5133982" y="0"/>
                </a:lnTo>
                <a:cubicBezTo>
                  <a:pt x="5176034" y="0"/>
                  <a:pt x="5210175" y="34141"/>
                  <a:pt x="5210175" y="76193"/>
                </a:cubicBezTo>
                <a:lnTo>
                  <a:pt x="5210175" y="2257432"/>
                </a:lnTo>
                <a:cubicBezTo>
                  <a:pt x="5210175" y="2299484"/>
                  <a:pt x="5176034" y="2333625"/>
                  <a:pt x="5133982" y="2333625"/>
                </a:cubicBezTo>
                <a:lnTo>
                  <a:pt x="76193" y="2333625"/>
                </a:lnTo>
                <a:cubicBezTo>
                  <a:pt x="34141" y="2333625"/>
                  <a:pt x="0" y="2299484"/>
                  <a:pt x="0" y="2257432"/>
                </a:cubicBezTo>
                <a:lnTo>
                  <a:pt x="0" y="76193"/>
                </a:lnTo>
                <a:cubicBezTo>
                  <a:pt x="0" y="34141"/>
                  <a:pt x="34141" y="0"/>
                  <a:pt x="76193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856" y="4819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2364" y="4781550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Insight: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2364" y="5048250"/>
            <a:ext cx="4657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EventEmitter is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 by design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Async operations return Promises that are not awaited by emit().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601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318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71438" y="35719"/>
                </a:moveTo>
                <a:cubicBezTo>
                  <a:pt x="71438" y="15999"/>
                  <a:pt x="87437" y="0"/>
                  <a:pt x="107156" y="0"/>
                </a:cubicBezTo>
                <a:cubicBezTo>
                  <a:pt x="126876" y="0"/>
                  <a:pt x="142875" y="15999"/>
                  <a:pt x="142875" y="35719"/>
                </a:cubicBezTo>
                <a:lnTo>
                  <a:pt x="142875" y="37058"/>
                </a:lnTo>
                <a:cubicBezTo>
                  <a:pt x="142875" y="42900"/>
                  <a:pt x="138150" y="47625"/>
                  <a:pt x="132308" y="47625"/>
                </a:cubicBezTo>
                <a:lnTo>
                  <a:pt x="82042" y="47625"/>
                </a:lnTo>
                <a:cubicBezTo>
                  <a:pt x="76200" y="47625"/>
                  <a:pt x="71475" y="42900"/>
                  <a:pt x="71475" y="37058"/>
                </a:cubicBezTo>
                <a:lnTo>
                  <a:pt x="71475" y="35719"/>
                </a:lnTo>
                <a:close/>
                <a:moveTo>
                  <a:pt x="200025" y="40481"/>
                </a:moveTo>
                <a:cubicBezTo>
                  <a:pt x="203969" y="45727"/>
                  <a:pt x="202890" y="53206"/>
                  <a:pt x="197644" y="57150"/>
                </a:cubicBezTo>
                <a:lnTo>
                  <a:pt x="161255" y="84423"/>
                </a:lnTo>
                <a:cubicBezTo>
                  <a:pt x="163227" y="87734"/>
                  <a:pt x="164716" y="91380"/>
                  <a:pt x="165646" y="95250"/>
                </a:cubicBezTo>
                <a:lnTo>
                  <a:pt x="202406" y="95250"/>
                </a:lnTo>
                <a:cubicBezTo>
                  <a:pt x="208992" y="95250"/>
                  <a:pt x="214313" y="100571"/>
                  <a:pt x="214313" y="107156"/>
                </a:cubicBezTo>
                <a:cubicBezTo>
                  <a:pt x="214313" y="113742"/>
                  <a:pt x="208992" y="119063"/>
                  <a:pt x="202406" y="119063"/>
                </a:cubicBezTo>
                <a:lnTo>
                  <a:pt x="166688" y="119063"/>
                </a:lnTo>
                <a:lnTo>
                  <a:pt x="166688" y="130969"/>
                </a:lnTo>
                <a:cubicBezTo>
                  <a:pt x="166688" y="131936"/>
                  <a:pt x="166650" y="132941"/>
                  <a:pt x="166613" y="133908"/>
                </a:cubicBezTo>
                <a:lnTo>
                  <a:pt x="197644" y="157163"/>
                </a:lnTo>
                <a:cubicBezTo>
                  <a:pt x="202890" y="161106"/>
                  <a:pt x="203969" y="168585"/>
                  <a:pt x="200025" y="173831"/>
                </a:cubicBezTo>
                <a:cubicBezTo>
                  <a:pt x="196081" y="179077"/>
                  <a:pt x="188602" y="180156"/>
                  <a:pt x="183356" y="176212"/>
                </a:cubicBezTo>
                <a:lnTo>
                  <a:pt x="159879" y="158614"/>
                </a:lnTo>
                <a:cubicBezTo>
                  <a:pt x="151247" y="175059"/>
                  <a:pt x="135136" y="186965"/>
                  <a:pt x="116086" y="189830"/>
                </a:cubicBezTo>
                <a:lnTo>
                  <a:pt x="116086" y="104180"/>
                </a:lnTo>
                <a:cubicBezTo>
                  <a:pt x="116086" y="99231"/>
                  <a:pt x="112105" y="95250"/>
                  <a:pt x="107156" y="95250"/>
                </a:cubicBezTo>
                <a:cubicBezTo>
                  <a:pt x="102208" y="95250"/>
                  <a:pt x="98227" y="99231"/>
                  <a:pt x="98227" y="104180"/>
                </a:cubicBezTo>
                <a:lnTo>
                  <a:pt x="98227" y="189830"/>
                </a:lnTo>
                <a:cubicBezTo>
                  <a:pt x="79177" y="186965"/>
                  <a:pt x="63066" y="175059"/>
                  <a:pt x="54434" y="158614"/>
                </a:cubicBezTo>
                <a:lnTo>
                  <a:pt x="30956" y="176213"/>
                </a:lnTo>
                <a:cubicBezTo>
                  <a:pt x="25710" y="180156"/>
                  <a:pt x="18231" y="179077"/>
                  <a:pt x="14288" y="173831"/>
                </a:cubicBezTo>
                <a:cubicBezTo>
                  <a:pt x="10344" y="168585"/>
                  <a:pt x="11423" y="161106"/>
                  <a:pt x="16669" y="157163"/>
                </a:cubicBezTo>
                <a:lnTo>
                  <a:pt x="47699" y="133908"/>
                </a:lnTo>
                <a:cubicBezTo>
                  <a:pt x="47662" y="132941"/>
                  <a:pt x="47625" y="131973"/>
                  <a:pt x="47625" y="130969"/>
                </a:cubicBezTo>
                <a:lnTo>
                  <a:pt x="47625" y="119063"/>
                </a:lnTo>
                <a:lnTo>
                  <a:pt x="11906" y="119063"/>
                </a:lnTo>
                <a:cubicBezTo>
                  <a:pt x="5321" y="119063"/>
                  <a:pt x="0" y="113742"/>
                  <a:pt x="0" y="107156"/>
                </a:cubicBezTo>
                <a:cubicBezTo>
                  <a:pt x="0" y="100571"/>
                  <a:pt x="5321" y="95250"/>
                  <a:pt x="11906" y="95250"/>
                </a:cubicBezTo>
                <a:lnTo>
                  <a:pt x="48667" y="95250"/>
                </a:lnTo>
                <a:cubicBezTo>
                  <a:pt x="49597" y="91380"/>
                  <a:pt x="51085" y="87734"/>
                  <a:pt x="53057" y="84423"/>
                </a:cubicBezTo>
                <a:lnTo>
                  <a:pt x="16669" y="57150"/>
                </a:lnTo>
                <a:cubicBezTo>
                  <a:pt x="11423" y="53206"/>
                  <a:pt x="10344" y="45727"/>
                  <a:pt x="14288" y="40481"/>
                </a:cubicBezTo>
                <a:cubicBezTo>
                  <a:pt x="18231" y="35235"/>
                  <a:pt x="25710" y="34156"/>
                  <a:pt x="30956" y="38100"/>
                </a:cubicBezTo>
                <a:lnTo>
                  <a:pt x="71438" y="68461"/>
                </a:lnTo>
                <a:cubicBezTo>
                  <a:pt x="76014" y="66563"/>
                  <a:pt x="81037" y="65484"/>
                  <a:pt x="86320" y="65484"/>
                </a:cubicBezTo>
                <a:lnTo>
                  <a:pt x="127992" y="65484"/>
                </a:lnTo>
                <a:cubicBezTo>
                  <a:pt x="133276" y="65484"/>
                  <a:pt x="138299" y="66526"/>
                  <a:pt x="142875" y="68461"/>
                </a:cubicBezTo>
                <a:lnTo>
                  <a:pt x="183356" y="38100"/>
                </a:lnTo>
                <a:cubicBezTo>
                  <a:pt x="188602" y="34156"/>
                  <a:pt x="196081" y="35235"/>
                  <a:pt x="200025" y="404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 (Critical)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96038" y="1957388"/>
            <a:ext cx="5210175" cy="1266825"/>
          </a:xfrm>
          <a:custGeom>
            <a:avLst/>
            <a:gdLst/>
            <a:ahLst/>
            <a:cxnLst/>
            <a:rect l="l" t="t" r="r" b="b"/>
            <a:pathLst>
              <a:path w="5210175" h="1266825">
                <a:moveTo>
                  <a:pt x="76200" y="0"/>
                </a:moveTo>
                <a:lnTo>
                  <a:pt x="5133975" y="0"/>
                </a:lnTo>
                <a:cubicBezTo>
                  <a:pt x="5176059" y="0"/>
                  <a:pt x="5210175" y="34116"/>
                  <a:pt x="5210175" y="76200"/>
                </a:cubicBezTo>
                <a:lnTo>
                  <a:pt x="5210175" y="1190625"/>
                </a:lnTo>
                <a:cubicBezTo>
                  <a:pt x="5210175" y="1232709"/>
                  <a:pt x="5176059" y="1266825"/>
                  <a:pt x="5133975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200" y="2114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listener: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53200" y="2381250"/>
            <a:ext cx="4895850" cy="419100"/>
          </a:xfrm>
          <a:custGeom>
            <a:avLst/>
            <a:gdLst/>
            <a:ahLst/>
            <a:cxnLst/>
            <a:rect l="l" t="t" r="r" b="b"/>
            <a:pathLst>
              <a:path w="4895850" h="419100">
                <a:moveTo>
                  <a:pt x="38100" y="0"/>
                </a:moveTo>
                <a:lnTo>
                  <a:pt x="4857750" y="0"/>
                </a:lnTo>
                <a:cubicBezTo>
                  <a:pt x="4878792" y="0"/>
                  <a:pt x="4895850" y="17058"/>
                  <a:pt x="4895850" y="38100"/>
                </a:cubicBezTo>
                <a:lnTo>
                  <a:pt x="4895850" y="381000"/>
                </a:lnTo>
                <a:cubicBezTo>
                  <a:pt x="4895850" y="402042"/>
                  <a:pt x="4878792" y="419100"/>
                  <a:pt x="48577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6667500" y="249555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'error'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Error(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'Oops'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7225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8" name="Text 26"/>
          <p:cNvSpPr/>
          <p:nvPr/>
        </p:nvSpPr>
        <p:spPr>
          <a:xfrm>
            <a:off x="6819900" y="2876550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46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crashes!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6038" y="3348038"/>
            <a:ext cx="5210175" cy="1647825"/>
          </a:xfrm>
          <a:custGeom>
            <a:avLst/>
            <a:gdLst/>
            <a:ahLst/>
            <a:cxnLst/>
            <a:rect l="l" t="t" r="r" b="b"/>
            <a:pathLst>
              <a:path w="5210175" h="1647825">
                <a:moveTo>
                  <a:pt x="76195" y="0"/>
                </a:moveTo>
                <a:lnTo>
                  <a:pt x="5133980" y="0"/>
                </a:lnTo>
                <a:cubicBezTo>
                  <a:pt x="5176033" y="0"/>
                  <a:pt x="5210175" y="34142"/>
                  <a:pt x="5210175" y="76195"/>
                </a:cubicBezTo>
                <a:lnTo>
                  <a:pt x="5210175" y="1571630"/>
                </a:lnTo>
                <a:cubicBezTo>
                  <a:pt x="5210175" y="1613711"/>
                  <a:pt x="5176061" y="1647825"/>
                  <a:pt x="5133980" y="1647825"/>
                </a:cubicBezTo>
                <a:lnTo>
                  <a:pt x="76195" y="1647825"/>
                </a:lnTo>
                <a:cubicBezTo>
                  <a:pt x="34142" y="1647825"/>
                  <a:pt x="0" y="1613683"/>
                  <a:pt x="0" y="1571630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3200" y="35052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Correct handling: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53200" y="3771900"/>
            <a:ext cx="4895850" cy="800100"/>
          </a:xfrm>
          <a:custGeom>
            <a:avLst/>
            <a:gdLst/>
            <a:ahLst/>
            <a:cxnLst/>
            <a:rect l="l" t="t" r="r" b="b"/>
            <a:pathLst>
              <a:path w="4895850" h="800100">
                <a:moveTo>
                  <a:pt x="38101" y="0"/>
                </a:moveTo>
                <a:lnTo>
                  <a:pt x="4857749" y="0"/>
                </a:lnTo>
                <a:cubicBezTo>
                  <a:pt x="4878792" y="0"/>
                  <a:pt x="4895850" y="17058"/>
                  <a:pt x="4895850" y="38101"/>
                </a:cubicBezTo>
                <a:lnTo>
                  <a:pt x="4895850" y="761999"/>
                </a:lnTo>
                <a:cubicBezTo>
                  <a:pt x="4895850" y="783042"/>
                  <a:pt x="4878792" y="800100"/>
                  <a:pt x="48577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2" name="Text 30"/>
          <p:cNvSpPr/>
          <p:nvPr/>
        </p:nvSpPr>
        <p:spPr>
          <a:xfrm>
            <a:off x="6667500" y="388620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'error'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(err) =&gt; {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43700" y="407670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(err);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67500" y="426720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572250" y="4667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6819900" y="46482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caught gracefully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6038" y="58435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28197" y="59721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7"/>
          <p:cNvSpPr/>
          <p:nvPr/>
        </p:nvSpPr>
        <p:spPr>
          <a:xfrm>
            <a:off x="6843713" y="596265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Senior-level rule: Always handle error events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172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Listeners &amp; Internal Working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internals and memory leak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Listeners Limit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5210175" cy="923925"/>
          </a:xfrm>
          <a:custGeom>
            <a:avLst/>
            <a:gdLst/>
            <a:ahLst/>
            <a:cxnLst/>
            <a:rect l="l" t="t" r="r" b="b"/>
            <a:pathLst>
              <a:path w="5210175" h="923925">
                <a:moveTo>
                  <a:pt x="76196" y="0"/>
                </a:moveTo>
                <a:lnTo>
                  <a:pt x="5133979" y="0"/>
                </a:lnTo>
                <a:cubicBezTo>
                  <a:pt x="5176061" y="0"/>
                  <a:pt x="5210175" y="34114"/>
                  <a:pt x="5210175" y="76196"/>
                </a:cubicBezTo>
                <a:lnTo>
                  <a:pt x="5210175" y="847729"/>
                </a:lnTo>
                <a:cubicBezTo>
                  <a:pt x="5210175" y="889811"/>
                  <a:pt x="5176061" y="923925"/>
                  <a:pt x="51339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90750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limit: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42186" y="211455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2950" y="25336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listeners per event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30765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52388"/>
                </a:moveTo>
                <a:cubicBezTo>
                  <a:pt x="70931" y="52388"/>
                  <a:pt x="66675" y="56644"/>
                  <a:pt x="66675" y="61912"/>
                </a:cubicBezTo>
                <a:cubicBezTo>
                  <a:pt x="66675" y="65871"/>
                  <a:pt x="63490" y="69056"/>
                  <a:pt x="59531" y="69056"/>
                </a:cubicBezTo>
                <a:cubicBezTo>
                  <a:pt x="55572" y="69056"/>
                  <a:pt x="52388" y="65871"/>
                  <a:pt x="52388" y="61912"/>
                </a:cubicBezTo>
                <a:cubicBezTo>
                  <a:pt x="52388" y="48756"/>
                  <a:pt x="63044" y="38100"/>
                  <a:pt x="76200" y="38100"/>
                </a:cubicBezTo>
                <a:cubicBezTo>
                  <a:pt x="89356" y="38100"/>
                  <a:pt x="100013" y="48756"/>
                  <a:pt x="100013" y="61912"/>
                </a:cubicBezTo>
                <a:cubicBezTo>
                  <a:pt x="100013" y="75962"/>
                  <a:pt x="89297" y="81915"/>
                  <a:pt x="83344" y="84088"/>
                </a:cubicBezTo>
                <a:lnTo>
                  <a:pt x="83344" y="85219"/>
                </a:lnTo>
                <a:cubicBezTo>
                  <a:pt x="83344" y="89178"/>
                  <a:pt x="80159" y="92363"/>
                  <a:pt x="76200" y="92363"/>
                </a:cubicBezTo>
                <a:cubicBezTo>
                  <a:pt x="72241" y="92363"/>
                  <a:pt x="69056" y="89178"/>
                  <a:pt x="69056" y="85219"/>
                </a:cubicBezTo>
                <a:lnTo>
                  <a:pt x="69056" y="82808"/>
                </a:lnTo>
                <a:cubicBezTo>
                  <a:pt x="69056" y="76706"/>
                  <a:pt x="73462" y="72330"/>
                  <a:pt x="78016" y="70842"/>
                </a:cubicBezTo>
                <a:cubicBezTo>
                  <a:pt x="79921" y="70217"/>
                  <a:pt x="81945" y="69205"/>
                  <a:pt x="83433" y="67776"/>
                </a:cubicBezTo>
                <a:cubicBezTo>
                  <a:pt x="84713" y="66526"/>
                  <a:pt x="85725" y="64800"/>
                  <a:pt x="85725" y="61942"/>
                </a:cubicBezTo>
                <a:cubicBezTo>
                  <a:pt x="85725" y="56674"/>
                  <a:pt x="81469" y="52417"/>
                  <a:pt x="76200" y="52417"/>
                </a:cubicBezTo>
                <a:close/>
                <a:moveTo>
                  <a:pt x="66675" y="109537"/>
                </a:moveTo>
                <a:cubicBezTo>
                  <a:pt x="66675" y="104281"/>
                  <a:pt x="70943" y="100013"/>
                  <a:pt x="76200" y="100013"/>
                </a:cubicBezTo>
                <a:cubicBezTo>
                  <a:pt x="81457" y="100013"/>
                  <a:pt x="85725" y="104281"/>
                  <a:pt x="85725" y="109537"/>
                </a:cubicBezTo>
                <a:cubicBezTo>
                  <a:pt x="85725" y="114794"/>
                  <a:pt x="81457" y="119062"/>
                  <a:pt x="76200" y="119062"/>
                </a:cubicBezTo>
                <a:cubicBezTo>
                  <a:pt x="70943" y="119062"/>
                  <a:pt x="66675" y="114794"/>
                  <a:pt x="66675" y="10953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847725" y="3038475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Why?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 memory leaks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5788" y="3386138"/>
            <a:ext cx="5210175" cy="695325"/>
          </a:xfrm>
          <a:custGeom>
            <a:avLst/>
            <a:gdLst/>
            <a:ahLst/>
            <a:cxnLst/>
            <a:rect l="l" t="t" r="r" b="b"/>
            <a:pathLst>
              <a:path w="5210175" h="6953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619124"/>
                </a:lnTo>
                <a:cubicBezTo>
                  <a:pt x="5210175" y="661209"/>
                  <a:pt x="5176059" y="695325"/>
                  <a:pt x="51339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850" y="3519488"/>
            <a:ext cx="127099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Change limit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850" y="37719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setMaxListeners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(20);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5788" y="58435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425" y="6000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971550" y="5962650"/>
            <a:ext cx="319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Advice: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Don't increase blindly. Fix architecture.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601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1275" y="15716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Working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96038" y="1957388"/>
            <a:ext cx="5210175" cy="1381125"/>
          </a:xfrm>
          <a:custGeom>
            <a:avLst/>
            <a:gdLst/>
            <a:ahLst/>
            <a:cxnLst/>
            <a:rect l="l" t="t" r="r" b="b"/>
            <a:pathLst>
              <a:path w="5210175" h="1381125">
                <a:moveTo>
                  <a:pt x="76197" y="0"/>
                </a:moveTo>
                <a:lnTo>
                  <a:pt x="5133978" y="0"/>
                </a:lnTo>
                <a:cubicBezTo>
                  <a:pt x="5176061" y="0"/>
                  <a:pt x="5210175" y="34114"/>
                  <a:pt x="5210175" y="76197"/>
                </a:cubicBezTo>
                <a:lnTo>
                  <a:pt x="5210175" y="1304928"/>
                </a:lnTo>
                <a:cubicBezTo>
                  <a:pt x="5210175" y="1347011"/>
                  <a:pt x="5176061" y="1381125"/>
                  <a:pt x="51339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53200" y="211455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structure: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53200" y="2381250"/>
            <a:ext cx="4895850" cy="800100"/>
          </a:xfrm>
          <a:custGeom>
            <a:avLst/>
            <a:gdLst/>
            <a:ahLst/>
            <a:cxnLst/>
            <a:rect l="l" t="t" r="r" b="b"/>
            <a:pathLst>
              <a:path w="4895850" h="800100">
                <a:moveTo>
                  <a:pt x="38101" y="0"/>
                </a:moveTo>
                <a:lnTo>
                  <a:pt x="4857749" y="0"/>
                </a:lnTo>
                <a:cubicBezTo>
                  <a:pt x="4878792" y="0"/>
                  <a:pt x="4895850" y="17058"/>
                  <a:pt x="4895850" y="38101"/>
                </a:cubicBezTo>
                <a:lnTo>
                  <a:pt x="4895850" y="761999"/>
                </a:lnTo>
                <a:cubicBezTo>
                  <a:pt x="4895850" y="783042"/>
                  <a:pt x="4878792" y="800100"/>
                  <a:pt x="4857749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6667500" y="249555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43700" y="268605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eventName: [fn1, fn2, fn3]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67500" y="2876550"/>
            <a:ext cx="473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6038" y="3462338"/>
            <a:ext cx="5210175" cy="1457325"/>
          </a:xfrm>
          <a:custGeom>
            <a:avLst/>
            <a:gdLst/>
            <a:ahLst/>
            <a:cxnLst/>
            <a:rect l="l" t="t" r="r" b="b"/>
            <a:pathLst>
              <a:path w="5210175" h="1457325">
                <a:moveTo>
                  <a:pt x="76204" y="0"/>
                </a:moveTo>
                <a:lnTo>
                  <a:pt x="5133971" y="0"/>
                </a:lnTo>
                <a:cubicBezTo>
                  <a:pt x="5176058" y="0"/>
                  <a:pt x="5210175" y="34117"/>
                  <a:pt x="5210175" y="76204"/>
                </a:cubicBezTo>
                <a:lnTo>
                  <a:pt x="5210175" y="1381121"/>
                </a:lnTo>
                <a:cubicBezTo>
                  <a:pt x="5210175" y="1423208"/>
                  <a:pt x="5176058" y="1457325"/>
                  <a:pt x="5133971" y="1457325"/>
                </a:cubicBezTo>
                <a:lnTo>
                  <a:pt x="76204" y="1457325"/>
                </a:lnTo>
                <a:cubicBezTo>
                  <a:pt x="34117" y="1457325"/>
                  <a:pt x="0" y="1423208"/>
                  <a:pt x="0" y="1381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3200" y="3619500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emit() called: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53200" y="3924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524625" y="39243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96100" y="3943350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Lookup event in registry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53200" y="4229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24625" y="42291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96100" y="4248150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Loop through listeners array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553200" y="4533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24625" y="4533900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96100" y="455295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 each synchronously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96038" y="5843588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34796" y="59912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6710363" y="5962650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but powerful</a:t>
            </a:r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O(n) where n = listeners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30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EventEmitter Class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domain-specific event emitters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6772275" cy="4429125"/>
          </a:xfrm>
          <a:custGeom>
            <a:avLst/>
            <a:gdLst/>
            <a:ahLst/>
            <a:cxnLst/>
            <a:rect l="l" t="t" r="r" b="b"/>
            <a:pathLst>
              <a:path w="6772275" h="4429125">
                <a:moveTo>
                  <a:pt x="114316" y="0"/>
                </a:moveTo>
                <a:lnTo>
                  <a:pt x="6657959" y="0"/>
                </a:lnTo>
                <a:cubicBezTo>
                  <a:pt x="6721094" y="0"/>
                  <a:pt x="6772275" y="51181"/>
                  <a:pt x="6772275" y="114316"/>
                </a:cubicBezTo>
                <a:lnTo>
                  <a:pt x="6772275" y="4314809"/>
                </a:lnTo>
                <a:cubicBezTo>
                  <a:pt x="6772275" y="4377944"/>
                  <a:pt x="6721094" y="4429125"/>
                  <a:pt x="6657959" y="4429125"/>
                </a:cubicBezTo>
                <a:lnTo>
                  <a:pt x="114316" y="4429125"/>
                </a:lnTo>
                <a:cubicBezTo>
                  <a:pt x="51181" y="4429125"/>
                  <a:pt x="0" y="4377944"/>
                  <a:pt x="0" y="4314809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2931" y="15716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Example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6372225" cy="3248025"/>
          </a:xfrm>
          <a:custGeom>
            <a:avLst/>
            <a:gdLst/>
            <a:ahLst/>
            <a:cxnLst/>
            <a:rect l="l" t="t" r="r" b="b"/>
            <a:pathLst>
              <a:path w="6372225" h="32480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3171826"/>
                </a:lnTo>
                <a:cubicBezTo>
                  <a:pt x="6372225" y="3213910"/>
                  <a:pt x="6338110" y="3248025"/>
                  <a:pt x="6296026" y="3248025"/>
                </a:cubicBezTo>
                <a:lnTo>
                  <a:pt x="76199" y="3248025"/>
                </a:lnTo>
                <a:cubicBezTo>
                  <a:pt x="34115" y="3248025"/>
                  <a:pt x="0" y="3213910"/>
                  <a:pt x="0" y="31718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1145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EventEmitter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'events'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2950" y="23812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OrderService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extends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EventEmitter {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9150" y="25717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constructor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 {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5350" y="2762250"/>
            <a:ext cx="597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150" y="29527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9150" y="32194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createOrder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(orderData) {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5350" y="3424238"/>
            <a:ext cx="167238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Business logic...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95350" y="3600450"/>
            <a:ext cx="597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'orderCreated'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orderData);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9150" y="37909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2950" y="39814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2950" y="42862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service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OrderService();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2950" y="44767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'orderCreated'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(order) =&gt; {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9150" y="4667250"/>
            <a:ext cx="604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'Order:'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order.id);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2950" y="4857750"/>
            <a:ext cx="6124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58063" y="1338263"/>
            <a:ext cx="4448175" cy="3533775"/>
          </a:xfrm>
          <a:custGeom>
            <a:avLst/>
            <a:gdLst/>
            <a:ahLst/>
            <a:cxnLst/>
            <a:rect l="l" t="t" r="r" b="b"/>
            <a:pathLst>
              <a:path w="4448175" h="3533775">
                <a:moveTo>
                  <a:pt x="114318" y="0"/>
                </a:moveTo>
                <a:lnTo>
                  <a:pt x="4333857" y="0"/>
                </a:lnTo>
                <a:cubicBezTo>
                  <a:pt x="4396993" y="0"/>
                  <a:pt x="4448175" y="51182"/>
                  <a:pt x="4448175" y="114318"/>
                </a:cubicBezTo>
                <a:lnTo>
                  <a:pt x="4448175" y="3419457"/>
                </a:lnTo>
                <a:cubicBezTo>
                  <a:pt x="4448175" y="3482593"/>
                  <a:pt x="4396993" y="3533775"/>
                  <a:pt x="4333857" y="3533775"/>
                </a:cubicBezTo>
                <a:lnTo>
                  <a:pt x="114318" y="3533775"/>
                </a:lnTo>
                <a:cubicBezTo>
                  <a:pt x="51182" y="3533775"/>
                  <a:pt x="0" y="3482593"/>
                  <a:pt x="0" y="341945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77138" y="15811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6973" y="16073"/>
                </a:moveTo>
                <a:lnTo>
                  <a:pt x="104477" y="16073"/>
                </a:lnTo>
                <a:cubicBezTo>
                  <a:pt x="105951" y="16073"/>
                  <a:pt x="107156" y="17279"/>
                  <a:pt x="107156" y="18752"/>
                </a:cubicBezTo>
                <a:lnTo>
                  <a:pt x="107156" y="32147"/>
                </a:lnTo>
                <a:lnTo>
                  <a:pt x="64294" y="32147"/>
                </a:lnTo>
                <a:lnTo>
                  <a:pt x="64294" y="18752"/>
                </a:lnTo>
                <a:cubicBezTo>
                  <a:pt x="64294" y="17279"/>
                  <a:pt x="65499" y="16073"/>
                  <a:pt x="66973" y="16073"/>
                </a:cubicBezTo>
                <a:close/>
                <a:moveTo>
                  <a:pt x="48220" y="18752"/>
                </a:moveTo>
                <a:lnTo>
                  <a:pt x="48220" y="32147"/>
                </a:lnTo>
                <a:lnTo>
                  <a:pt x="21431" y="32147"/>
                </a:lnTo>
                <a:cubicBezTo>
                  <a:pt x="9611" y="32147"/>
                  <a:pt x="0" y="41757"/>
                  <a:pt x="0" y="53578"/>
                </a:cubicBezTo>
                <a:lnTo>
                  <a:pt x="0" y="85725"/>
                </a:lnTo>
                <a:lnTo>
                  <a:pt x="171450" y="85725"/>
                </a:lnTo>
                <a:lnTo>
                  <a:pt x="171450" y="53578"/>
                </a:lnTo>
                <a:cubicBezTo>
                  <a:pt x="171450" y="41757"/>
                  <a:pt x="161839" y="32147"/>
                  <a:pt x="150019" y="32147"/>
                </a:cubicBezTo>
                <a:lnTo>
                  <a:pt x="123230" y="32147"/>
                </a:lnTo>
                <a:lnTo>
                  <a:pt x="123230" y="18752"/>
                </a:lnTo>
                <a:cubicBezTo>
                  <a:pt x="123230" y="8405"/>
                  <a:pt x="114825" y="0"/>
                  <a:pt x="104477" y="0"/>
                </a:cubicBezTo>
                <a:lnTo>
                  <a:pt x="66973" y="0"/>
                </a:lnTo>
                <a:cubicBezTo>
                  <a:pt x="56625" y="0"/>
                  <a:pt x="48220" y="8405"/>
                  <a:pt x="48220" y="18752"/>
                </a:cubicBezTo>
                <a:close/>
                <a:moveTo>
                  <a:pt x="171450" y="101798"/>
                </a:moveTo>
                <a:lnTo>
                  <a:pt x="107156" y="101798"/>
                </a:lnTo>
                <a:lnTo>
                  <a:pt x="107156" y="107156"/>
                </a:lnTo>
                <a:cubicBezTo>
                  <a:pt x="107156" y="113083"/>
                  <a:pt x="102368" y="117872"/>
                  <a:pt x="96441" y="117872"/>
                </a:cubicBezTo>
                <a:lnTo>
                  <a:pt x="75009" y="117872"/>
                </a:lnTo>
                <a:cubicBezTo>
                  <a:pt x="69082" y="117872"/>
                  <a:pt x="64294" y="113083"/>
                  <a:pt x="64294" y="107156"/>
                </a:cubicBezTo>
                <a:lnTo>
                  <a:pt x="64294" y="101798"/>
                </a:lnTo>
                <a:lnTo>
                  <a:pt x="0" y="101798"/>
                </a:ln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50019" y="160734"/>
                </a:lnTo>
                <a:cubicBezTo>
                  <a:pt x="161839" y="160734"/>
                  <a:pt x="171450" y="151124"/>
                  <a:pt x="171450" y="139303"/>
                </a:cubicBezTo>
                <a:lnTo>
                  <a:pt x="171450" y="10179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533525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53325" y="1952625"/>
            <a:ext cx="4057650" cy="647700"/>
          </a:xfrm>
          <a:custGeom>
            <a:avLst/>
            <a:gdLst/>
            <a:ahLst/>
            <a:cxnLst/>
            <a:rect l="l" t="t" r="r" b="b"/>
            <a:pathLst>
              <a:path w="4057650" h="647700">
                <a:moveTo>
                  <a:pt x="76202" y="0"/>
                </a:moveTo>
                <a:lnTo>
                  <a:pt x="3981448" y="0"/>
                </a:lnTo>
                <a:cubicBezTo>
                  <a:pt x="4023533" y="0"/>
                  <a:pt x="4057650" y="34117"/>
                  <a:pt x="4057650" y="76202"/>
                </a:cubicBezTo>
                <a:lnTo>
                  <a:pt x="4057650" y="571498"/>
                </a:lnTo>
                <a:cubicBezTo>
                  <a:pt x="4057650" y="613583"/>
                  <a:pt x="4023533" y="647700"/>
                  <a:pt x="3981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96200" y="2105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7972425" y="2066925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Events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72425" y="2295525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UserRegistered, OrderPlaced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53325" y="2714625"/>
            <a:ext cx="4057650" cy="647700"/>
          </a:xfrm>
          <a:custGeom>
            <a:avLst/>
            <a:gdLst/>
            <a:ahLst/>
            <a:cxnLst/>
            <a:rect l="l" t="t" r="r" b="b"/>
            <a:pathLst>
              <a:path w="4057650" h="647700">
                <a:moveTo>
                  <a:pt x="76202" y="0"/>
                </a:moveTo>
                <a:lnTo>
                  <a:pt x="3981448" y="0"/>
                </a:lnTo>
                <a:cubicBezTo>
                  <a:pt x="4023533" y="0"/>
                  <a:pt x="4057650" y="34117"/>
                  <a:pt x="4057650" y="76202"/>
                </a:cubicBezTo>
                <a:lnTo>
                  <a:pt x="4057650" y="571498"/>
                </a:lnTo>
                <a:cubicBezTo>
                  <a:pt x="4057650" y="613583"/>
                  <a:pt x="4023533" y="647700"/>
                  <a:pt x="3981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677150" y="2867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7972425" y="282892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72425" y="3057525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communication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53325" y="3476625"/>
            <a:ext cx="4057650" cy="647700"/>
          </a:xfrm>
          <a:custGeom>
            <a:avLst/>
            <a:gdLst/>
            <a:ahLst/>
            <a:cxnLst/>
            <a:rect l="l" t="t" r="r" b="b"/>
            <a:pathLst>
              <a:path w="4057650" h="647700">
                <a:moveTo>
                  <a:pt x="76202" y="0"/>
                </a:moveTo>
                <a:lnTo>
                  <a:pt x="3981448" y="0"/>
                </a:lnTo>
                <a:cubicBezTo>
                  <a:pt x="4023533" y="0"/>
                  <a:pt x="4057650" y="34117"/>
                  <a:pt x="4057650" y="76202"/>
                </a:cubicBezTo>
                <a:lnTo>
                  <a:pt x="4057650" y="571498"/>
                </a:lnTo>
                <a:cubicBezTo>
                  <a:pt x="4057650" y="613583"/>
                  <a:pt x="4023533" y="647700"/>
                  <a:pt x="39814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77150" y="36290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204" y="-7412"/>
                </a:moveTo>
                <a:cubicBezTo>
                  <a:pt x="9406" y="-10210"/>
                  <a:pt x="4882" y="-10210"/>
                  <a:pt x="2113" y="-7412"/>
                </a:cubicBezTo>
                <a:cubicBezTo>
                  <a:pt x="-655" y="-4614"/>
                  <a:pt x="-685" y="-89"/>
                  <a:pt x="2084" y="2709"/>
                </a:cubicBezTo>
                <a:lnTo>
                  <a:pt x="159246" y="159871"/>
                </a:lnTo>
                <a:cubicBezTo>
                  <a:pt x="162044" y="162669"/>
                  <a:pt x="166568" y="162669"/>
                  <a:pt x="169337" y="159871"/>
                </a:cubicBezTo>
                <a:cubicBezTo>
                  <a:pt x="172105" y="157073"/>
                  <a:pt x="172135" y="152549"/>
                  <a:pt x="169337" y="149781"/>
                </a:cubicBezTo>
                <a:lnTo>
                  <a:pt x="133023" y="113467"/>
                </a:lnTo>
                <a:cubicBezTo>
                  <a:pt x="134273" y="112455"/>
                  <a:pt x="135493" y="111353"/>
                  <a:pt x="136624" y="110222"/>
                </a:cubicBezTo>
                <a:lnTo>
                  <a:pt x="157788" y="89059"/>
                </a:lnTo>
                <a:cubicBezTo>
                  <a:pt x="166509" y="80337"/>
                  <a:pt x="171420" y="68491"/>
                  <a:pt x="171420" y="56138"/>
                </a:cubicBezTo>
                <a:cubicBezTo>
                  <a:pt x="171420" y="30420"/>
                  <a:pt x="150584" y="9555"/>
                  <a:pt x="124837" y="9555"/>
                </a:cubicBezTo>
                <a:cubicBezTo>
                  <a:pt x="113734" y="9555"/>
                  <a:pt x="103078" y="13514"/>
                  <a:pt x="94684" y="20628"/>
                </a:cubicBezTo>
                <a:cubicBezTo>
                  <a:pt x="100727" y="23634"/>
                  <a:pt x="106204" y="27623"/>
                  <a:pt x="110907" y="32385"/>
                </a:cubicBezTo>
                <a:cubicBezTo>
                  <a:pt x="115104" y="29914"/>
                  <a:pt x="119896" y="28605"/>
                  <a:pt x="124837" y="28605"/>
                </a:cubicBezTo>
                <a:cubicBezTo>
                  <a:pt x="140047" y="28605"/>
                  <a:pt x="152370" y="40928"/>
                  <a:pt x="152370" y="56138"/>
                </a:cubicBezTo>
                <a:cubicBezTo>
                  <a:pt x="152370" y="63431"/>
                  <a:pt x="149483" y="70425"/>
                  <a:pt x="144304" y="75605"/>
                </a:cubicBezTo>
                <a:lnTo>
                  <a:pt x="123140" y="96768"/>
                </a:lnTo>
                <a:cubicBezTo>
                  <a:pt x="121980" y="97929"/>
                  <a:pt x="120729" y="98971"/>
                  <a:pt x="119390" y="99893"/>
                </a:cubicBezTo>
                <a:lnTo>
                  <a:pt x="105251" y="85755"/>
                </a:lnTo>
                <a:cubicBezTo>
                  <a:pt x="110163" y="85487"/>
                  <a:pt x="114092" y="81469"/>
                  <a:pt x="114240" y="76498"/>
                </a:cubicBezTo>
                <a:cubicBezTo>
                  <a:pt x="114240" y="76111"/>
                  <a:pt x="114240" y="75724"/>
                  <a:pt x="114240" y="75337"/>
                </a:cubicBezTo>
                <a:cubicBezTo>
                  <a:pt x="114240" y="49649"/>
                  <a:pt x="93434" y="28635"/>
                  <a:pt x="67657" y="28635"/>
                </a:cubicBezTo>
                <a:cubicBezTo>
                  <a:pt x="61942" y="28635"/>
                  <a:pt x="56376" y="29676"/>
                  <a:pt x="51137" y="31671"/>
                </a:cubicBezTo>
                <a:lnTo>
                  <a:pt x="12204" y="-7412"/>
                </a:lnTo>
                <a:close/>
                <a:moveTo>
                  <a:pt x="67241" y="47625"/>
                </a:moveTo>
                <a:cubicBezTo>
                  <a:pt x="67419" y="47625"/>
                  <a:pt x="67568" y="47625"/>
                  <a:pt x="67747" y="47625"/>
                </a:cubicBezTo>
                <a:cubicBezTo>
                  <a:pt x="72241" y="47625"/>
                  <a:pt x="76527" y="48726"/>
                  <a:pt x="80278" y="50661"/>
                </a:cubicBezTo>
                <a:cubicBezTo>
                  <a:pt x="80814" y="51018"/>
                  <a:pt x="81349" y="51346"/>
                  <a:pt x="81915" y="51584"/>
                </a:cubicBezTo>
                <a:cubicBezTo>
                  <a:pt x="89892" y="56436"/>
                  <a:pt x="95250" y="65246"/>
                  <a:pt x="95250" y="75277"/>
                </a:cubicBezTo>
                <a:cubicBezTo>
                  <a:pt x="95250" y="75396"/>
                  <a:pt x="95250" y="75515"/>
                  <a:pt x="95250" y="75634"/>
                </a:cubicBezTo>
                <a:lnTo>
                  <a:pt x="67241" y="47625"/>
                </a:lnTo>
                <a:close/>
                <a:moveTo>
                  <a:pt x="103049" y="123825"/>
                </a:moveTo>
                <a:lnTo>
                  <a:pt x="57150" y="77926"/>
                </a:lnTo>
                <a:cubicBezTo>
                  <a:pt x="57507" y="103108"/>
                  <a:pt x="77867" y="123438"/>
                  <a:pt x="103019" y="123795"/>
                </a:cubicBezTo>
                <a:close/>
                <a:moveTo>
                  <a:pt x="41583" y="62359"/>
                </a:moveTo>
                <a:lnTo>
                  <a:pt x="28099" y="48875"/>
                </a:lnTo>
                <a:lnTo>
                  <a:pt x="13633" y="63341"/>
                </a:lnTo>
                <a:cubicBezTo>
                  <a:pt x="4911" y="72063"/>
                  <a:pt x="0" y="83909"/>
                  <a:pt x="0" y="96262"/>
                </a:cubicBezTo>
                <a:cubicBezTo>
                  <a:pt x="0" y="121980"/>
                  <a:pt x="20836" y="142845"/>
                  <a:pt x="46583" y="142845"/>
                </a:cubicBezTo>
                <a:cubicBezTo>
                  <a:pt x="57656" y="142845"/>
                  <a:pt x="68342" y="138886"/>
                  <a:pt x="76736" y="131772"/>
                </a:cubicBezTo>
                <a:cubicBezTo>
                  <a:pt x="70693" y="128766"/>
                  <a:pt x="65187" y="124777"/>
                  <a:pt x="60484" y="120015"/>
                </a:cubicBezTo>
                <a:cubicBezTo>
                  <a:pt x="56317" y="122456"/>
                  <a:pt x="51524" y="123765"/>
                  <a:pt x="46583" y="123765"/>
                </a:cubicBezTo>
                <a:cubicBezTo>
                  <a:pt x="31373" y="123765"/>
                  <a:pt x="19050" y="111443"/>
                  <a:pt x="19050" y="96232"/>
                </a:cubicBezTo>
                <a:cubicBezTo>
                  <a:pt x="19050" y="88940"/>
                  <a:pt x="21937" y="81945"/>
                  <a:pt x="27116" y="76766"/>
                </a:cubicBezTo>
                <a:lnTo>
                  <a:pt x="41583" y="6229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7972425" y="3590925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Decoupled Systems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972425" y="3819525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Loose component coupling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58063" y="5033963"/>
            <a:ext cx="4448175" cy="733425"/>
          </a:xfrm>
          <a:custGeom>
            <a:avLst/>
            <a:gdLst/>
            <a:ahLst/>
            <a:cxnLst/>
            <a:rect l="l" t="t" r="r" b="b"/>
            <a:pathLst>
              <a:path w="4448175" h="733425">
                <a:moveTo>
                  <a:pt x="114297" y="0"/>
                </a:moveTo>
                <a:lnTo>
                  <a:pt x="4333878" y="0"/>
                </a:lnTo>
                <a:cubicBezTo>
                  <a:pt x="4397003" y="0"/>
                  <a:pt x="4448175" y="51172"/>
                  <a:pt x="4448175" y="114297"/>
                </a:cubicBezTo>
                <a:lnTo>
                  <a:pt x="4448175" y="619128"/>
                </a:lnTo>
                <a:cubicBezTo>
                  <a:pt x="4448175" y="682253"/>
                  <a:pt x="4397003" y="733425"/>
                  <a:pt x="4333878" y="733425"/>
                </a:cubicBezTo>
                <a:lnTo>
                  <a:pt x="114297" y="733425"/>
                </a:lnTo>
                <a:cubicBezTo>
                  <a:pt x="51172" y="733425"/>
                  <a:pt x="0" y="682253"/>
                  <a:pt x="0" y="619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43800" y="5286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7915275" y="5191125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Gold Topic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915275" y="5419725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OOP + EventEmitter mastery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738" y="6105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933450" y="6086475"/>
            <a:ext cx="8162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Benefits: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Encapsulates business logic while maintaining event-driven flexibility. Easy to test, extend, and maintain.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3679" y="378047"/>
            <a:ext cx="68736" cy="274943"/>
          </a:xfrm>
          <a:custGeom>
            <a:avLst/>
            <a:gdLst/>
            <a:ahLst/>
            <a:cxnLst/>
            <a:rect l="l" t="t" r="r" b="b"/>
            <a:pathLst>
              <a:path w="68736" h="274943">
                <a:moveTo>
                  <a:pt x="34368" y="0"/>
                </a:moveTo>
                <a:lnTo>
                  <a:pt x="34368" y="0"/>
                </a:lnTo>
                <a:cubicBezTo>
                  <a:pt x="53336" y="0"/>
                  <a:pt x="68736" y="15400"/>
                  <a:pt x="68736" y="34368"/>
                </a:cubicBezTo>
                <a:lnTo>
                  <a:pt x="68736" y="240575"/>
                </a:lnTo>
                <a:cubicBezTo>
                  <a:pt x="68736" y="259556"/>
                  <a:pt x="53349" y="274943"/>
                  <a:pt x="34368" y="274943"/>
                </a:cubicBezTo>
                <a:lnTo>
                  <a:pt x="34368" y="274943"/>
                </a:lnTo>
                <a:cubicBezTo>
                  <a:pt x="15387" y="274943"/>
                  <a:pt x="0" y="259556"/>
                  <a:pt x="0" y="240575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15518" y="343679"/>
            <a:ext cx="3196211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Use Cases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5518" y="790461"/>
            <a:ext cx="11410131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8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EventEmitter shines in production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975" y="1207171"/>
            <a:ext cx="5670698" cy="2156584"/>
          </a:xfrm>
          <a:custGeom>
            <a:avLst/>
            <a:gdLst/>
            <a:ahLst/>
            <a:cxnLst/>
            <a:rect l="l" t="t" r="r" b="b"/>
            <a:pathLst>
              <a:path w="5670698" h="2156584">
                <a:moveTo>
                  <a:pt x="103106" y="0"/>
                </a:moveTo>
                <a:lnTo>
                  <a:pt x="5567591" y="0"/>
                </a:lnTo>
                <a:cubicBezTo>
                  <a:pt x="5624497" y="0"/>
                  <a:pt x="5670698" y="46200"/>
                  <a:pt x="5670698" y="103106"/>
                </a:cubicBezTo>
                <a:lnTo>
                  <a:pt x="5670698" y="2053477"/>
                </a:lnTo>
                <a:cubicBezTo>
                  <a:pt x="5670698" y="2110383"/>
                  <a:pt x="5624497" y="2156584"/>
                  <a:pt x="5567591" y="2156584"/>
                </a:cubicBezTo>
                <a:lnTo>
                  <a:pt x="103106" y="2156584"/>
                </a:lnTo>
                <a:cubicBezTo>
                  <a:pt x="46200" y="2156584"/>
                  <a:pt x="0" y="2110383"/>
                  <a:pt x="0" y="2053477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4110" y="1383307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4397" y="1503594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0" y="32220"/>
                </a:moveTo>
                <a:cubicBezTo>
                  <a:pt x="0" y="26279"/>
                  <a:pt x="4799" y="21480"/>
                  <a:pt x="10740" y="21480"/>
                </a:cubicBezTo>
                <a:lnTo>
                  <a:pt x="139619" y="21480"/>
                </a:lnTo>
                <a:cubicBezTo>
                  <a:pt x="145560" y="21480"/>
                  <a:pt x="150359" y="26279"/>
                  <a:pt x="150359" y="32220"/>
                </a:cubicBezTo>
                <a:cubicBezTo>
                  <a:pt x="150359" y="38160"/>
                  <a:pt x="145560" y="42960"/>
                  <a:pt x="139619" y="42960"/>
                </a:cubicBezTo>
                <a:lnTo>
                  <a:pt x="10740" y="42960"/>
                </a:lnTo>
                <a:cubicBezTo>
                  <a:pt x="4799" y="42960"/>
                  <a:pt x="0" y="38160"/>
                  <a:pt x="0" y="32220"/>
                </a:cubicBezTo>
                <a:close/>
                <a:moveTo>
                  <a:pt x="21480" y="85920"/>
                </a:moveTo>
                <a:cubicBezTo>
                  <a:pt x="21480" y="79979"/>
                  <a:pt x="26279" y="75180"/>
                  <a:pt x="32220" y="75180"/>
                </a:cubicBezTo>
                <a:lnTo>
                  <a:pt x="161099" y="75180"/>
                </a:lnTo>
                <a:cubicBezTo>
                  <a:pt x="167040" y="75180"/>
                  <a:pt x="171839" y="79979"/>
                  <a:pt x="171839" y="85920"/>
                </a:cubicBezTo>
                <a:cubicBezTo>
                  <a:pt x="171839" y="91860"/>
                  <a:pt x="167040" y="96660"/>
                  <a:pt x="161099" y="96660"/>
                </a:cubicBezTo>
                <a:lnTo>
                  <a:pt x="32220" y="96660"/>
                </a:lnTo>
                <a:cubicBezTo>
                  <a:pt x="26279" y="96660"/>
                  <a:pt x="21480" y="91860"/>
                  <a:pt x="21480" y="85920"/>
                </a:cubicBezTo>
                <a:close/>
                <a:moveTo>
                  <a:pt x="150359" y="139619"/>
                </a:moveTo>
                <a:cubicBezTo>
                  <a:pt x="150359" y="145560"/>
                  <a:pt x="145560" y="150359"/>
                  <a:pt x="139619" y="150359"/>
                </a:cubicBezTo>
                <a:lnTo>
                  <a:pt x="10740" y="150359"/>
                </a:lnTo>
                <a:cubicBezTo>
                  <a:pt x="4799" y="150359"/>
                  <a:pt x="0" y="145560"/>
                  <a:pt x="0" y="139619"/>
                </a:cubicBezTo>
                <a:cubicBezTo>
                  <a:pt x="0" y="133679"/>
                  <a:pt x="4799" y="128879"/>
                  <a:pt x="10740" y="128879"/>
                </a:cubicBezTo>
                <a:lnTo>
                  <a:pt x="139619" y="128879"/>
                </a:lnTo>
                <a:cubicBezTo>
                  <a:pt x="145560" y="128879"/>
                  <a:pt x="150359" y="133679"/>
                  <a:pt x="150359" y="13961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1039628" y="1383307"/>
            <a:ext cx="1357531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9628" y="1623882"/>
            <a:ext cx="133175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I/O, data processing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8406" y="1937488"/>
            <a:ext cx="5309835" cy="1245835"/>
          </a:xfrm>
          <a:custGeom>
            <a:avLst/>
            <a:gdLst/>
            <a:ahLst/>
            <a:cxnLst/>
            <a:rect l="l" t="t" r="r" b="b"/>
            <a:pathLst>
              <a:path w="5309835" h="1245835">
                <a:moveTo>
                  <a:pt x="68733" y="0"/>
                </a:moveTo>
                <a:lnTo>
                  <a:pt x="5241102" y="0"/>
                </a:lnTo>
                <a:cubicBezTo>
                  <a:pt x="5279062" y="0"/>
                  <a:pt x="5309835" y="30773"/>
                  <a:pt x="5309835" y="68733"/>
                </a:cubicBezTo>
                <a:lnTo>
                  <a:pt x="5309835" y="1177102"/>
                </a:lnTo>
                <a:cubicBezTo>
                  <a:pt x="5309835" y="1215062"/>
                  <a:pt x="5279062" y="1245835"/>
                  <a:pt x="5241102" y="1245835"/>
                </a:cubicBezTo>
                <a:lnTo>
                  <a:pt x="68733" y="1245835"/>
                </a:lnTo>
                <a:cubicBezTo>
                  <a:pt x="30773" y="1245835"/>
                  <a:pt x="0" y="1215062"/>
                  <a:pt x="0" y="1177102"/>
                </a:cubicBezTo>
                <a:lnTo>
                  <a:pt x="0" y="68733"/>
                </a:lnTo>
                <a:cubicBezTo>
                  <a:pt x="0" y="30798"/>
                  <a:pt x="30798" y="0"/>
                  <a:pt x="68733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805" y="2044888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'data'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(chunk) =&gt; {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541" y="2216727"/>
            <a:ext cx="508644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'Received:'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chunk);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805" y="2388567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805" y="2560406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'end'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() =&gt; {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541" y="2732245"/>
            <a:ext cx="508644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console.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'Stream ended'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805" y="2904085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7555" y="1207171"/>
            <a:ext cx="5670698" cy="2156584"/>
          </a:xfrm>
          <a:custGeom>
            <a:avLst/>
            <a:gdLst/>
            <a:ahLst/>
            <a:cxnLst/>
            <a:rect l="l" t="t" r="r" b="b"/>
            <a:pathLst>
              <a:path w="5670698" h="2156584">
                <a:moveTo>
                  <a:pt x="103106" y="0"/>
                </a:moveTo>
                <a:lnTo>
                  <a:pt x="5567591" y="0"/>
                </a:lnTo>
                <a:cubicBezTo>
                  <a:pt x="5624497" y="0"/>
                  <a:pt x="5670698" y="46200"/>
                  <a:pt x="5670698" y="103106"/>
                </a:cubicBezTo>
                <a:lnTo>
                  <a:pt x="5670698" y="2053477"/>
                </a:lnTo>
                <a:cubicBezTo>
                  <a:pt x="5670698" y="2110383"/>
                  <a:pt x="5624497" y="2156584"/>
                  <a:pt x="5567591" y="2156584"/>
                </a:cubicBezTo>
                <a:lnTo>
                  <a:pt x="103106" y="2156584"/>
                </a:lnTo>
                <a:cubicBezTo>
                  <a:pt x="46200" y="2156584"/>
                  <a:pt x="0" y="2110383"/>
                  <a:pt x="0" y="2053477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3690" y="1383307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74718" y="1503594"/>
            <a:ext cx="150359" cy="171839"/>
          </a:xfrm>
          <a:custGeom>
            <a:avLst/>
            <a:gdLst/>
            <a:ahLst/>
            <a:cxnLst/>
            <a:rect l="l" t="t" r="r" b="b"/>
            <a:pathLst>
              <a:path w="150359" h="171839">
                <a:moveTo>
                  <a:pt x="21480" y="10740"/>
                </a:moveTo>
                <a:cubicBezTo>
                  <a:pt x="9632" y="10740"/>
                  <a:pt x="0" y="20372"/>
                  <a:pt x="0" y="32220"/>
                </a:cubicBezTo>
                <a:lnTo>
                  <a:pt x="0" y="53700"/>
                </a:lnTo>
                <a:cubicBezTo>
                  <a:pt x="0" y="65547"/>
                  <a:pt x="9632" y="75180"/>
                  <a:pt x="21480" y="75180"/>
                </a:cubicBezTo>
                <a:lnTo>
                  <a:pt x="128879" y="75180"/>
                </a:lnTo>
                <a:cubicBezTo>
                  <a:pt x="140727" y="75180"/>
                  <a:pt x="150359" y="65547"/>
                  <a:pt x="150359" y="53700"/>
                </a:cubicBezTo>
                <a:lnTo>
                  <a:pt x="150359" y="32220"/>
                </a:lnTo>
                <a:cubicBezTo>
                  <a:pt x="150359" y="20372"/>
                  <a:pt x="140727" y="10740"/>
                  <a:pt x="128879" y="10740"/>
                </a:cubicBezTo>
                <a:lnTo>
                  <a:pt x="21480" y="10740"/>
                </a:lnTo>
                <a:close/>
                <a:moveTo>
                  <a:pt x="93975" y="34905"/>
                </a:moveTo>
                <a:cubicBezTo>
                  <a:pt x="98420" y="34905"/>
                  <a:pt x="102030" y="38514"/>
                  <a:pt x="102030" y="42960"/>
                </a:cubicBezTo>
                <a:cubicBezTo>
                  <a:pt x="102030" y="47405"/>
                  <a:pt x="98420" y="51015"/>
                  <a:pt x="93975" y="51015"/>
                </a:cubicBezTo>
                <a:cubicBezTo>
                  <a:pt x="89529" y="51015"/>
                  <a:pt x="85920" y="47405"/>
                  <a:pt x="85920" y="42960"/>
                </a:cubicBezTo>
                <a:cubicBezTo>
                  <a:pt x="85920" y="38514"/>
                  <a:pt x="89529" y="34905"/>
                  <a:pt x="93975" y="34905"/>
                </a:cubicBezTo>
                <a:close/>
                <a:moveTo>
                  <a:pt x="112770" y="42960"/>
                </a:moveTo>
                <a:cubicBezTo>
                  <a:pt x="112770" y="38514"/>
                  <a:pt x="116379" y="34905"/>
                  <a:pt x="120825" y="34905"/>
                </a:cubicBezTo>
                <a:cubicBezTo>
                  <a:pt x="125270" y="34905"/>
                  <a:pt x="128879" y="38514"/>
                  <a:pt x="128879" y="42960"/>
                </a:cubicBezTo>
                <a:cubicBezTo>
                  <a:pt x="128879" y="47405"/>
                  <a:pt x="125270" y="51015"/>
                  <a:pt x="120825" y="51015"/>
                </a:cubicBezTo>
                <a:cubicBezTo>
                  <a:pt x="116379" y="51015"/>
                  <a:pt x="112770" y="47405"/>
                  <a:pt x="112770" y="42960"/>
                </a:cubicBezTo>
                <a:close/>
                <a:moveTo>
                  <a:pt x="21480" y="96660"/>
                </a:moveTo>
                <a:cubicBezTo>
                  <a:pt x="9632" y="96660"/>
                  <a:pt x="0" y="106292"/>
                  <a:pt x="0" y="118140"/>
                </a:cubicBezTo>
                <a:lnTo>
                  <a:pt x="0" y="139619"/>
                </a:lnTo>
                <a:cubicBezTo>
                  <a:pt x="0" y="151467"/>
                  <a:pt x="9632" y="161099"/>
                  <a:pt x="21480" y="161099"/>
                </a:cubicBezTo>
                <a:lnTo>
                  <a:pt x="128879" y="161099"/>
                </a:lnTo>
                <a:cubicBezTo>
                  <a:pt x="140727" y="161099"/>
                  <a:pt x="150359" y="151467"/>
                  <a:pt x="150359" y="139619"/>
                </a:cubicBezTo>
                <a:lnTo>
                  <a:pt x="150359" y="118140"/>
                </a:lnTo>
                <a:cubicBezTo>
                  <a:pt x="150359" y="106292"/>
                  <a:pt x="140727" y="96660"/>
                  <a:pt x="128879" y="96660"/>
                </a:cubicBezTo>
                <a:lnTo>
                  <a:pt x="21480" y="96660"/>
                </a:lnTo>
                <a:close/>
                <a:moveTo>
                  <a:pt x="93975" y="120825"/>
                </a:moveTo>
                <a:cubicBezTo>
                  <a:pt x="98420" y="120825"/>
                  <a:pt x="102030" y="124434"/>
                  <a:pt x="102030" y="128879"/>
                </a:cubicBezTo>
                <a:cubicBezTo>
                  <a:pt x="102030" y="133325"/>
                  <a:pt x="98420" y="136934"/>
                  <a:pt x="93975" y="136934"/>
                </a:cubicBezTo>
                <a:cubicBezTo>
                  <a:pt x="89529" y="136934"/>
                  <a:pt x="85920" y="133325"/>
                  <a:pt x="85920" y="128879"/>
                </a:cubicBezTo>
                <a:cubicBezTo>
                  <a:pt x="85920" y="124434"/>
                  <a:pt x="89529" y="120825"/>
                  <a:pt x="93975" y="120825"/>
                </a:cubicBezTo>
                <a:close/>
                <a:moveTo>
                  <a:pt x="112770" y="128879"/>
                </a:moveTo>
                <a:cubicBezTo>
                  <a:pt x="112770" y="124434"/>
                  <a:pt x="116379" y="120825"/>
                  <a:pt x="120825" y="120825"/>
                </a:cubicBezTo>
                <a:cubicBezTo>
                  <a:pt x="125270" y="120825"/>
                  <a:pt x="128879" y="124434"/>
                  <a:pt x="128879" y="128879"/>
                </a:cubicBezTo>
                <a:cubicBezTo>
                  <a:pt x="128879" y="133325"/>
                  <a:pt x="125270" y="136934"/>
                  <a:pt x="120825" y="136934"/>
                </a:cubicBezTo>
                <a:cubicBezTo>
                  <a:pt x="116379" y="136934"/>
                  <a:pt x="112770" y="133325"/>
                  <a:pt x="112770" y="12887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9208" y="1383307"/>
            <a:ext cx="104822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Server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9208" y="1623882"/>
            <a:ext cx="102244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handling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47986" y="1937488"/>
            <a:ext cx="5309835" cy="902156"/>
          </a:xfrm>
          <a:custGeom>
            <a:avLst/>
            <a:gdLst/>
            <a:ahLst/>
            <a:cxnLst/>
            <a:rect l="l" t="t" r="r" b="b"/>
            <a:pathLst>
              <a:path w="5309835" h="902156">
                <a:moveTo>
                  <a:pt x="68735" y="0"/>
                </a:moveTo>
                <a:lnTo>
                  <a:pt x="5241100" y="0"/>
                </a:lnTo>
                <a:cubicBezTo>
                  <a:pt x="5279061" y="0"/>
                  <a:pt x="5309835" y="30774"/>
                  <a:pt x="5309835" y="68735"/>
                </a:cubicBezTo>
                <a:lnTo>
                  <a:pt x="5309835" y="833421"/>
                </a:lnTo>
                <a:cubicBezTo>
                  <a:pt x="5309835" y="871383"/>
                  <a:pt x="5279061" y="902156"/>
                  <a:pt x="5241100" y="902156"/>
                </a:cubicBezTo>
                <a:lnTo>
                  <a:pt x="68735" y="902156"/>
                </a:lnTo>
                <a:cubicBezTo>
                  <a:pt x="30774" y="902156"/>
                  <a:pt x="0" y="871383"/>
                  <a:pt x="0" y="833421"/>
                </a:cubicBezTo>
                <a:lnTo>
                  <a:pt x="0" y="68735"/>
                </a:lnTo>
                <a:cubicBezTo>
                  <a:pt x="0" y="30774"/>
                  <a:pt x="30774" y="0"/>
                  <a:pt x="68735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386" y="2044888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server = http.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createServer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55386" y="2216727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'request'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(req, res) =&gt; {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24122" y="2388567"/>
            <a:ext cx="5086444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'Hello!'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386" y="2560406"/>
            <a:ext cx="515518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7975" y="3509818"/>
            <a:ext cx="5670698" cy="1555146"/>
          </a:xfrm>
          <a:custGeom>
            <a:avLst/>
            <a:gdLst/>
            <a:ahLst/>
            <a:cxnLst/>
            <a:rect l="l" t="t" r="r" b="b"/>
            <a:pathLst>
              <a:path w="5670698" h="1555146">
                <a:moveTo>
                  <a:pt x="103106" y="0"/>
                </a:moveTo>
                <a:lnTo>
                  <a:pt x="5567592" y="0"/>
                </a:lnTo>
                <a:cubicBezTo>
                  <a:pt x="5624535" y="0"/>
                  <a:pt x="5670698" y="46162"/>
                  <a:pt x="5670698" y="103106"/>
                </a:cubicBezTo>
                <a:lnTo>
                  <a:pt x="5670698" y="1452040"/>
                </a:lnTo>
                <a:cubicBezTo>
                  <a:pt x="5670698" y="1508984"/>
                  <a:pt x="5624535" y="1555146"/>
                  <a:pt x="5567592" y="1555146"/>
                </a:cubicBezTo>
                <a:lnTo>
                  <a:pt x="103106" y="1555146"/>
                </a:lnTo>
                <a:cubicBezTo>
                  <a:pt x="46162" y="1555146"/>
                  <a:pt x="0" y="1508984"/>
                  <a:pt x="0" y="1452040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4110" y="3685953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44397" y="3806241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44906" y="12183"/>
                </a:moveTo>
                <a:cubicBezTo>
                  <a:pt x="48565" y="14734"/>
                  <a:pt x="49437" y="19768"/>
                  <a:pt x="46887" y="23393"/>
                </a:cubicBezTo>
                <a:lnTo>
                  <a:pt x="28092" y="50243"/>
                </a:lnTo>
                <a:cubicBezTo>
                  <a:pt x="26716" y="52189"/>
                  <a:pt x="24568" y="53431"/>
                  <a:pt x="22185" y="53633"/>
                </a:cubicBezTo>
                <a:cubicBezTo>
                  <a:pt x="19802" y="53834"/>
                  <a:pt x="17452" y="53029"/>
                  <a:pt x="15774" y="51350"/>
                </a:cubicBezTo>
                <a:lnTo>
                  <a:pt x="2349" y="37925"/>
                </a:lnTo>
                <a:cubicBezTo>
                  <a:pt x="-772" y="34771"/>
                  <a:pt x="-772" y="29669"/>
                  <a:pt x="2349" y="26514"/>
                </a:cubicBezTo>
                <a:cubicBezTo>
                  <a:pt x="5471" y="23359"/>
                  <a:pt x="10606" y="23393"/>
                  <a:pt x="13761" y="26514"/>
                </a:cubicBezTo>
                <a:lnTo>
                  <a:pt x="20406" y="33160"/>
                </a:lnTo>
                <a:lnTo>
                  <a:pt x="33697" y="14163"/>
                </a:lnTo>
                <a:cubicBezTo>
                  <a:pt x="36247" y="10505"/>
                  <a:pt x="41282" y="9632"/>
                  <a:pt x="44906" y="12183"/>
                </a:cubicBezTo>
                <a:close/>
                <a:moveTo>
                  <a:pt x="44906" y="65883"/>
                </a:moveTo>
                <a:cubicBezTo>
                  <a:pt x="48565" y="68434"/>
                  <a:pt x="49437" y="73468"/>
                  <a:pt x="46887" y="77093"/>
                </a:cubicBezTo>
                <a:lnTo>
                  <a:pt x="28092" y="103943"/>
                </a:lnTo>
                <a:cubicBezTo>
                  <a:pt x="26716" y="105889"/>
                  <a:pt x="24568" y="107131"/>
                  <a:pt x="22185" y="107332"/>
                </a:cubicBezTo>
                <a:cubicBezTo>
                  <a:pt x="19802" y="107534"/>
                  <a:pt x="17452" y="106728"/>
                  <a:pt x="15774" y="105050"/>
                </a:cubicBezTo>
                <a:lnTo>
                  <a:pt x="2349" y="91625"/>
                </a:lnTo>
                <a:cubicBezTo>
                  <a:pt x="-805" y="88470"/>
                  <a:pt x="-805" y="83369"/>
                  <a:pt x="2349" y="80248"/>
                </a:cubicBezTo>
                <a:cubicBezTo>
                  <a:pt x="5504" y="77126"/>
                  <a:pt x="10606" y="77093"/>
                  <a:pt x="13727" y="80248"/>
                </a:cubicBezTo>
                <a:lnTo>
                  <a:pt x="20372" y="86893"/>
                </a:lnTo>
                <a:lnTo>
                  <a:pt x="33663" y="67897"/>
                </a:lnTo>
                <a:cubicBezTo>
                  <a:pt x="36214" y="64238"/>
                  <a:pt x="41248" y="63366"/>
                  <a:pt x="44873" y="65916"/>
                </a:cubicBezTo>
                <a:close/>
                <a:moveTo>
                  <a:pt x="75180" y="32220"/>
                </a:moveTo>
                <a:cubicBezTo>
                  <a:pt x="75180" y="26279"/>
                  <a:pt x="79979" y="21480"/>
                  <a:pt x="85920" y="21480"/>
                </a:cubicBezTo>
                <a:lnTo>
                  <a:pt x="161099" y="21480"/>
                </a:lnTo>
                <a:cubicBezTo>
                  <a:pt x="167040" y="21480"/>
                  <a:pt x="171839" y="26279"/>
                  <a:pt x="171839" y="32220"/>
                </a:cubicBezTo>
                <a:cubicBezTo>
                  <a:pt x="171839" y="38160"/>
                  <a:pt x="167040" y="42960"/>
                  <a:pt x="161099" y="42960"/>
                </a:cubicBezTo>
                <a:lnTo>
                  <a:pt x="85920" y="42960"/>
                </a:lnTo>
                <a:cubicBezTo>
                  <a:pt x="79979" y="42960"/>
                  <a:pt x="75180" y="38160"/>
                  <a:pt x="75180" y="32220"/>
                </a:cubicBezTo>
                <a:close/>
                <a:moveTo>
                  <a:pt x="75180" y="85920"/>
                </a:moveTo>
                <a:cubicBezTo>
                  <a:pt x="75180" y="79979"/>
                  <a:pt x="79979" y="75180"/>
                  <a:pt x="85920" y="75180"/>
                </a:cubicBezTo>
                <a:lnTo>
                  <a:pt x="161099" y="75180"/>
                </a:lnTo>
                <a:cubicBezTo>
                  <a:pt x="167040" y="75180"/>
                  <a:pt x="171839" y="79979"/>
                  <a:pt x="171839" y="85920"/>
                </a:cubicBezTo>
                <a:cubicBezTo>
                  <a:pt x="171839" y="91860"/>
                  <a:pt x="167040" y="96660"/>
                  <a:pt x="161099" y="96660"/>
                </a:cubicBezTo>
                <a:lnTo>
                  <a:pt x="85920" y="96660"/>
                </a:lnTo>
                <a:cubicBezTo>
                  <a:pt x="79979" y="96660"/>
                  <a:pt x="75180" y="91860"/>
                  <a:pt x="75180" y="85920"/>
                </a:cubicBezTo>
                <a:close/>
                <a:moveTo>
                  <a:pt x="53700" y="139619"/>
                </a:moveTo>
                <a:cubicBezTo>
                  <a:pt x="53700" y="133679"/>
                  <a:pt x="58499" y="128879"/>
                  <a:pt x="64440" y="128879"/>
                </a:cubicBezTo>
                <a:lnTo>
                  <a:pt x="161099" y="128879"/>
                </a:lnTo>
                <a:cubicBezTo>
                  <a:pt x="167040" y="128879"/>
                  <a:pt x="171839" y="133679"/>
                  <a:pt x="171839" y="139619"/>
                </a:cubicBezTo>
                <a:cubicBezTo>
                  <a:pt x="171839" y="145560"/>
                  <a:pt x="167040" y="150359"/>
                  <a:pt x="161099" y="150359"/>
                </a:cubicBezTo>
                <a:lnTo>
                  <a:pt x="64440" y="150359"/>
                </a:lnTo>
                <a:cubicBezTo>
                  <a:pt x="58499" y="150359"/>
                  <a:pt x="53700" y="145560"/>
                  <a:pt x="53700" y="139619"/>
                </a:cubicBezTo>
                <a:close/>
                <a:moveTo>
                  <a:pt x="21480" y="126195"/>
                </a:moveTo>
                <a:cubicBezTo>
                  <a:pt x="28889" y="126195"/>
                  <a:pt x="34905" y="132210"/>
                  <a:pt x="34905" y="139619"/>
                </a:cubicBezTo>
                <a:cubicBezTo>
                  <a:pt x="34905" y="147029"/>
                  <a:pt x="28889" y="153044"/>
                  <a:pt x="21480" y="153044"/>
                </a:cubicBezTo>
                <a:cubicBezTo>
                  <a:pt x="14070" y="153044"/>
                  <a:pt x="8055" y="147029"/>
                  <a:pt x="8055" y="139619"/>
                </a:cubicBezTo>
                <a:cubicBezTo>
                  <a:pt x="8055" y="132210"/>
                  <a:pt x="14070" y="126195"/>
                  <a:pt x="21480" y="12619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1039628" y="3685953"/>
            <a:ext cx="1340347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 Queues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9628" y="3926529"/>
            <a:ext cx="1314571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 processing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812" y="4261615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3" name="Text 31"/>
          <p:cNvSpPr/>
          <p:nvPr/>
        </p:nvSpPr>
        <p:spPr>
          <a:xfrm>
            <a:off x="743205" y="4235839"/>
            <a:ext cx="114273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Bull, Bee Queue, Kue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812" y="4502190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743205" y="4476414"/>
            <a:ext cx="113414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Job progress events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812" y="4742765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5"/>
          <p:cNvSpPr/>
          <p:nvPr/>
        </p:nvSpPr>
        <p:spPr>
          <a:xfrm>
            <a:off x="743205" y="4716989"/>
            <a:ext cx="1529370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Completion/failure handlers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7555" y="3509818"/>
            <a:ext cx="5670698" cy="1555146"/>
          </a:xfrm>
          <a:custGeom>
            <a:avLst/>
            <a:gdLst/>
            <a:ahLst/>
            <a:cxnLst/>
            <a:rect l="l" t="t" r="r" b="b"/>
            <a:pathLst>
              <a:path w="5670698" h="1555146">
                <a:moveTo>
                  <a:pt x="103106" y="0"/>
                </a:moveTo>
                <a:lnTo>
                  <a:pt x="5567592" y="0"/>
                </a:lnTo>
                <a:cubicBezTo>
                  <a:pt x="5624535" y="0"/>
                  <a:pt x="5670698" y="46162"/>
                  <a:pt x="5670698" y="103106"/>
                </a:cubicBezTo>
                <a:lnTo>
                  <a:pt x="5670698" y="1452040"/>
                </a:lnTo>
                <a:cubicBezTo>
                  <a:pt x="5670698" y="1508984"/>
                  <a:pt x="5624535" y="1555146"/>
                  <a:pt x="5567592" y="1555146"/>
                </a:cubicBezTo>
                <a:lnTo>
                  <a:pt x="103106" y="1555146"/>
                </a:lnTo>
                <a:cubicBezTo>
                  <a:pt x="46162" y="1555146"/>
                  <a:pt x="0" y="1508984"/>
                  <a:pt x="0" y="1452040"/>
                </a:cubicBezTo>
                <a:lnTo>
                  <a:pt x="0" y="103106"/>
                </a:lnTo>
                <a:cubicBezTo>
                  <a:pt x="0" y="46200"/>
                  <a:pt x="46200" y="0"/>
                  <a:pt x="1031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3690" y="3685953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53238" y="3806241"/>
            <a:ext cx="193319" cy="171839"/>
          </a:xfrm>
          <a:custGeom>
            <a:avLst/>
            <a:gdLst/>
            <a:ahLst/>
            <a:cxnLst/>
            <a:rect l="l" t="t" r="r" b="b"/>
            <a:pathLst>
              <a:path w="193319" h="171839">
                <a:moveTo>
                  <a:pt x="83235" y="29535"/>
                </a:moveTo>
                <a:lnTo>
                  <a:pt x="110085" y="29535"/>
                </a:lnTo>
                <a:lnTo>
                  <a:pt x="110085" y="45645"/>
                </a:lnTo>
                <a:lnTo>
                  <a:pt x="83235" y="45645"/>
                </a:lnTo>
                <a:lnTo>
                  <a:pt x="83235" y="29535"/>
                </a:lnTo>
                <a:close/>
                <a:moveTo>
                  <a:pt x="80550" y="10740"/>
                </a:moveTo>
                <a:cubicBezTo>
                  <a:pt x="71656" y="10740"/>
                  <a:pt x="64440" y="17956"/>
                  <a:pt x="64440" y="26850"/>
                </a:cubicBezTo>
                <a:lnTo>
                  <a:pt x="64440" y="48330"/>
                </a:lnTo>
                <a:cubicBezTo>
                  <a:pt x="64440" y="57224"/>
                  <a:pt x="71656" y="64440"/>
                  <a:pt x="80550" y="64440"/>
                </a:cubicBezTo>
                <a:lnTo>
                  <a:pt x="85920" y="64440"/>
                </a:lnTo>
                <a:lnTo>
                  <a:pt x="85920" y="75180"/>
                </a:lnTo>
                <a:lnTo>
                  <a:pt x="10740" y="75180"/>
                </a:lnTo>
                <a:cubicBezTo>
                  <a:pt x="4799" y="75180"/>
                  <a:pt x="0" y="79979"/>
                  <a:pt x="0" y="85920"/>
                </a:cubicBezTo>
                <a:cubicBezTo>
                  <a:pt x="0" y="91860"/>
                  <a:pt x="4799" y="96660"/>
                  <a:pt x="10740" y="96660"/>
                </a:cubicBezTo>
                <a:lnTo>
                  <a:pt x="42960" y="96660"/>
                </a:lnTo>
                <a:lnTo>
                  <a:pt x="42960" y="107400"/>
                </a:lnTo>
                <a:lnTo>
                  <a:pt x="37590" y="107400"/>
                </a:lnTo>
                <a:cubicBezTo>
                  <a:pt x="28696" y="107400"/>
                  <a:pt x="21480" y="114615"/>
                  <a:pt x="21480" y="123510"/>
                </a:cubicBezTo>
                <a:lnTo>
                  <a:pt x="21480" y="144989"/>
                </a:lnTo>
                <a:cubicBezTo>
                  <a:pt x="21480" y="153883"/>
                  <a:pt x="28696" y="161099"/>
                  <a:pt x="37590" y="161099"/>
                </a:cubicBezTo>
                <a:lnTo>
                  <a:pt x="69810" y="161099"/>
                </a:lnTo>
                <a:cubicBezTo>
                  <a:pt x="78704" y="161099"/>
                  <a:pt x="85920" y="153883"/>
                  <a:pt x="85920" y="144989"/>
                </a:cubicBezTo>
                <a:lnTo>
                  <a:pt x="85920" y="123510"/>
                </a:lnTo>
                <a:cubicBezTo>
                  <a:pt x="85920" y="114615"/>
                  <a:pt x="78704" y="107400"/>
                  <a:pt x="69810" y="107400"/>
                </a:cubicBezTo>
                <a:lnTo>
                  <a:pt x="64440" y="107400"/>
                </a:lnTo>
                <a:lnTo>
                  <a:pt x="64440" y="96660"/>
                </a:lnTo>
                <a:lnTo>
                  <a:pt x="128879" y="96660"/>
                </a:lnTo>
                <a:lnTo>
                  <a:pt x="128879" y="107400"/>
                </a:lnTo>
                <a:lnTo>
                  <a:pt x="123510" y="107400"/>
                </a:lnTo>
                <a:cubicBezTo>
                  <a:pt x="114615" y="107400"/>
                  <a:pt x="107400" y="114615"/>
                  <a:pt x="107400" y="123510"/>
                </a:cubicBezTo>
                <a:lnTo>
                  <a:pt x="107400" y="144989"/>
                </a:lnTo>
                <a:cubicBezTo>
                  <a:pt x="107400" y="153883"/>
                  <a:pt x="114615" y="161099"/>
                  <a:pt x="123510" y="161099"/>
                </a:cubicBezTo>
                <a:lnTo>
                  <a:pt x="155729" y="161099"/>
                </a:lnTo>
                <a:cubicBezTo>
                  <a:pt x="164623" y="161099"/>
                  <a:pt x="171839" y="153883"/>
                  <a:pt x="171839" y="144989"/>
                </a:cubicBezTo>
                <a:lnTo>
                  <a:pt x="171839" y="123510"/>
                </a:lnTo>
                <a:cubicBezTo>
                  <a:pt x="171839" y="114615"/>
                  <a:pt x="164623" y="107400"/>
                  <a:pt x="155729" y="107400"/>
                </a:cubicBezTo>
                <a:lnTo>
                  <a:pt x="150359" y="107400"/>
                </a:lnTo>
                <a:lnTo>
                  <a:pt x="150359" y="96660"/>
                </a:lnTo>
                <a:lnTo>
                  <a:pt x="182579" y="96660"/>
                </a:lnTo>
                <a:cubicBezTo>
                  <a:pt x="188520" y="96660"/>
                  <a:pt x="193319" y="91860"/>
                  <a:pt x="193319" y="85920"/>
                </a:cubicBezTo>
                <a:cubicBezTo>
                  <a:pt x="193319" y="79979"/>
                  <a:pt x="188520" y="75180"/>
                  <a:pt x="182579" y="75180"/>
                </a:cubicBezTo>
                <a:lnTo>
                  <a:pt x="107400" y="75180"/>
                </a:lnTo>
                <a:lnTo>
                  <a:pt x="107400" y="64440"/>
                </a:lnTo>
                <a:lnTo>
                  <a:pt x="112770" y="64440"/>
                </a:lnTo>
                <a:cubicBezTo>
                  <a:pt x="121664" y="64440"/>
                  <a:pt x="128879" y="57224"/>
                  <a:pt x="128879" y="48330"/>
                </a:cubicBezTo>
                <a:lnTo>
                  <a:pt x="128879" y="26850"/>
                </a:lnTo>
                <a:cubicBezTo>
                  <a:pt x="128879" y="17956"/>
                  <a:pt x="121664" y="10740"/>
                  <a:pt x="112770" y="10740"/>
                </a:cubicBezTo>
                <a:lnTo>
                  <a:pt x="80550" y="10740"/>
                </a:lnTo>
                <a:close/>
                <a:moveTo>
                  <a:pt x="150359" y="126195"/>
                </a:moveTo>
                <a:lnTo>
                  <a:pt x="153044" y="126195"/>
                </a:lnTo>
                <a:lnTo>
                  <a:pt x="153044" y="142304"/>
                </a:lnTo>
                <a:lnTo>
                  <a:pt x="126195" y="142304"/>
                </a:lnTo>
                <a:lnTo>
                  <a:pt x="126195" y="126195"/>
                </a:lnTo>
                <a:lnTo>
                  <a:pt x="150359" y="126195"/>
                </a:lnTo>
                <a:close/>
                <a:moveTo>
                  <a:pt x="64440" y="126195"/>
                </a:moveTo>
                <a:lnTo>
                  <a:pt x="67125" y="126195"/>
                </a:lnTo>
                <a:lnTo>
                  <a:pt x="67125" y="142304"/>
                </a:lnTo>
                <a:lnTo>
                  <a:pt x="40275" y="142304"/>
                </a:lnTo>
                <a:lnTo>
                  <a:pt x="40275" y="126195"/>
                </a:lnTo>
                <a:lnTo>
                  <a:pt x="64440" y="12619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9"/>
          <p:cNvSpPr/>
          <p:nvPr/>
        </p:nvSpPr>
        <p:spPr>
          <a:xfrm>
            <a:off x="6859208" y="3685953"/>
            <a:ext cx="1331755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59208" y="3926529"/>
            <a:ext cx="1305979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communication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68392" y="4261615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6562785" y="4235839"/>
            <a:ext cx="111695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Inter-service events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8392" y="4502190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6" name="Text 44"/>
          <p:cNvSpPr/>
          <p:nvPr/>
        </p:nvSpPr>
        <p:spPr>
          <a:xfrm>
            <a:off x="6562785" y="4476414"/>
            <a:ext cx="1409082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architecture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8392" y="4742765"/>
            <a:ext cx="105252" cy="120288"/>
          </a:xfrm>
          <a:custGeom>
            <a:avLst/>
            <a:gdLst/>
            <a:ahLst/>
            <a:cxnLst/>
            <a:rect l="l" t="t" r="r" b="b"/>
            <a:pathLst>
              <a:path w="105252" h="120288">
                <a:moveTo>
                  <a:pt x="102150" y="16469"/>
                </a:moveTo>
                <a:cubicBezTo>
                  <a:pt x="105510" y="18912"/>
                  <a:pt x="106262" y="23611"/>
                  <a:pt x="103818" y="26971"/>
                </a:cubicBezTo>
                <a:lnTo>
                  <a:pt x="43675" y="109668"/>
                </a:lnTo>
                <a:cubicBezTo>
                  <a:pt x="42383" y="111454"/>
                  <a:pt x="40386" y="112558"/>
                  <a:pt x="38177" y="112746"/>
                </a:cubicBezTo>
                <a:cubicBezTo>
                  <a:pt x="35969" y="112934"/>
                  <a:pt x="33831" y="112112"/>
                  <a:pt x="32280" y="110561"/>
                </a:cubicBezTo>
                <a:lnTo>
                  <a:pt x="2208" y="80489"/>
                </a:lnTo>
                <a:cubicBezTo>
                  <a:pt x="-728" y="77553"/>
                  <a:pt x="-728" y="72783"/>
                  <a:pt x="2208" y="69847"/>
                </a:cubicBezTo>
                <a:cubicBezTo>
                  <a:pt x="5145" y="66910"/>
                  <a:pt x="9914" y="66910"/>
                  <a:pt x="12851" y="69847"/>
                </a:cubicBezTo>
                <a:lnTo>
                  <a:pt x="36697" y="93693"/>
                </a:lnTo>
                <a:lnTo>
                  <a:pt x="91672" y="18114"/>
                </a:lnTo>
                <a:cubicBezTo>
                  <a:pt x="94116" y="14754"/>
                  <a:pt x="98814" y="14002"/>
                  <a:pt x="102174" y="1644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6562785" y="4716989"/>
            <a:ext cx="867789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Loose coupling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47975" y="5211027"/>
            <a:ext cx="11496051" cy="1641066"/>
          </a:xfrm>
          <a:custGeom>
            <a:avLst/>
            <a:gdLst/>
            <a:ahLst/>
            <a:cxnLst/>
            <a:rect l="l" t="t" r="r" b="b"/>
            <a:pathLst>
              <a:path w="11496051" h="1641066">
                <a:moveTo>
                  <a:pt x="103108" y="0"/>
                </a:moveTo>
                <a:lnTo>
                  <a:pt x="11392943" y="0"/>
                </a:lnTo>
                <a:cubicBezTo>
                  <a:pt x="11449888" y="0"/>
                  <a:pt x="11496051" y="46163"/>
                  <a:pt x="11496051" y="103108"/>
                </a:cubicBezTo>
                <a:lnTo>
                  <a:pt x="11496051" y="1537957"/>
                </a:lnTo>
                <a:cubicBezTo>
                  <a:pt x="11496051" y="1594902"/>
                  <a:pt x="11449888" y="1641066"/>
                  <a:pt x="11392943" y="1641066"/>
                </a:cubicBezTo>
                <a:lnTo>
                  <a:pt x="103108" y="1641066"/>
                </a:lnTo>
                <a:cubicBezTo>
                  <a:pt x="46163" y="1641066"/>
                  <a:pt x="0" y="1594902"/>
                  <a:pt x="0" y="1537957"/>
                </a:cubicBezTo>
                <a:lnTo>
                  <a:pt x="0" y="103108"/>
                </a:lnTo>
                <a:cubicBezTo>
                  <a:pt x="0" y="46201"/>
                  <a:pt x="46201" y="0"/>
                  <a:pt x="1031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4110" y="5387163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5877" y="5507450"/>
            <a:ext cx="128879" cy="171839"/>
          </a:xfrm>
          <a:custGeom>
            <a:avLst/>
            <a:gdLst/>
            <a:ahLst/>
            <a:cxnLst/>
            <a:rect l="l" t="t" r="r" b="b"/>
            <a:pathLst>
              <a:path w="128879" h="171839">
                <a:moveTo>
                  <a:pt x="0" y="21480"/>
                </a:moveTo>
                <a:cubicBezTo>
                  <a:pt x="0" y="9632"/>
                  <a:pt x="9632" y="0"/>
                  <a:pt x="21480" y="0"/>
                </a:cubicBezTo>
                <a:lnTo>
                  <a:pt x="71656" y="0"/>
                </a:lnTo>
                <a:cubicBezTo>
                  <a:pt x="77361" y="0"/>
                  <a:pt x="82832" y="2249"/>
                  <a:pt x="86859" y="6276"/>
                </a:cubicBezTo>
                <a:lnTo>
                  <a:pt x="122603" y="42054"/>
                </a:lnTo>
                <a:cubicBezTo>
                  <a:pt x="126631" y="46081"/>
                  <a:pt x="128879" y="51552"/>
                  <a:pt x="128879" y="57257"/>
                </a:cubicBezTo>
                <a:lnTo>
                  <a:pt x="128879" y="150359"/>
                </a:lnTo>
                <a:cubicBezTo>
                  <a:pt x="128879" y="162207"/>
                  <a:pt x="119247" y="171839"/>
                  <a:pt x="107400" y="171839"/>
                </a:cubicBezTo>
                <a:lnTo>
                  <a:pt x="21480" y="171839"/>
                </a:lnTo>
                <a:cubicBezTo>
                  <a:pt x="9632" y="171839"/>
                  <a:pt x="0" y="162207"/>
                  <a:pt x="0" y="150359"/>
                </a:cubicBezTo>
                <a:lnTo>
                  <a:pt x="0" y="21480"/>
                </a:lnTo>
                <a:close/>
                <a:moveTo>
                  <a:pt x="69810" y="19634"/>
                </a:moveTo>
                <a:lnTo>
                  <a:pt x="69810" y="51015"/>
                </a:lnTo>
                <a:cubicBezTo>
                  <a:pt x="69810" y="55479"/>
                  <a:pt x="73401" y="59070"/>
                  <a:pt x="77865" y="59070"/>
                </a:cubicBezTo>
                <a:lnTo>
                  <a:pt x="109246" y="59070"/>
                </a:lnTo>
                <a:lnTo>
                  <a:pt x="69810" y="19634"/>
                </a:lnTo>
                <a:close/>
                <a:moveTo>
                  <a:pt x="40275" y="85920"/>
                </a:moveTo>
                <a:cubicBezTo>
                  <a:pt x="35811" y="85920"/>
                  <a:pt x="32220" y="89511"/>
                  <a:pt x="32220" y="93975"/>
                </a:cubicBezTo>
                <a:cubicBezTo>
                  <a:pt x="32220" y="98438"/>
                  <a:pt x="35811" y="102030"/>
                  <a:pt x="40275" y="102030"/>
                </a:cubicBezTo>
                <a:lnTo>
                  <a:pt x="88605" y="102030"/>
                </a:lnTo>
                <a:cubicBezTo>
                  <a:pt x="93068" y="102030"/>
                  <a:pt x="96660" y="98438"/>
                  <a:pt x="96660" y="93975"/>
                </a:cubicBezTo>
                <a:cubicBezTo>
                  <a:pt x="96660" y="89511"/>
                  <a:pt x="93068" y="85920"/>
                  <a:pt x="88605" y="85920"/>
                </a:cubicBezTo>
                <a:lnTo>
                  <a:pt x="40275" y="85920"/>
                </a:lnTo>
                <a:close/>
                <a:moveTo>
                  <a:pt x="40275" y="118140"/>
                </a:moveTo>
                <a:cubicBezTo>
                  <a:pt x="35811" y="118140"/>
                  <a:pt x="32220" y="121731"/>
                  <a:pt x="32220" y="126195"/>
                </a:cubicBezTo>
                <a:cubicBezTo>
                  <a:pt x="32220" y="130658"/>
                  <a:pt x="35811" y="134249"/>
                  <a:pt x="40275" y="134249"/>
                </a:cubicBezTo>
                <a:lnTo>
                  <a:pt x="88605" y="134249"/>
                </a:lnTo>
                <a:cubicBezTo>
                  <a:pt x="93068" y="134249"/>
                  <a:pt x="96660" y="130658"/>
                  <a:pt x="96660" y="126195"/>
                </a:cubicBezTo>
                <a:cubicBezTo>
                  <a:pt x="96660" y="121731"/>
                  <a:pt x="93068" y="118140"/>
                  <a:pt x="88605" y="118140"/>
                </a:cubicBezTo>
                <a:lnTo>
                  <a:pt x="40275" y="11814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50"/>
          <p:cNvSpPr/>
          <p:nvPr/>
        </p:nvSpPr>
        <p:spPr>
          <a:xfrm>
            <a:off x="1039628" y="5387163"/>
            <a:ext cx="1400490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 Systems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39628" y="5627738"/>
            <a:ext cx="1374715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Winston, Bunyan, Pino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28406" y="5941345"/>
            <a:ext cx="11135188" cy="730317"/>
          </a:xfrm>
          <a:custGeom>
            <a:avLst/>
            <a:gdLst/>
            <a:ahLst/>
            <a:cxnLst/>
            <a:rect l="l" t="t" r="r" b="b"/>
            <a:pathLst>
              <a:path w="11135188" h="730317">
                <a:moveTo>
                  <a:pt x="68737" y="0"/>
                </a:moveTo>
                <a:lnTo>
                  <a:pt x="11066451" y="0"/>
                </a:lnTo>
                <a:cubicBezTo>
                  <a:pt x="11104413" y="0"/>
                  <a:pt x="11135188" y="30775"/>
                  <a:pt x="11135188" y="68737"/>
                </a:cubicBezTo>
                <a:lnTo>
                  <a:pt x="11135188" y="661580"/>
                </a:lnTo>
                <a:cubicBezTo>
                  <a:pt x="11135188" y="699542"/>
                  <a:pt x="11104413" y="730317"/>
                  <a:pt x="11066451" y="730317"/>
                </a:cubicBezTo>
                <a:lnTo>
                  <a:pt x="68737" y="730317"/>
                </a:lnTo>
                <a:cubicBezTo>
                  <a:pt x="30775" y="730317"/>
                  <a:pt x="0" y="699542"/>
                  <a:pt x="0" y="661580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805" y="6048744"/>
            <a:ext cx="1098053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logger.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'logging'</a:t>
            </a:r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(info) =&gt; {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04541" y="6233471"/>
            <a:ext cx="2015487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Send to external service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5805" y="6392423"/>
            <a:ext cx="10980533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31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Patterns &amp;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EventEmitter for production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6022" y="15430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4954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Chaining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7688" y="1881187"/>
            <a:ext cx="3371850" cy="809625"/>
          </a:xfrm>
          <a:custGeom>
            <a:avLst/>
            <a:gdLst/>
            <a:ahLst/>
            <a:cxnLst/>
            <a:rect l="l" t="t" r="r" b="b"/>
            <a:pathLst>
              <a:path w="3371850" h="809625">
                <a:moveTo>
                  <a:pt x="76202" y="0"/>
                </a:moveTo>
                <a:lnTo>
                  <a:pt x="3295648" y="0"/>
                </a:lnTo>
                <a:cubicBezTo>
                  <a:pt x="3337733" y="0"/>
                  <a:pt x="3371850" y="34117"/>
                  <a:pt x="3371850" y="76202"/>
                </a:cubicBezTo>
                <a:lnTo>
                  <a:pt x="3371850" y="733423"/>
                </a:lnTo>
                <a:cubicBezTo>
                  <a:pt x="3371850" y="775508"/>
                  <a:pt x="3337733" y="809625"/>
                  <a:pt x="329564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6750" y="20002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'step1'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() =&gt; {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2950" y="2190750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emitter.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emit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'step2'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6750" y="23812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4356" y="2847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2809875"/>
            <a:ext cx="6007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4356" y="31146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076575"/>
            <a:ext cx="11615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systems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53387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2925" y="5457825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Chain events for sequential processing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6513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27488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883" y="32147"/>
                </a:moveTo>
                <a:lnTo>
                  <a:pt x="10883" y="82209"/>
                </a:lnTo>
                <a:cubicBezTo>
                  <a:pt x="10883" y="87902"/>
                  <a:pt x="13127" y="93360"/>
                  <a:pt x="17145" y="97378"/>
                </a:cubicBezTo>
                <a:lnTo>
                  <a:pt x="81439" y="161672"/>
                </a:lnTo>
                <a:cubicBezTo>
                  <a:pt x="89810" y="170044"/>
                  <a:pt x="103372" y="170044"/>
                  <a:pt x="111744" y="161672"/>
                </a:cubicBezTo>
                <a:lnTo>
                  <a:pt x="161806" y="111610"/>
                </a:lnTo>
                <a:cubicBezTo>
                  <a:pt x="170178" y="103238"/>
                  <a:pt x="170178" y="89676"/>
                  <a:pt x="161806" y="81305"/>
                </a:cubicBezTo>
                <a:lnTo>
                  <a:pt x="97512" y="17011"/>
                </a:lnTo>
                <a:cubicBezTo>
                  <a:pt x="93494" y="12959"/>
                  <a:pt x="88069" y="10716"/>
                  <a:pt x="82376" y="10716"/>
                </a:cubicBezTo>
                <a:lnTo>
                  <a:pt x="32314" y="10716"/>
                </a:lnTo>
                <a:cubicBezTo>
                  <a:pt x="20494" y="10716"/>
                  <a:pt x="10883" y="20326"/>
                  <a:pt x="10883" y="32147"/>
                </a:cubicBezTo>
                <a:close/>
                <a:moveTo>
                  <a:pt x="48388" y="37505"/>
                </a:moveTo>
                <a:cubicBezTo>
                  <a:pt x="54302" y="37505"/>
                  <a:pt x="59103" y="42306"/>
                  <a:pt x="59103" y="48220"/>
                </a:cubicBezTo>
                <a:cubicBezTo>
                  <a:pt x="59103" y="54134"/>
                  <a:pt x="54302" y="58936"/>
                  <a:pt x="48388" y="58936"/>
                </a:cubicBezTo>
                <a:cubicBezTo>
                  <a:pt x="42474" y="58936"/>
                  <a:pt x="37672" y="54134"/>
                  <a:pt x="37672" y="48220"/>
                </a:cubicBezTo>
                <a:cubicBezTo>
                  <a:pt x="37672" y="42306"/>
                  <a:pt x="42474" y="37505"/>
                  <a:pt x="48388" y="3750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4622750" y="14954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Namespacing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03675" y="1876425"/>
            <a:ext cx="3381375" cy="342900"/>
          </a:xfrm>
          <a:custGeom>
            <a:avLst/>
            <a:gdLst/>
            <a:ahLst/>
            <a:cxnLst/>
            <a:rect l="l" t="t" r="r" b="b"/>
            <a:pathLst>
              <a:path w="3381375" h="3429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304800"/>
                </a:lnTo>
                <a:cubicBezTo>
                  <a:pt x="3381375" y="325842"/>
                  <a:pt x="3364317" y="342900"/>
                  <a:pt x="3343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4479875" y="19526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user:login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03675" y="2295525"/>
            <a:ext cx="3381375" cy="342900"/>
          </a:xfrm>
          <a:custGeom>
            <a:avLst/>
            <a:gdLst/>
            <a:ahLst/>
            <a:cxnLst/>
            <a:rect l="l" t="t" r="r" b="b"/>
            <a:pathLst>
              <a:path w="3381375" h="3429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304800"/>
                </a:lnTo>
                <a:cubicBezTo>
                  <a:pt x="3381375" y="325842"/>
                  <a:pt x="3364317" y="342900"/>
                  <a:pt x="3343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4479875" y="23717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user:logout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3675" y="2714625"/>
            <a:ext cx="3381375" cy="342900"/>
          </a:xfrm>
          <a:custGeom>
            <a:avLst/>
            <a:gdLst/>
            <a:ahLst/>
            <a:cxnLst/>
            <a:rect l="l" t="t" r="r" b="b"/>
            <a:pathLst>
              <a:path w="3381375" h="342900">
                <a:moveTo>
                  <a:pt x="38100" y="0"/>
                </a:moveTo>
                <a:lnTo>
                  <a:pt x="3343275" y="0"/>
                </a:lnTo>
                <a:cubicBezTo>
                  <a:pt x="3364317" y="0"/>
                  <a:pt x="3381375" y="17058"/>
                  <a:pt x="3381375" y="38100"/>
                </a:cubicBezTo>
                <a:lnTo>
                  <a:pt x="3381375" y="304800"/>
                </a:lnTo>
                <a:cubicBezTo>
                  <a:pt x="3381375" y="325842"/>
                  <a:pt x="3364317" y="342900"/>
                  <a:pt x="3343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4479875" y="2790825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order:created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25107" y="32099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4622750" y="3171825"/>
            <a:ext cx="66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25107" y="34766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8"/>
          <p:cNvSpPr/>
          <p:nvPr/>
        </p:nvSpPr>
        <p:spPr>
          <a:xfrm>
            <a:off x="4622750" y="3438525"/>
            <a:ext cx="814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collisions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25107" y="37433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4622750" y="3705225"/>
            <a:ext cx="5667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3675" y="53387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403675" y="5457825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practice for large codebases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07338" y="1338263"/>
            <a:ext cx="3695700" cy="4429125"/>
          </a:xfrm>
          <a:custGeom>
            <a:avLst/>
            <a:gdLst/>
            <a:ahLst/>
            <a:cxnLst/>
            <a:rect l="l" t="t" r="r" b="b"/>
            <a:pathLst>
              <a:path w="3695700" h="4429125">
                <a:moveTo>
                  <a:pt x="114308" y="0"/>
                </a:moveTo>
                <a:lnTo>
                  <a:pt x="3581392" y="0"/>
                </a:lnTo>
                <a:cubicBezTo>
                  <a:pt x="3644523" y="0"/>
                  <a:pt x="3695700" y="51177"/>
                  <a:pt x="3695700" y="114308"/>
                </a:cubicBezTo>
                <a:lnTo>
                  <a:pt x="3695700" y="4314817"/>
                </a:lnTo>
                <a:cubicBezTo>
                  <a:pt x="3695700" y="4377948"/>
                  <a:pt x="3644523" y="4429125"/>
                  <a:pt x="3581392" y="4429125"/>
                </a:cubicBezTo>
                <a:lnTo>
                  <a:pt x="114308" y="4429125"/>
                </a:lnTo>
                <a:cubicBezTo>
                  <a:pt x="51177" y="4429125"/>
                  <a:pt x="0" y="4377948"/>
                  <a:pt x="0" y="43148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88313" y="154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5"/>
          <p:cNvSpPr/>
          <p:nvPr/>
        </p:nvSpPr>
        <p:spPr>
          <a:xfrm>
            <a:off x="8483575" y="1495425"/>
            <a:ext cx="324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Architecture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69263" y="1881187"/>
            <a:ext cx="3371850" cy="847725"/>
          </a:xfrm>
          <a:custGeom>
            <a:avLst/>
            <a:gdLst/>
            <a:ahLst/>
            <a:cxnLst/>
            <a:rect l="l" t="t" r="r" b="b"/>
            <a:pathLst>
              <a:path w="3371850" h="847725">
                <a:moveTo>
                  <a:pt x="76202" y="0"/>
                </a:moveTo>
                <a:lnTo>
                  <a:pt x="3295648" y="0"/>
                </a:lnTo>
                <a:cubicBezTo>
                  <a:pt x="3337705" y="0"/>
                  <a:pt x="3371850" y="34145"/>
                  <a:pt x="3371850" y="76202"/>
                </a:cubicBezTo>
                <a:lnTo>
                  <a:pt x="3371850" y="771523"/>
                </a:lnTo>
                <a:cubicBezTo>
                  <a:pt x="3371850" y="813580"/>
                  <a:pt x="3337705" y="847725"/>
                  <a:pt x="3295648" y="847725"/>
                </a:cubicBezTo>
                <a:lnTo>
                  <a:pt x="76202" y="847725"/>
                </a:lnTo>
                <a:cubicBezTo>
                  <a:pt x="34145" y="847725"/>
                  <a:pt x="0" y="813580"/>
                  <a:pt x="0" y="771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88325" y="20002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System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88325" y="226695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EventEmitter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88325" y="2457450"/>
            <a:ext cx="3190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process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899600" y="28479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3" name="Shape 41"/>
          <p:cNvSpPr/>
          <p:nvPr/>
        </p:nvSpPr>
        <p:spPr>
          <a:xfrm>
            <a:off x="8269263" y="3119438"/>
            <a:ext cx="3371850" cy="1152525"/>
          </a:xfrm>
          <a:custGeom>
            <a:avLst/>
            <a:gdLst/>
            <a:ahLst/>
            <a:cxnLst/>
            <a:rect l="l" t="t" r="r" b="b"/>
            <a:pathLst>
              <a:path w="3371850" h="1152525">
                <a:moveTo>
                  <a:pt x="76205" y="0"/>
                </a:moveTo>
                <a:lnTo>
                  <a:pt x="3295645" y="0"/>
                </a:lnTo>
                <a:cubicBezTo>
                  <a:pt x="3337732" y="0"/>
                  <a:pt x="3371850" y="34118"/>
                  <a:pt x="3371850" y="76205"/>
                </a:cubicBezTo>
                <a:lnTo>
                  <a:pt x="3371850" y="1076320"/>
                </a:lnTo>
                <a:cubicBezTo>
                  <a:pt x="3371850" y="1118407"/>
                  <a:pt x="3337732" y="1152525"/>
                  <a:pt x="3295645" y="1152525"/>
                </a:cubicBezTo>
                <a:lnTo>
                  <a:pt x="76205" y="1152525"/>
                </a:lnTo>
                <a:cubicBezTo>
                  <a:pt x="34118" y="1152525"/>
                  <a:pt x="0" y="1118407"/>
                  <a:pt x="0" y="10763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88325" y="32385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88325" y="35052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Kafka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88325" y="37338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RabbitMQ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88325" y="396240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Redis Pub/Sub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4500" y="5338763"/>
            <a:ext cx="3381375" cy="9525"/>
          </a:xfrm>
          <a:custGeom>
            <a:avLst/>
            <a:gdLst/>
            <a:ahLst/>
            <a:cxnLst/>
            <a:rect l="l" t="t" r="r" b="b"/>
            <a:pathLst>
              <a:path w="3381375" h="9525">
                <a:moveTo>
                  <a:pt x="0" y="0"/>
                </a:moveTo>
                <a:lnTo>
                  <a:pt x="3381375" y="0"/>
                </a:lnTo>
                <a:lnTo>
                  <a:pt x="33813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3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264500" y="5457825"/>
            <a:ext cx="343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concept, bigger scale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5763" y="5929313"/>
            <a:ext cx="11420475" cy="542925"/>
          </a:xfrm>
          <a:custGeom>
            <a:avLst/>
            <a:gdLst/>
            <a:ahLst/>
            <a:cxnLst/>
            <a:rect l="l" t="t" r="r" b="b"/>
            <a:pathLst>
              <a:path w="11420475" h="542925">
                <a:moveTo>
                  <a:pt x="114302" y="0"/>
                </a:moveTo>
                <a:lnTo>
                  <a:pt x="11306173" y="0"/>
                </a:lnTo>
                <a:cubicBezTo>
                  <a:pt x="11369300" y="0"/>
                  <a:pt x="11420475" y="51175"/>
                  <a:pt x="11420475" y="114302"/>
                </a:cubicBezTo>
                <a:lnTo>
                  <a:pt x="11420475" y="428623"/>
                </a:lnTo>
                <a:cubicBezTo>
                  <a:pt x="11420475" y="491750"/>
                  <a:pt x="11369300" y="542925"/>
                  <a:pt x="11306173" y="542925"/>
                </a:cubicBezTo>
                <a:lnTo>
                  <a:pt x="114302" y="542925"/>
                </a:lnTo>
                <a:cubicBezTo>
                  <a:pt x="51175" y="542925"/>
                  <a:pt x="0" y="491750"/>
                  <a:pt x="0" y="42862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0075" y="60864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Text 50"/>
          <p:cNvSpPr/>
          <p:nvPr/>
        </p:nvSpPr>
        <p:spPr>
          <a:xfrm>
            <a:off x="981075" y="6086475"/>
            <a:ext cx="794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Evolution: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Start with EventEmitter for local events, then scale to message brokers for distributed systems.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591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Mistakes &amp; Interview Q&amp;A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Pitfalls to avoid and questions to master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Mistakes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3900" y="2114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" y="20764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Emitting before listening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9650" y="230505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 misses event entirely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788" y="273843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900" y="2895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650" y="28575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 many listeners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9650" y="30861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issues and warnings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788" y="351948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3900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9650" y="363855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Heavy logic inside listener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9650" y="386715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Blocks event loop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788" y="430053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3900" y="4457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2" name="Text 20"/>
          <p:cNvSpPr/>
          <p:nvPr/>
        </p:nvSpPr>
        <p:spPr>
          <a:xfrm>
            <a:off x="1009650" y="4419600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Ignoring errors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9650" y="46482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Crash risk - always handle!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6013" y="1338263"/>
            <a:ext cx="5610225" cy="5133975"/>
          </a:xfrm>
          <a:custGeom>
            <a:avLst/>
            <a:gdLst/>
            <a:ahLst/>
            <a:cxnLst/>
            <a:rect l="l" t="t" r="r" b="b"/>
            <a:pathLst>
              <a:path w="5610225" h="5133975">
                <a:moveTo>
                  <a:pt x="114282" y="0"/>
                </a:moveTo>
                <a:lnTo>
                  <a:pt x="5495943" y="0"/>
                </a:lnTo>
                <a:cubicBezTo>
                  <a:pt x="5559059" y="0"/>
                  <a:pt x="5610225" y="51166"/>
                  <a:pt x="5610225" y="114282"/>
                </a:cubicBezTo>
                <a:lnTo>
                  <a:pt x="5610225" y="5019693"/>
                </a:lnTo>
                <a:cubicBezTo>
                  <a:pt x="5610225" y="5082809"/>
                  <a:pt x="5559059" y="5133975"/>
                  <a:pt x="5495943" y="5133975"/>
                </a:cubicBezTo>
                <a:lnTo>
                  <a:pt x="114282" y="5133975"/>
                </a:lnTo>
                <a:cubicBezTo>
                  <a:pt x="51166" y="5133975"/>
                  <a:pt x="0" y="5082809"/>
                  <a:pt x="0" y="5019693"/>
                </a:cubicBezTo>
                <a:lnTo>
                  <a:pt x="0" y="114282"/>
                </a:lnTo>
                <a:cubicBezTo>
                  <a:pt x="0" y="51166"/>
                  <a:pt x="51166" y="0"/>
                  <a:pt x="11428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6994" y="15716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15335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Senior Interview Questions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6038" y="195738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5100" y="20764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Q: Is EventEmitter sync or async?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15100" y="23050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emit() doesn't wait for async listeners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6038" y="273843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5100" y="28575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Q: Error with no listener?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15100" y="30861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 crashes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always handle error events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6038" y="351948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5100" y="36385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Q: Why listener limit?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15100" y="386715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memory leaks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default is 10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6038" y="4300538"/>
            <a:ext cx="5210175" cy="657225"/>
          </a:xfrm>
          <a:custGeom>
            <a:avLst/>
            <a:gdLst/>
            <a:ahLst/>
            <a:cxnLst/>
            <a:rect l="l" t="t" r="r" b="b"/>
            <a:pathLst>
              <a:path w="5210175" h="657225">
                <a:moveTo>
                  <a:pt x="76199" y="0"/>
                </a:moveTo>
                <a:lnTo>
                  <a:pt x="5133976" y="0"/>
                </a:lnTo>
                <a:cubicBezTo>
                  <a:pt x="5176060" y="0"/>
                  <a:pt x="5210175" y="34115"/>
                  <a:pt x="5210175" y="76199"/>
                </a:cubicBezTo>
                <a:lnTo>
                  <a:pt x="5210175" y="581026"/>
                </a:lnTo>
                <a:cubicBezTo>
                  <a:pt x="5210175" y="623110"/>
                  <a:pt x="5176060" y="657225"/>
                  <a:pt x="513397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5100" y="44196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Q: once vs on?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15100" y="4648200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✅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once runs once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auto-removed after execution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191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266700"/>
                </a:lnTo>
                <a:cubicBezTo>
                  <a:pt x="76200" y="287728"/>
                  <a:pt x="59128" y="304800"/>
                  <a:pt x="381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5114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Node.js &amp; Best Practices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763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Staying current with modern APIs and patterns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338263"/>
            <a:ext cx="4448175" cy="2085975"/>
          </a:xfrm>
          <a:custGeom>
            <a:avLst/>
            <a:gdLst/>
            <a:ahLst/>
            <a:cxnLst/>
            <a:rect l="l" t="t" r="r" b="b"/>
            <a:pathLst>
              <a:path w="4448175" h="2085975">
                <a:moveTo>
                  <a:pt x="114291" y="0"/>
                </a:moveTo>
                <a:lnTo>
                  <a:pt x="4333884" y="0"/>
                </a:lnTo>
                <a:cubicBezTo>
                  <a:pt x="4397005" y="0"/>
                  <a:pt x="4448175" y="51170"/>
                  <a:pt x="4448175" y="114291"/>
                </a:cubicBezTo>
                <a:lnTo>
                  <a:pt x="4448175" y="1971684"/>
                </a:lnTo>
                <a:cubicBezTo>
                  <a:pt x="4448175" y="2034805"/>
                  <a:pt x="4397005" y="2085975"/>
                  <a:pt x="4333884" y="2085975"/>
                </a:cubicBezTo>
                <a:lnTo>
                  <a:pt x="114291" y="2085975"/>
                </a:lnTo>
                <a:cubicBezTo>
                  <a:pt x="51170" y="2085975"/>
                  <a:pt x="0" y="2034805"/>
                  <a:pt x="0" y="1971684"/>
                </a:cubicBezTo>
                <a:lnTo>
                  <a:pt x="0" y="114291"/>
                </a:lnTo>
                <a:cubicBezTo>
                  <a:pt x="0" y="51170"/>
                  <a:pt x="51170" y="0"/>
                  <a:pt x="11429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8" y="157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533525"/>
            <a:ext cx="3914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788" y="1957388"/>
            <a:ext cx="4048125" cy="428625"/>
          </a:xfrm>
          <a:custGeom>
            <a:avLst/>
            <a:gdLst/>
            <a:ahLst/>
            <a:cxnLst/>
            <a:rect l="l" t="t" r="r" b="b"/>
            <a:pathLst>
              <a:path w="4048125" h="428625">
                <a:moveTo>
                  <a:pt x="76201" y="0"/>
                </a:moveTo>
                <a:lnTo>
                  <a:pt x="3971924" y="0"/>
                </a:lnTo>
                <a:cubicBezTo>
                  <a:pt x="4014009" y="0"/>
                  <a:pt x="4048125" y="34116"/>
                  <a:pt x="4048125" y="76201"/>
                </a:cubicBezTo>
                <a:lnTo>
                  <a:pt x="4048125" y="352424"/>
                </a:lnTo>
                <a:cubicBezTo>
                  <a:pt x="4048125" y="394509"/>
                  <a:pt x="4014009" y="428625"/>
                  <a:pt x="397192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850" y="2076450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{ EventTarget } = 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'events'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409" y="2543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9"/>
          <p:cNvSpPr/>
          <p:nvPr/>
        </p:nvSpPr>
        <p:spPr>
          <a:xfrm>
            <a:off x="823913" y="2505075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Web-standard API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409" y="2809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823913" y="2771775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since Node v14.5.0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8409" y="3076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5" name="Text 13"/>
          <p:cNvSpPr/>
          <p:nvPr/>
        </p:nvSpPr>
        <p:spPr>
          <a:xfrm>
            <a:off x="823913" y="3038475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Browser-compatible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586163"/>
            <a:ext cx="4448175" cy="2943225"/>
          </a:xfrm>
          <a:custGeom>
            <a:avLst/>
            <a:gdLst/>
            <a:ahLst/>
            <a:cxnLst/>
            <a:rect l="l" t="t" r="r" b="b"/>
            <a:pathLst>
              <a:path w="4448175" h="2943225">
                <a:moveTo>
                  <a:pt x="114285" y="0"/>
                </a:moveTo>
                <a:lnTo>
                  <a:pt x="4333890" y="0"/>
                </a:lnTo>
                <a:cubicBezTo>
                  <a:pt x="4397008" y="0"/>
                  <a:pt x="4448175" y="51167"/>
                  <a:pt x="4448175" y="114285"/>
                </a:cubicBezTo>
                <a:lnTo>
                  <a:pt x="4448175" y="2828940"/>
                </a:lnTo>
                <a:cubicBezTo>
                  <a:pt x="4448175" y="2892058"/>
                  <a:pt x="4397008" y="2943225"/>
                  <a:pt x="4333890" y="2943225"/>
                </a:cubicBezTo>
                <a:lnTo>
                  <a:pt x="114285" y="2943225"/>
                </a:lnTo>
                <a:cubicBezTo>
                  <a:pt x="51167" y="2943225"/>
                  <a:pt x="0" y="2892058"/>
                  <a:pt x="0" y="28289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gradFill rotWithShape="1" flip="none">
            <a:gsLst>
              <a:gs pos="0">
                <a:srgbClr val="5E8B7E">
                  <a:alpha val="30000"/>
                </a:srgbClr>
              </a:gs>
              <a:gs pos="100000">
                <a:srgbClr val="5E8B7E">
                  <a:alpha val="10000"/>
                </a:srgbClr>
              </a:gs>
            </a:gsLst>
            <a:lin ang="2700000" scaled="1"/>
          </a:gradFill>
          <a:ln w="12700">
            <a:solidFill>
              <a:srgbClr val="5E8B7E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731" y="47720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818927" y="4733925"/>
            <a:ext cx="393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8927" y="5000625"/>
            <a:ext cx="3924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Mentioning EventTarget in interviews shows you stay current with modern Node.js developments.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33963" y="1338263"/>
            <a:ext cx="6772275" cy="5191125"/>
          </a:xfrm>
          <a:custGeom>
            <a:avLst/>
            <a:gdLst/>
            <a:ahLst/>
            <a:cxnLst/>
            <a:rect l="l" t="t" r="r" b="b"/>
            <a:pathLst>
              <a:path w="6772275" h="5191125">
                <a:moveTo>
                  <a:pt x="114309" y="0"/>
                </a:moveTo>
                <a:lnTo>
                  <a:pt x="6657966" y="0"/>
                </a:lnTo>
                <a:cubicBezTo>
                  <a:pt x="6721097" y="0"/>
                  <a:pt x="6772275" y="51178"/>
                  <a:pt x="6772275" y="114309"/>
                </a:cubicBezTo>
                <a:lnTo>
                  <a:pt x="6772275" y="5076816"/>
                </a:lnTo>
                <a:cubicBezTo>
                  <a:pt x="6772275" y="5139947"/>
                  <a:pt x="6721097" y="5191125"/>
                  <a:pt x="6657966" y="5191125"/>
                </a:cubicBezTo>
                <a:lnTo>
                  <a:pt x="114309" y="5191125"/>
                </a:lnTo>
                <a:cubicBezTo>
                  <a:pt x="51178" y="5191125"/>
                  <a:pt x="0" y="5139947"/>
                  <a:pt x="0" y="507681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12700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76850" y="15716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5467350" y="1533525"/>
            <a:ext cx="623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Checklist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33988" y="195738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53050" y="209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44430" y="2133600"/>
            <a:ext cx="104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95950" y="207645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handle 'error' events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95950" y="2305050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crashes from unhandled errors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33988" y="270033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53050" y="2838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34087" y="28765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95950" y="28194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up listeners on destroy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95950" y="304800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memory leaks in components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3988" y="344328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53050" y="3581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33566" y="36195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695950" y="3562350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once() for initialization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95950" y="3790950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One-time setup, auto-cleanup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33988" y="418623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53050" y="4324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33640" y="43624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95950" y="43053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 careful with async listeners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695950" y="4533900"/>
            <a:ext cx="2085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emit() doesn't await promises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33988" y="492918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53050" y="5067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34385" y="510540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695950" y="504825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appropriate max listeners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695950" y="5276850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Don't blindly increase — fix architecture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233988" y="5672138"/>
            <a:ext cx="6372225" cy="657225"/>
          </a:xfrm>
          <a:custGeom>
            <a:avLst/>
            <a:gdLst/>
            <a:ahLst/>
            <a:cxnLst/>
            <a:rect l="l" t="t" r="r" b="b"/>
            <a:pathLst>
              <a:path w="6372225" h="657225">
                <a:moveTo>
                  <a:pt x="76199" y="0"/>
                </a:moveTo>
                <a:lnTo>
                  <a:pt x="6296026" y="0"/>
                </a:lnTo>
                <a:cubicBezTo>
                  <a:pt x="6338110" y="0"/>
                  <a:pt x="6372225" y="34115"/>
                  <a:pt x="6372225" y="76199"/>
                </a:cubicBezTo>
                <a:lnTo>
                  <a:pt x="6372225" y="581026"/>
                </a:lnTo>
                <a:cubicBezTo>
                  <a:pt x="6372225" y="623110"/>
                  <a:pt x="6338110" y="657225"/>
                  <a:pt x="62960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53050" y="5810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433120" y="5848350"/>
            <a:ext cx="123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695950" y="57912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typed events in TypeScript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695950" y="601980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safety for event payloads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79f58566b87a0ded21f58ffe9ca8faa4fd4d832f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4A5C6A">
                  <a:alpha val="8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49515" y="661988"/>
            <a:ext cx="2095500" cy="390525"/>
          </a:xfrm>
          <a:custGeom>
            <a:avLst/>
            <a:gdLst/>
            <a:ahLst/>
            <a:cxnLst/>
            <a:rect l="l" t="t" r="r" b="b"/>
            <a:pathLst>
              <a:path w="2095500" h="390525">
                <a:moveTo>
                  <a:pt x="195263" y="0"/>
                </a:moveTo>
                <a:lnTo>
                  <a:pt x="1900238" y="0"/>
                </a:lnTo>
                <a:cubicBezTo>
                  <a:pt x="2008006" y="0"/>
                  <a:pt x="2095500" y="87494"/>
                  <a:pt x="2095500" y="195263"/>
                </a:cubicBezTo>
                <a:lnTo>
                  <a:pt x="2095500" y="195263"/>
                </a:lnTo>
                <a:cubicBezTo>
                  <a:pt x="2095500" y="303031"/>
                  <a:pt x="2008006" y="390525"/>
                  <a:pt x="190023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56684" y="7620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" name="Text 3"/>
          <p:cNvSpPr/>
          <p:nvPr/>
        </p:nvSpPr>
        <p:spPr>
          <a:xfrm>
            <a:off x="5559103" y="7429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60" kern="0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 CHALLENGE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6700" y="1285875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UserService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3375" y="1895475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everything you've learned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23963" y="2471738"/>
            <a:ext cx="9744075" cy="1952625"/>
          </a:xfrm>
          <a:custGeom>
            <a:avLst/>
            <a:gdLst/>
            <a:ahLst/>
            <a:cxnLst/>
            <a:rect l="l" t="t" r="r" b="b"/>
            <a:pathLst>
              <a:path w="9744075" h="1952625">
                <a:moveTo>
                  <a:pt x="152402" y="0"/>
                </a:moveTo>
                <a:lnTo>
                  <a:pt x="9591673" y="0"/>
                </a:lnTo>
                <a:cubicBezTo>
                  <a:pt x="9675842" y="0"/>
                  <a:pt x="9744075" y="68233"/>
                  <a:pt x="9744075" y="152402"/>
                </a:cubicBezTo>
                <a:lnTo>
                  <a:pt x="9744075" y="1800223"/>
                </a:lnTo>
                <a:cubicBezTo>
                  <a:pt x="9744075" y="1884392"/>
                  <a:pt x="9675842" y="1952625"/>
                  <a:pt x="9591673" y="1952625"/>
                </a:cubicBezTo>
                <a:lnTo>
                  <a:pt x="152402" y="1952625"/>
                </a:lnTo>
                <a:cubicBezTo>
                  <a:pt x="68233" y="1952625"/>
                  <a:pt x="0" y="1884392"/>
                  <a:pt x="0" y="18002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09700" y="2705100"/>
            <a:ext cx="937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57325" y="3124200"/>
            <a:ext cx="460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UserService that emits: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462088" y="3471863"/>
            <a:ext cx="4514850" cy="428625"/>
          </a:xfrm>
          <a:custGeom>
            <a:avLst/>
            <a:gdLst/>
            <a:ahLst/>
            <a:cxnLst/>
            <a:rect l="l" t="t" r="r" b="b"/>
            <a:pathLst>
              <a:path w="4514850" h="428625">
                <a:moveTo>
                  <a:pt x="76201" y="0"/>
                </a:moveTo>
                <a:lnTo>
                  <a:pt x="4438649" y="0"/>
                </a:lnTo>
                <a:cubicBezTo>
                  <a:pt x="4480734" y="0"/>
                  <a:pt x="4514850" y="34116"/>
                  <a:pt x="4514850" y="76201"/>
                </a:cubicBezTo>
                <a:lnTo>
                  <a:pt x="4514850" y="352424"/>
                </a:lnTo>
                <a:cubicBezTo>
                  <a:pt x="4514850" y="394509"/>
                  <a:pt x="4480734" y="428625"/>
                  <a:pt x="443864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1D21"/>
          </a:solidFill>
          <a:ln w="12700">
            <a:solidFill>
              <a:srgbClr val="4A5C6A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81150" y="3590925"/>
            <a:ext cx="434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'userRegistered' event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10300" y="3124200"/>
            <a:ext cx="460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listeners: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29350" y="3486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19050"/>
                </a:moveTo>
                <a:cubicBezTo>
                  <a:pt x="6400" y="19050"/>
                  <a:pt x="0" y="25450"/>
                  <a:pt x="0" y="33338"/>
                </a:cubicBezTo>
                <a:cubicBezTo>
                  <a:pt x="0" y="37832"/>
                  <a:pt x="2113" y="42059"/>
                  <a:pt x="5715" y="44768"/>
                </a:cubicBezTo>
                <a:lnTo>
                  <a:pt x="67628" y="91202"/>
                </a:lnTo>
                <a:cubicBezTo>
                  <a:pt x="72717" y="95012"/>
                  <a:pt x="79683" y="95012"/>
                  <a:pt x="84773" y="91202"/>
                </a:cubicBezTo>
                <a:lnTo>
                  <a:pt x="146685" y="44767"/>
                </a:lnTo>
                <a:cubicBezTo>
                  <a:pt x="150287" y="42059"/>
                  <a:pt x="152400" y="37832"/>
                  <a:pt x="152400" y="33337"/>
                </a:cubicBezTo>
                <a:cubicBezTo>
                  <a:pt x="152400" y="25450"/>
                  <a:pt x="146000" y="19050"/>
                  <a:pt x="138113" y="19050"/>
                </a:cubicBezTo>
                <a:lnTo>
                  <a:pt x="14288" y="19050"/>
                </a:lnTo>
                <a:close/>
                <a:moveTo>
                  <a:pt x="0" y="58341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58341"/>
                </a:lnTo>
                <a:lnTo>
                  <a:pt x="93345" y="102632"/>
                </a:lnTo>
                <a:cubicBezTo>
                  <a:pt x="83195" y="110252"/>
                  <a:pt x="69205" y="110252"/>
                  <a:pt x="59055" y="102632"/>
                </a:cubicBezTo>
                <a:lnTo>
                  <a:pt x="0" y="5834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3"/>
          <p:cNvSpPr/>
          <p:nvPr/>
        </p:nvSpPr>
        <p:spPr>
          <a:xfrm>
            <a:off x="6477000" y="346710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Send welcome email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29350" y="37528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5"/>
          <p:cNvSpPr/>
          <p:nvPr/>
        </p:nvSpPr>
        <p:spPr>
          <a:xfrm>
            <a:off x="6477000" y="37338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analytics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29350" y="40195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696" y="20479"/>
                </a:moveTo>
                <a:cubicBezTo>
                  <a:pt x="97959" y="16639"/>
                  <a:pt x="102066" y="14288"/>
                  <a:pt x="106501" y="14288"/>
                </a:cubicBezTo>
                <a:lnTo>
                  <a:pt x="107156" y="14288"/>
                </a:lnTo>
                <a:cubicBezTo>
                  <a:pt x="113734" y="14288"/>
                  <a:pt x="119062" y="19616"/>
                  <a:pt x="119062" y="26194"/>
                </a:cubicBezTo>
                <a:cubicBezTo>
                  <a:pt x="119062" y="32772"/>
                  <a:pt x="113734" y="38100"/>
                  <a:pt x="107156" y="38100"/>
                </a:cubicBezTo>
                <a:lnTo>
                  <a:pt x="85338" y="38100"/>
                </a:lnTo>
                <a:lnTo>
                  <a:pt x="95696" y="20479"/>
                </a:lnTo>
                <a:close/>
                <a:moveTo>
                  <a:pt x="56704" y="20479"/>
                </a:moveTo>
                <a:lnTo>
                  <a:pt x="67062" y="38100"/>
                </a:lnTo>
                <a:lnTo>
                  <a:pt x="45244" y="38100"/>
                </a:lnTo>
                <a:cubicBezTo>
                  <a:pt x="38666" y="38100"/>
                  <a:pt x="33338" y="32772"/>
                  <a:pt x="33338" y="26194"/>
                </a:cubicBezTo>
                <a:cubicBezTo>
                  <a:pt x="33338" y="19616"/>
                  <a:pt x="38666" y="14288"/>
                  <a:pt x="45244" y="14288"/>
                </a:cubicBezTo>
                <a:lnTo>
                  <a:pt x="45899" y="14288"/>
                </a:lnTo>
                <a:cubicBezTo>
                  <a:pt x="50334" y="14288"/>
                  <a:pt x="54471" y="16639"/>
                  <a:pt x="56704" y="20479"/>
                </a:cubicBezTo>
                <a:close/>
                <a:moveTo>
                  <a:pt x="83374" y="13246"/>
                </a:moveTo>
                <a:lnTo>
                  <a:pt x="76200" y="25450"/>
                </a:lnTo>
                <a:lnTo>
                  <a:pt x="69026" y="13246"/>
                </a:lnTo>
                <a:cubicBezTo>
                  <a:pt x="64204" y="5030"/>
                  <a:pt x="55394" y="0"/>
                  <a:pt x="45899" y="0"/>
                </a:cubicBezTo>
                <a:lnTo>
                  <a:pt x="45244" y="0"/>
                </a:lnTo>
                <a:cubicBezTo>
                  <a:pt x="30778" y="0"/>
                  <a:pt x="19050" y="11728"/>
                  <a:pt x="19050" y="26194"/>
                </a:cubicBezTo>
                <a:cubicBezTo>
                  <a:pt x="19050" y="30480"/>
                  <a:pt x="20092" y="34528"/>
                  <a:pt x="21908" y="38100"/>
                </a:cubicBezTo>
                <a:lnTo>
                  <a:pt x="9525" y="38100"/>
                </a:lnTo>
                <a:cubicBezTo>
                  <a:pt x="4256" y="38100"/>
                  <a:pt x="0" y="42356"/>
                  <a:pt x="0" y="47625"/>
                </a:cubicBezTo>
                <a:lnTo>
                  <a:pt x="0" y="57150"/>
                </a:lnTo>
                <a:cubicBezTo>
                  <a:pt x="0" y="62419"/>
                  <a:pt x="4256" y="66675"/>
                  <a:pt x="9525" y="66675"/>
                </a:cubicBezTo>
                <a:lnTo>
                  <a:pt x="142875" y="66675"/>
                </a:lnTo>
                <a:cubicBezTo>
                  <a:pt x="148144" y="66675"/>
                  <a:pt x="152400" y="62419"/>
                  <a:pt x="152400" y="57150"/>
                </a:cubicBezTo>
                <a:lnTo>
                  <a:pt x="152400" y="47625"/>
                </a:lnTo>
                <a:cubicBezTo>
                  <a:pt x="152400" y="42356"/>
                  <a:pt x="148144" y="38100"/>
                  <a:pt x="142875" y="38100"/>
                </a:cubicBezTo>
                <a:lnTo>
                  <a:pt x="130493" y="38100"/>
                </a:lnTo>
                <a:cubicBezTo>
                  <a:pt x="132308" y="34528"/>
                  <a:pt x="133350" y="30480"/>
                  <a:pt x="133350" y="26194"/>
                </a:cubicBezTo>
                <a:cubicBezTo>
                  <a:pt x="133350" y="11728"/>
                  <a:pt x="121622" y="0"/>
                  <a:pt x="107156" y="0"/>
                </a:cubicBezTo>
                <a:lnTo>
                  <a:pt x="106501" y="0"/>
                </a:lnTo>
                <a:cubicBezTo>
                  <a:pt x="97006" y="0"/>
                  <a:pt x="88196" y="5030"/>
                  <a:pt x="83374" y="13216"/>
                </a:cubicBezTo>
                <a:close/>
                <a:moveTo>
                  <a:pt x="142875" y="80962"/>
                </a:moveTo>
                <a:lnTo>
                  <a:pt x="83344" y="80962"/>
                </a:lnTo>
                <a:lnTo>
                  <a:pt x="83344" y="142875"/>
                </a:lnTo>
                <a:lnTo>
                  <a:pt x="123825" y="142875"/>
                </a:lnTo>
                <a:cubicBezTo>
                  <a:pt x="134332" y="142875"/>
                  <a:pt x="142875" y="134332"/>
                  <a:pt x="142875" y="123825"/>
                </a:cubicBezTo>
                <a:lnTo>
                  <a:pt x="142875" y="80962"/>
                </a:lnTo>
                <a:close/>
                <a:moveTo>
                  <a:pt x="69056" y="80962"/>
                </a:moveTo>
                <a:lnTo>
                  <a:pt x="9525" y="80962"/>
                </a:lnTo>
                <a:lnTo>
                  <a:pt x="9525" y="123825"/>
                </a:lnTo>
                <a:cubicBezTo>
                  <a:pt x="9525" y="134332"/>
                  <a:pt x="18068" y="142875"/>
                  <a:pt x="28575" y="142875"/>
                </a:cubicBezTo>
                <a:lnTo>
                  <a:pt x="69056" y="142875"/>
                </a:lnTo>
                <a:lnTo>
                  <a:pt x="69056" y="8096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7"/>
          <p:cNvSpPr/>
          <p:nvPr/>
        </p:nvSpPr>
        <p:spPr>
          <a:xfrm>
            <a:off x="6477000" y="40005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Grant welcome bonus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23963" y="4662488"/>
            <a:ext cx="2314575" cy="962025"/>
          </a:xfrm>
          <a:custGeom>
            <a:avLst/>
            <a:gdLst/>
            <a:ahLst/>
            <a:cxnLst/>
            <a:rect l="l" t="t" r="r" b="b"/>
            <a:pathLst>
              <a:path w="2314575" h="962025">
                <a:moveTo>
                  <a:pt x="114298" y="0"/>
                </a:moveTo>
                <a:lnTo>
                  <a:pt x="2200277" y="0"/>
                </a:lnTo>
                <a:cubicBezTo>
                  <a:pt x="2263402" y="0"/>
                  <a:pt x="2314575" y="51173"/>
                  <a:pt x="2314575" y="114298"/>
                </a:cubicBezTo>
                <a:lnTo>
                  <a:pt x="2314575" y="847727"/>
                </a:lnTo>
                <a:cubicBezTo>
                  <a:pt x="2314575" y="910852"/>
                  <a:pt x="2263402" y="962025"/>
                  <a:pt x="22002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66950" y="4819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146" y="-1116"/>
                </a:moveTo>
                <a:cubicBezTo>
                  <a:pt x="108987" y="-6206"/>
                  <a:pt x="119881" y="-6206"/>
                  <a:pt x="128721" y="-1116"/>
                </a:cubicBezTo>
                <a:lnTo>
                  <a:pt x="207258" y="44202"/>
                </a:lnTo>
                <a:cubicBezTo>
                  <a:pt x="216098" y="49292"/>
                  <a:pt x="221546" y="58757"/>
                  <a:pt x="221546" y="68937"/>
                </a:cubicBezTo>
                <a:lnTo>
                  <a:pt x="221546" y="159574"/>
                </a:lnTo>
                <a:cubicBezTo>
                  <a:pt x="221546" y="169798"/>
                  <a:pt x="216098" y="179219"/>
                  <a:pt x="207258" y="184309"/>
                </a:cubicBezTo>
                <a:lnTo>
                  <a:pt x="128721" y="229716"/>
                </a:lnTo>
                <a:cubicBezTo>
                  <a:pt x="119881" y="234806"/>
                  <a:pt x="108987" y="234806"/>
                  <a:pt x="100146" y="229716"/>
                </a:cubicBezTo>
                <a:lnTo>
                  <a:pt x="21654" y="184398"/>
                </a:lnTo>
                <a:cubicBezTo>
                  <a:pt x="12814" y="179308"/>
                  <a:pt x="7367" y="169843"/>
                  <a:pt x="7367" y="159663"/>
                </a:cubicBezTo>
                <a:lnTo>
                  <a:pt x="7367" y="69026"/>
                </a:lnTo>
                <a:cubicBezTo>
                  <a:pt x="7367" y="58802"/>
                  <a:pt x="12814" y="49381"/>
                  <a:pt x="21654" y="44291"/>
                </a:cubicBezTo>
                <a:lnTo>
                  <a:pt x="100146" y="-1116"/>
                </a:lnTo>
                <a:close/>
                <a:moveTo>
                  <a:pt x="192926" y="159618"/>
                </a:moveTo>
                <a:lnTo>
                  <a:pt x="192926" y="85457"/>
                </a:lnTo>
                <a:lnTo>
                  <a:pt x="128721" y="122515"/>
                </a:lnTo>
                <a:lnTo>
                  <a:pt x="128721" y="196676"/>
                </a:lnTo>
                <a:lnTo>
                  <a:pt x="192926" y="15961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0"/>
          <p:cNvSpPr/>
          <p:nvPr/>
        </p:nvSpPr>
        <p:spPr>
          <a:xfrm>
            <a:off x="1347788" y="51244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Class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52550" y="531495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 EventEmitter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700463" y="4662488"/>
            <a:ext cx="2314575" cy="962025"/>
          </a:xfrm>
          <a:custGeom>
            <a:avLst/>
            <a:gdLst/>
            <a:ahLst/>
            <a:cxnLst/>
            <a:rect l="l" t="t" r="r" b="b"/>
            <a:pathLst>
              <a:path w="2314575" h="962025">
                <a:moveTo>
                  <a:pt x="114298" y="0"/>
                </a:moveTo>
                <a:lnTo>
                  <a:pt x="2200277" y="0"/>
                </a:lnTo>
                <a:cubicBezTo>
                  <a:pt x="2263402" y="0"/>
                  <a:pt x="2314575" y="51173"/>
                  <a:pt x="2314575" y="114298"/>
                </a:cubicBezTo>
                <a:lnTo>
                  <a:pt x="2314575" y="847727"/>
                </a:lnTo>
                <a:cubicBezTo>
                  <a:pt x="2314575" y="910852"/>
                  <a:pt x="2263402" y="962025"/>
                  <a:pt x="22002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14875" y="48196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7" name="Text 24"/>
          <p:cNvSpPr/>
          <p:nvPr/>
        </p:nvSpPr>
        <p:spPr>
          <a:xfrm>
            <a:off x="3824288" y="51244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Listeners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829050" y="531495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event, many actions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76963" y="4662488"/>
            <a:ext cx="2314575" cy="962025"/>
          </a:xfrm>
          <a:custGeom>
            <a:avLst/>
            <a:gdLst/>
            <a:ahLst/>
            <a:cxnLst/>
            <a:rect l="l" t="t" r="r" b="b"/>
            <a:pathLst>
              <a:path w="2314575" h="962025">
                <a:moveTo>
                  <a:pt x="114298" y="0"/>
                </a:moveTo>
                <a:lnTo>
                  <a:pt x="2200277" y="0"/>
                </a:lnTo>
                <a:cubicBezTo>
                  <a:pt x="2263402" y="0"/>
                  <a:pt x="2314575" y="51173"/>
                  <a:pt x="2314575" y="114298"/>
                </a:cubicBezTo>
                <a:lnTo>
                  <a:pt x="2314575" y="847727"/>
                </a:lnTo>
                <a:cubicBezTo>
                  <a:pt x="2314575" y="910852"/>
                  <a:pt x="2263402" y="962025"/>
                  <a:pt x="22002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219950" y="4819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8"/>
          <p:cNvSpPr/>
          <p:nvPr/>
        </p:nvSpPr>
        <p:spPr>
          <a:xfrm>
            <a:off x="6300788" y="51244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05550" y="531495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handle errors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653463" y="4662488"/>
            <a:ext cx="2314575" cy="962025"/>
          </a:xfrm>
          <a:custGeom>
            <a:avLst/>
            <a:gdLst/>
            <a:ahLst/>
            <a:cxnLst/>
            <a:rect l="l" t="t" r="r" b="b"/>
            <a:pathLst>
              <a:path w="2314575" h="962025">
                <a:moveTo>
                  <a:pt x="114298" y="0"/>
                </a:moveTo>
                <a:lnTo>
                  <a:pt x="2200277" y="0"/>
                </a:lnTo>
                <a:cubicBezTo>
                  <a:pt x="2263402" y="0"/>
                  <a:pt x="2314575" y="51173"/>
                  <a:pt x="2314575" y="114298"/>
                </a:cubicBezTo>
                <a:lnTo>
                  <a:pt x="2314575" y="847727"/>
                </a:lnTo>
                <a:cubicBezTo>
                  <a:pt x="2314575" y="910852"/>
                  <a:pt x="2263402" y="962025"/>
                  <a:pt x="2200277" y="962025"/>
                </a:cubicBezTo>
                <a:lnTo>
                  <a:pt x="114298" y="962025"/>
                </a:lnTo>
                <a:cubicBezTo>
                  <a:pt x="51173" y="962025"/>
                  <a:pt x="0" y="910852"/>
                  <a:pt x="0" y="8477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4A5C6A">
              <a:alpha val="30196"/>
            </a:srgbClr>
          </a:solidFill>
          <a:ln w="12700">
            <a:solidFill>
              <a:srgbClr val="4A5C6A">
                <a:alpha val="50196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682163" y="48196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52978" y="24378"/>
                </a:moveTo>
                <a:cubicBezTo>
                  <a:pt x="258559" y="18797"/>
                  <a:pt x="258559" y="9733"/>
                  <a:pt x="252978" y="4152"/>
                </a:cubicBezTo>
                <a:cubicBezTo>
                  <a:pt x="247397" y="-1429"/>
                  <a:pt x="238333" y="-1429"/>
                  <a:pt x="232752" y="4152"/>
                </a:cubicBezTo>
                <a:lnTo>
                  <a:pt x="147027" y="89877"/>
                </a:lnTo>
                <a:lnTo>
                  <a:pt x="131534" y="74384"/>
                </a:lnTo>
                <a:cubicBezTo>
                  <a:pt x="129659" y="72509"/>
                  <a:pt x="127069" y="71438"/>
                  <a:pt x="124391" y="71438"/>
                </a:cubicBezTo>
                <a:cubicBezTo>
                  <a:pt x="118809" y="71438"/>
                  <a:pt x="114300" y="75947"/>
                  <a:pt x="114300" y="81528"/>
                </a:cubicBezTo>
                <a:lnTo>
                  <a:pt x="114300" y="94521"/>
                </a:lnTo>
                <a:lnTo>
                  <a:pt x="162654" y="142875"/>
                </a:lnTo>
                <a:lnTo>
                  <a:pt x="175647" y="142875"/>
                </a:lnTo>
                <a:cubicBezTo>
                  <a:pt x="181228" y="142875"/>
                  <a:pt x="185738" y="138366"/>
                  <a:pt x="185738" y="132784"/>
                </a:cubicBezTo>
                <a:cubicBezTo>
                  <a:pt x="185738" y="130106"/>
                  <a:pt x="184666" y="127516"/>
                  <a:pt x="182791" y="125641"/>
                </a:cubicBezTo>
                <a:lnTo>
                  <a:pt x="167298" y="110148"/>
                </a:lnTo>
                <a:lnTo>
                  <a:pt x="253023" y="24423"/>
                </a:lnTo>
                <a:close/>
                <a:moveTo>
                  <a:pt x="152296" y="157788"/>
                </a:moveTo>
                <a:lnTo>
                  <a:pt x="99387" y="104879"/>
                </a:lnTo>
                <a:cubicBezTo>
                  <a:pt x="80323" y="103227"/>
                  <a:pt x="61347" y="110103"/>
                  <a:pt x="47685" y="123765"/>
                </a:cubicBezTo>
                <a:lnTo>
                  <a:pt x="44113" y="127337"/>
                </a:lnTo>
                <a:cubicBezTo>
                  <a:pt x="34156" y="137294"/>
                  <a:pt x="28575" y="150778"/>
                  <a:pt x="28575" y="164842"/>
                </a:cubicBezTo>
                <a:cubicBezTo>
                  <a:pt x="28575" y="167878"/>
                  <a:pt x="31745" y="169843"/>
                  <a:pt x="34469" y="168503"/>
                </a:cubicBezTo>
                <a:lnTo>
                  <a:pt x="57284" y="157118"/>
                </a:lnTo>
                <a:cubicBezTo>
                  <a:pt x="59516" y="156002"/>
                  <a:pt x="61526" y="158948"/>
                  <a:pt x="59695" y="160645"/>
                </a:cubicBezTo>
                <a:lnTo>
                  <a:pt x="3259" y="211366"/>
                </a:lnTo>
                <a:cubicBezTo>
                  <a:pt x="1206" y="213241"/>
                  <a:pt x="0" y="215920"/>
                  <a:pt x="0" y="218733"/>
                </a:cubicBezTo>
                <a:cubicBezTo>
                  <a:pt x="0" y="224180"/>
                  <a:pt x="4420" y="228600"/>
                  <a:pt x="9867" y="228600"/>
                </a:cubicBezTo>
                <a:lnTo>
                  <a:pt x="87243" y="228600"/>
                </a:lnTo>
                <a:cubicBezTo>
                  <a:pt x="104567" y="228600"/>
                  <a:pt x="121131" y="221724"/>
                  <a:pt x="133410" y="209490"/>
                </a:cubicBezTo>
                <a:cubicBezTo>
                  <a:pt x="147072" y="195828"/>
                  <a:pt x="153903" y="176852"/>
                  <a:pt x="152296" y="15778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2"/>
          <p:cNvSpPr/>
          <p:nvPr/>
        </p:nvSpPr>
        <p:spPr>
          <a:xfrm>
            <a:off x="8777288" y="512445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Cleanup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782050" y="531495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listeners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38138" y="5934075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luck! 🚀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 EventEmitter</dc:title>
  <dc:subject>Node.js EventEmitter</dc:subject>
  <dc:creator>Kimi</dc:creator>
  <cp:lastModifiedBy>Kimi</cp:lastModifiedBy>
  <cp:revision>1</cp:revision>
  <dcterms:created xsi:type="dcterms:W3CDTF">2026-02-07T06:19:53Z</dcterms:created>
  <dcterms:modified xsi:type="dcterms:W3CDTF">2026-02-07T06:19:53Z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{"Label":"Node.js EventEmitter","ContentProducer":"001191110108MACG2KBH8F10000","ProduceID":"19c36c10-dc72-880f-8000-0000e526c84d","ReservedCode1":"","ContentPropagator":"001191110108MACG2KBH8F20000","PropagateID":"19c36c10-dc72-880f-8000-0000e526c84d","ReservedCode2":""}</vt:lpwstr>
  </property>
</Properties>
</file>