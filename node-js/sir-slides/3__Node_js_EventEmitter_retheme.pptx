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0a5c9bc329255dba2ed4c11282f787855bc2449f.jpeg"/>
          <p:cNvPicPr>
            <a:picLocks noChangeAspect="1"/>
          </p:cNvPicPr>
          <p:nvPr/>
        </p:nvPicPr>
        <p:blipFill>
          <a:blip r:embed="rId1">
            <a:alphaModFix amt="30000"/>
          </a:blip>
          <a:srcRect l="194" r="1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4F1DE">
                  <a:alpha val="95000"/>
                </a:srgbClr>
              </a:gs>
              <a:gs pos="50000">
                <a:srgbClr val="EAE7D6">
                  <a:alpha val="80000"/>
                </a:srgbClr>
              </a:gs>
              <a:gs pos="100000">
                <a:srgbClr val="F4F1DE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65625" y="1928813"/>
            <a:ext cx="2657475" cy="390525"/>
          </a:xfrm>
          <a:custGeom>
            <a:avLst/>
            <a:gdLst/>
            <a:ahLst/>
            <a:cxnLst/>
            <a:rect l="l" t="t" r="r" b="b"/>
            <a:pathLst>
              <a:path w="2657475" h="390525">
                <a:moveTo>
                  <a:pt x="195263" y="0"/>
                </a:moveTo>
                <a:lnTo>
                  <a:pt x="2462213" y="0"/>
                </a:lnTo>
                <a:cubicBezTo>
                  <a:pt x="2569981" y="0"/>
                  <a:pt x="2657475" y="87494"/>
                  <a:pt x="2657475" y="195263"/>
                </a:cubicBezTo>
                <a:lnTo>
                  <a:pt x="2657475" y="195263"/>
                </a:lnTo>
                <a:cubicBezTo>
                  <a:pt x="2657475" y="303031"/>
                  <a:pt x="2569981" y="390525"/>
                  <a:pt x="24622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3750" y="2009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236" y="226814"/>
                </a:moveTo>
                <a:cubicBezTo>
                  <a:pt x="97244" y="226814"/>
                  <a:pt x="94208" y="226010"/>
                  <a:pt x="91574" y="224492"/>
                </a:cubicBezTo>
                <a:lnTo>
                  <a:pt x="64026" y="208196"/>
                </a:lnTo>
                <a:cubicBezTo>
                  <a:pt x="59918" y="205874"/>
                  <a:pt x="61927" y="205070"/>
                  <a:pt x="63267" y="204624"/>
                </a:cubicBezTo>
                <a:cubicBezTo>
                  <a:pt x="68759" y="202704"/>
                  <a:pt x="69875" y="202302"/>
                  <a:pt x="75724" y="198953"/>
                </a:cubicBezTo>
                <a:cubicBezTo>
                  <a:pt x="76349" y="198596"/>
                  <a:pt x="77152" y="198730"/>
                  <a:pt x="77778" y="199132"/>
                </a:cubicBezTo>
                <a:lnTo>
                  <a:pt x="98941" y="211678"/>
                </a:lnTo>
                <a:cubicBezTo>
                  <a:pt x="99700" y="212125"/>
                  <a:pt x="100772" y="212125"/>
                  <a:pt x="101486" y="211678"/>
                </a:cubicBezTo>
                <a:lnTo>
                  <a:pt x="183952" y="164083"/>
                </a:lnTo>
                <a:cubicBezTo>
                  <a:pt x="184711" y="163637"/>
                  <a:pt x="185202" y="162744"/>
                  <a:pt x="185202" y="161851"/>
                </a:cubicBezTo>
                <a:lnTo>
                  <a:pt x="185202" y="66660"/>
                </a:lnTo>
                <a:cubicBezTo>
                  <a:pt x="185202" y="65723"/>
                  <a:pt x="184711" y="64874"/>
                  <a:pt x="183907" y="64383"/>
                </a:cubicBezTo>
                <a:lnTo>
                  <a:pt x="101486" y="16832"/>
                </a:lnTo>
                <a:cubicBezTo>
                  <a:pt x="100727" y="16386"/>
                  <a:pt x="99700" y="16386"/>
                  <a:pt x="98941" y="16832"/>
                </a:cubicBezTo>
                <a:lnTo>
                  <a:pt x="16565" y="64428"/>
                </a:lnTo>
                <a:cubicBezTo>
                  <a:pt x="15761" y="64874"/>
                  <a:pt x="15270" y="65767"/>
                  <a:pt x="15270" y="66705"/>
                </a:cubicBezTo>
                <a:lnTo>
                  <a:pt x="15270" y="161851"/>
                </a:lnTo>
                <a:cubicBezTo>
                  <a:pt x="15270" y="162744"/>
                  <a:pt x="15761" y="163637"/>
                  <a:pt x="16565" y="164038"/>
                </a:cubicBezTo>
                <a:lnTo>
                  <a:pt x="39157" y="177076"/>
                </a:lnTo>
                <a:cubicBezTo>
                  <a:pt x="51435" y="183193"/>
                  <a:pt x="58936" y="176004"/>
                  <a:pt x="58936" y="168726"/>
                </a:cubicBezTo>
                <a:lnTo>
                  <a:pt x="58936" y="74786"/>
                </a:lnTo>
                <a:cubicBezTo>
                  <a:pt x="58936" y="73447"/>
                  <a:pt x="60008" y="72420"/>
                  <a:pt x="61347" y="72420"/>
                </a:cubicBezTo>
                <a:lnTo>
                  <a:pt x="71795" y="72420"/>
                </a:lnTo>
                <a:cubicBezTo>
                  <a:pt x="73089" y="72420"/>
                  <a:pt x="74206" y="73447"/>
                  <a:pt x="74206" y="74786"/>
                </a:cubicBezTo>
                <a:lnTo>
                  <a:pt x="74206" y="168771"/>
                </a:lnTo>
                <a:cubicBezTo>
                  <a:pt x="74206" y="185112"/>
                  <a:pt x="65276" y="194489"/>
                  <a:pt x="49783" y="194489"/>
                </a:cubicBezTo>
                <a:cubicBezTo>
                  <a:pt x="45006" y="194489"/>
                  <a:pt x="41255" y="194489"/>
                  <a:pt x="30807" y="189309"/>
                </a:cubicBezTo>
                <a:lnTo>
                  <a:pt x="9198" y="176852"/>
                </a:lnTo>
                <a:cubicBezTo>
                  <a:pt x="3840" y="173772"/>
                  <a:pt x="536" y="168012"/>
                  <a:pt x="536" y="161806"/>
                </a:cubicBezTo>
                <a:lnTo>
                  <a:pt x="536" y="66660"/>
                </a:lnTo>
                <a:cubicBezTo>
                  <a:pt x="536" y="60499"/>
                  <a:pt x="3840" y="54694"/>
                  <a:pt x="9198" y="51614"/>
                </a:cubicBezTo>
                <a:lnTo>
                  <a:pt x="91574" y="4018"/>
                </a:lnTo>
                <a:cubicBezTo>
                  <a:pt x="96798" y="1072"/>
                  <a:pt x="103718" y="1072"/>
                  <a:pt x="108898" y="4018"/>
                </a:cubicBezTo>
                <a:lnTo>
                  <a:pt x="191363" y="51658"/>
                </a:lnTo>
                <a:cubicBezTo>
                  <a:pt x="196721" y="54739"/>
                  <a:pt x="200025" y="60499"/>
                  <a:pt x="200025" y="66705"/>
                </a:cubicBezTo>
                <a:lnTo>
                  <a:pt x="200025" y="161851"/>
                </a:lnTo>
                <a:cubicBezTo>
                  <a:pt x="200025" y="168012"/>
                  <a:pt x="196721" y="173772"/>
                  <a:pt x="191363" y="176897"/>
                </a:cubicBezTo>
                <a:lnTo>
                  <a:pt x="108898" y="224492"/>
                </a:lnTo>
                <a:cubicBezTo>
                  <a:pt x="106263" y="226010"/>
                  <a:pt x="103272" y="226814"/>
                  <a:pt x="100236" y="226814"/>
                </a:cubicBezTo>
                <a:close/>
                <a:moveTo>
                  <a:pt x="166807" y="133008"/>
                </a:moveTo>
                <a:cubicBezTo>
                  <a:pt x="166807" y="115193"/>
                  <a:pt x="154751" y="110460"/>
                  <a:pt x="129436" y="107112"/>
                </a:cubicBezTo>
                <a:cubicBezTo>
                  <a:pt x="103808" y="103718"/>
                  <a:pt x="101218" y="101977"/>
                  <a:pt x="101218" y="95994"/>
                </a:cubicBezTo>
                <a:cubicBezTo>
                  <a:pt x="101218" y="91038"/>
                  <a:pt x="103406" y="84430"/>
                  <a:pt x="122381" y="84430"/>
                </a:cubicBezTo>
                <a:cubicBezTo>
                  <a:pt x="139303" y="84430"/>
                  <a:pt x="145554" y="88091"/>
                  <a:pt x="148144" y="99521"/>
                </a:cubicBezTo>
                <a:cubicBezTo>
                  <a:pt x="148367" y="100593"/>
                  <a:pt x="149349" y="101397"/>
                  <a:pt x="150465" y="101397"/>
                </a:cubicBezTo>
                <a:lnTo>
                  <a:pt x="161181" y="101397"/>
                </a:lnTo>
                <a:cubicBezTo>
                  <a:pt x="161851" y="101397"/>
                  <a:pt x="162476" y="101129"/>
                  <a:pt x="162922" y="100638"/>
                </a:cubicBezTo>
                <a:cubicBezTo>
                  <a:pt x="163369" y="100146"/>
                  <a:pt x="163592" y="99477"/>
                  <a:pt x="163547" y="98807"/>
                </a:cubicBezTo>
                <a:cubicBezTo>
                  <a:pt x="161895" y="79117"/>
                  <a:pt x="148813" y="69964"/>
                  <a:pt x="122381" y="69964"/>
                </a:cubicBezTo>
                <a:cubicBezTo>
                  <a:pt x="98852" y="69964"/>
                  <a:pt x="84832" y="79876"/>
                  <a:pt x="84832" y="96530"/>
                </a:cubicBezTo>
                <a:cubicBezTo>
                  <a:pt x="84832" y="114568"/>
                  <a:pt x="98807" y="119569"/>
                  <a:pt x="121354" y="121801"/>
                </a:cubicBezTo>
                <a:cubicBezTo>
                  <a:pt x="148367" y="124435"/>
                  <a:pt x="150465" y="128409"/>
                  <a:pt x="150465" y="133722"/>
                </a:cubicBezTo>
                <a:cubicBezTo>
                  <a:pt x="150465" y="142920"/>
                  <a:pt x="143054" y="146849"/>
                  <a:pt x="125685" y="146849"/>
                </a:cubicBezTo>
                <a:cubicBezTo>
                  <a:pt x="103852" y="146849"/>
                  <a:pt x="99075" y="141357"/>
                  <a:pt x="97468" y="130507"/>
                </a:cubicBezTo>
                <a:cubicBezTo>
                  <a:pt x="97289" y="129347"/>
                  <a:pt x="96307" y="128498"/>
                  <a:pt x="95101" y="128498"/>
                </a:cubicBezTo>
                <a:lnTo>
                  <a:pt x="84430" y="128498"/>
                </a:lnTo>
                <a:cubicBezTo>
                  <a:pt x="83091" y="128498"/>
                  <a:pt x="82064" y="129570"/>
                  <a:pt x="82064" y="130865"/>
                </a:cubicBezTo>
                <a:cubicBezTo>
                  <a:pt x="82064" y="144750"/>
                  <a:pt x="89609" y="161315"/>
                  <a:pt x="125730" y="161315"/>
                </a:cubicBezTo>
                <a:cubicBezTo>
                  <a:pt x="151805" y="161270"/>
                  <a:pt x="166807" y="150956"/>
                  <a:pt x="166807" y="13300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5322838" y="20097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CORE MODULE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53334" y="2552700"/>
            <a:ext cx="4086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spc="-135" kern="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467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E07A5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64173" y="3810000"/>
            <a:ext cx="446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Basics to Senior-Level Understanding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32980" y="4576763"/>
            <a:ext cx="2076450" cy="352425"/>
          </a:xfrm>
          <a:custGeom>
            <a:avLst/>
            <a:gdLst/>
            <a:ahLst/>
            <a:cxnLst/>
            <a:rect l="l" t="t" r="r" b="b"/>
            <a:pathLst>
              <a:path w="2076450" h="352425">
                <a:moveTo>
                  <a:pt x="76201" y="0"/>
                </a:moveTo>
                <a:lnTo>
                  <a:pt x="2000249" y="0"/>
                </a:lnTo>
                <a:cubicBezTo>
                  <a:pt x="2042334" y="0"/>
                  <a:pt x="2076450" y="34116"/>
                  <a:pt x="2076450" y="76201"/>
                </a:cubicBezTo>
                <a:lnTo>
                  <a:pt x="2076450" y="276224"/>
                </a:lnTo>
                <a:cubicBezTo>
                  <a:pt x="2076450" y="318309"/>
                  <a:pt x="2042334" y="352425"/>
                  <a:pt x="20002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18717" y="4676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2323505" y="46577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70015" y="4576763"/>
            <a:ext cx="2247900" cy="352425"/>
          </a:xfrm>
          <a:custGeom>
            <a:avLst/>
            <a:gdLst/>
            <a:ahLst/>
            <a:cxnLst/>
            <a:rect l="l" t="t" r="r" b="b"/>
            <a:pathLst>
              <a:path w="2247900" h="352425">
                <a:moveTo>
                  <a:pt x="76201" y="0"/>
                </a:moveTo>
                <a:lnTo>
                  <a:pt x="2171699" y="0"/>
                </a:lnTo>
                <a:cubicBezTo>
                  <a:pt x="2213784" y="0"/>
                  <a:pt x="2247900" y="34116"/>
                  <a:pt x="2247900" y="76201"/>
                </a:cubicBezTo>
                <a:lnTo>
                  <a:pt x="2247900" y="276224"/>
                </a:lnTo>
                <a:cubicBezTo>
                  <a:pt x="2247900" y="318309"/>
                  <a:pt x="2213784" y="352425"/>
                  <a:pt x="217169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5753" y="4676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4560540" y="465772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Interview-focused deep dive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487" y="4576763"/>
            <a:ext cx="1819275" cy="352425"/>
          </a:xfrm>
          <a:custGeom>
            <a:avLst/>
            <a:gdLst/>
            <a:ahLst/>
            <a:cxnLst/>
            <a:rect l="l" t="t" r="r" b="b"/>
            <a:pathLst>
              <a:path w="1819275" h="352425">
                <a:moveTo>
                  <a:pt x="76201" y="0"/>
                </a:moveTo>
                <a:lnTo>
                  <a:pt x="1743074" y="0"/>
                </a:lnTo>
                <a:cubicBezTo>
                  <a:pt x="1785159" y="0"/>
                  <a:pt x="1819275" y="34116"/>
                  <a:pt x="1819275" y="76201"/>
                </a:cubicBezTo>
                <a:lnTo>
                  <a:pt x="1819275" y="276224"/>
                </a:lnTo>
                <a:cubicBezTo>
                  <a:pt x="1819275" y="318309"/>
                  <a:pt x="1785159" y="352425"/>
                  <a:pt x="17430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50174" y="46767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5"/>
          <p:cNvSpPr/>
          <p:nvPr/>
        </p:nvSpPr>
        <p:spPr>
          <a:xfrm>
            <a:off x="6974012" y="46577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566621" y="4576763"/>
            <a:ext cx="1695450" cy="352425"/>
          </a:xfrm>
          <a:custGeom>
            <a:avLst/>
            <a:gdLst/>
            <a:ahLst/>
            <a:cxnLst/>
            <a:rect l="l" t="t" r="r" b="b"/>
            <a:pathLst>
              <a:path w="1695450" h="352425">
                <a:moveTo>
                  <a:pt x="76201" y="0"/>
                </a:moveTo>
                <a:lnTo>
                  <a:pt x="1619249" y="0"/>
                </a:lnTo>
                <a:cubicBezTo>
                  <a:pt x="1661334" y="0"/>
                  <a:pt x="1695450" y="34116"/>
                  <a:pt x="1695450" y="76201"/>
                </a:cubicBezTo>
                <a:lnTo>
                  <a:pt x="1695450" y="276224"/>
                </a:lnTo>
                <a:cubicBezTo>
                  <a:pt x="1695450" y="318309"/>
                  <a:pt x="1661334" y="352425"/>
                  <a:pt x="16192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42834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8"/>
          <p:cNvSpPr/>
          <p:nvPr/>
        </p:nvSpPr>
        <p:spPr>
          <a:xfrm>
            <a:off x="8957146" y="4657725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EventEmitter?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foundation of event-driven programming in Node.js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5591175" cy="2695575"/>
          </a:xfrm>
          <a:custGeom>
            <a:avLst/>
            <a:gdLst/>
            <a:ahLst/>
            <a:cxnLst/>
            <a:rect l="l" t="t" r="r" b="b"/>
            <a:pathLst>
              <a:path w="5591175" h="2695575">
                <a:moveTo>
                  <a:pt x="114292" y="0"/>
                </a:moveTo>
                <a:lnTo>
                  <a:pt x="5476883" y="0"/>
                </a:lnTo>
                <a:cubicBezTo>
                  <a:pt x="5540005" y="0"/>
                  <a:pt x="5591175" y="51170"/>
                  <a:pt x="5591175" y="114292"/>
                </a:cubicBezTo>
                <a:lnTo>
                  <a:pt x="5591175" y="2581283"/>
                </a:lnTo>
                <a:cubicBezTo>
                  <a:pt x="5591175" y="2644405"/>
                  <a:pt x="5540005" y="2695575"/>
                  <a:pt x="5476883" y="2695575"/>
                </a:cubicBezTo>
                <a:lnTo>
                  <a:pt x="114292" y="2695575"/>
                </a:lnTo>
                <a:cubicBezTo>
                  <a:pt x="51170" y="2695575"/>
                  <a:pt x="0" y="2644405"/>
                  <a:pt x="0" y="258128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199072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EventEmitter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core module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that enables: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428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2390775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programming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5825" y="261937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architecture pattern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962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85825" y="292417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Pub-Sub pattern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5825" y="31527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Publish-Subscribe decoupling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3495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85825" y="345757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825" y="3686175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communicate indirectly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4233863"/>
            <a:ext cx="5591175" cy="2238375"/>
          </a:xfrm>
          <a:custGeom>
            <a:avLst/>
            <a:gdLst/>
            <a:ahLst/>
            <a:cxnLst/>
            <a:rect l="l" t="t" r="r" b="b"/>
            <a:pathLst>
              <a:path w="5591175" h="2238375">
                <a:moveTo>
                  <a:pt x="114291" y="0"/>
                </a:moveTo>
                <a:lnTo>
                  <a:pt x="5476884" y="0"/>
                </a:lnTo>
                <a:cubicBezTo>
                  <a:pt x="5540005" y="0"/>
                  <a:pt x="5591175" y="51170"/>
                  <a:pt x="5591175" y="114291"/>
                </a:cubicBezTo>
                <a:lnTo>
                  <a:pt x="5591175" y="2124084"/>
                </a:lnTo>
                <a:cubicBezTo>
                  <a:pt x="5591175" y="2187205"/>
                  <a:pt x="5540005" y="2238375"/>
                  <a:pt x="5476884" y="2238375"/>
                </a:cubicBezTo>
                <a:lnTo>
                  <a:pt x="114291" y="2238375"/>
                </a:lnTo>
                <a:cubicBezTo>
                  <a:pt x="51170" y="2238375"/>
                  <a:pt x="0" y="2187205"/>
                  <a:pt x="0" y="2124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" y="4467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" y="44291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24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190625" y="48482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0625" y="51149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Emits events 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26281" y="559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83344"/>
                </a:moveTo>
                <a:cubicBezTo>
                  <a:pt x="23812" y="50453"/>
                  <a:pt x="50453" y="23812"/>
                  <a:pt x="83344" y="23812"/>
                </a:cubicBezTo>
                <a:cubicBezTo>
                  <a:pt x="116235" y="23812"/>
                  <a:pt x="142875" y="50453"/>
                  <a:pt x="142875" y="83344"/>
                </a:cubicBezTo>
                <a:lnTo>
                  <a:pt x="142875" y="97296"/>
                </a:lnTo>
                <a:cubicBezTo>
                  <a:pt x="139154" y="95994"/>
                  <a:pt x="135136" y="95250"/>
                  <a:pt x="130969" y="95250"/>
                </a:cubicBezTo>
                <a:lnTo>
                  <a:pt x="125016" y="95250"/>
                </a:lnTo>
                <a:cubicBezTo>
                  <a:pt x="115156" y="95250"/>
                  <a:pt x="107156" y="103250"/>
                  <a:pt x="107156" y="113109"/>
                </a:cubicBezTo>
                <a:lnTo>
                  <a:pt x="107156" y="160734"/>
                </a:lnTo>
                <a:cubicBezTo>
                  <a:pt x="107156" y="170594"/>
                  <a:pt x="115156" y="178594"/>
                  <a:pt x="125016" y="178594"/>
                </a:cubicBezTo>
                <a:lnTo>
                  <a:pt x="130969" y="178594"/>
                </a:lnTo>
                <a:cubicBezTo>
                  <a:pt x="150688" y="178594"/>
                  <a:pt x="166688" y="162595"/>
                  <a:pt x="166688" y="142875"/>
                </a:cubicBezTo>
                <a:lnTo>
                  <a:pt x="166688" y="83344"/>
                </a:lnTo>
                <a:cubicBezTo>
                  <a:pt x="166688" y="37319"/>
                  <a:pt x="129369" y="0"/>
                  <a:pt x="83344" y="0"/>
                </a:cubicBezTo>
                <a:cubicBezTo>
                  <a:pt x="37319" y="0"/>
                  <a:pt x="0" y="37319"/>
                  <a:pt x="0" y="83344"/>
                </a:cubicBezTo>
                <a:lnTo>
                  <a:pt x="0" y="142875"/>
                </a:lnTo>
                <a:cubicBezTo>
                  <a:pt x="0" y="162595"/>
                  <a:pt x="15999" y="178594"/>
                  <a:pt x="35719" y="178594"/>
                </a:cubicBezTo>
                <a:lnTo>
                  <a:pt x="41672" y="178594"/>
                </a:lnTo>
                <a:cubicBezTo>
                  <a:pt x="51532" y="178594"/>
                  <a:pt x="59531" y="170594"/>
                  <a:pt x="59531" y="160734"/>
                </a:cubicBezTo>
                <a:lnTo>
                  <a:pt x="59531" y="113109"/>
                </a:lnTo>
                <a:cubicBezTo>
                  <a:pt x="59531" y="103250"/>
                  <a:pt x="51532" y="95250"/>
                  <a:pt x="41672" y="95250"/>
                </a:cubicBezTo>
                <a:lnTo>
                  <a:pt x="35719" y="95250"/>
                </a:lnTo>
                <a:cubicBezTo>
                  <a:pt x="31552" y="95250"/>
                  <a:pt x="27533" y="95957"/>
                  <a:pt x="23812" y="97296"/>
                </a:cubicBezTo>
                <a:lnTo>
                  <a:pt x="23812" y="8334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1190625" y="54578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0625" y="572452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Responds to events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1376363"/>
            <a:ext cx="5591175" cy="5095875"/>
          </a:xfrm>
          <a:custGeom>
            <a:avLst/>
            <a:gdLst/>
            <a:ahLst/>
            <a:cxnLst/>
            <a:rect l="l" t="t" r="r" b="b"/>
            <a:pathLst>
              <a:path w="5591175" h="5095875">
                <a:moveTo>
                  <a:pt x="114300" y="0"/>
                </a:moveTo>
                <a:lnTo>
                  <a:pt x="5476875" y="0"/>
                </a:lnTo>
                <a:cubicBezTo>
                  <a:pt x="5540001" y="0"/>
                  <a:pt x="5591175" y="51174"/>
                  <a:pt x="5591175" y="114300"/>
                </a:cubicBezTo>
                <a:lnTo>
                  <a:pt x="5591175" y="4981575"/>
                </a:lnTo>
                <a:cubicBezTo>
                  <a:pt x="5591175" y="5044701"/>
                  <a:pt x="5540001" y="5095875"/>
                  <a:pt x="5476875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41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6484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5088" y="2831306"/>
            <a:ext cx="5191125" cy="885825"/>
          </a:xfrm>
          <a:custGeom>
            <a:avLst/>
            <a:gdLst/>
            <a:ahLst/>
            <a:cxnLst/>
            <a:rect l="l" t="t" r="r" b="b"/>
            <a:pathLst>
              <a:path w="5191125" h="885825">
                <a:moveTo>
                  <a:pt x="76199" y="0"/>
                </a:moveTo>
                <a:lnTo>
                  <a:pt x="5114926" y="0"/>
                </a:lnTo>
                <a:cubicBezTo>
                  <a:pt x="5157010" y="0"/>
                  <a:pt x="5191125" y="34115"/>
                  <a:pt x="5191125" y="76199"/>
                </a:cubicBezTo>
                <a:lnTo>
                  <a:pt x="5191125" y="809626"/>
                </a:lnTo>
                <a:cubicBezTo>
                  <a:pt x="5191125" y="851710"/>
                  <a:pt x="5157010" y="885825"/>
                  <a:pt x="51149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2250" y="29884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538913" y="298846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1350" y="3026569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UserRegistered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1350" y="3369469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emitted when user signs up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39213" y="383619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508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5656" y="42886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50081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Email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8673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27306" y="42886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827246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Analytics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5838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09672" y="428863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1004411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DB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5088" y="5007769"/>
            <a:ext cx="5191125" cy="428625"/>
          </a:xfrm>
          <a:custGeom>
            <a:avLst/>
            <a:gdLst/>
            <a:ahLst/>
            <a:cxnLst/>
            <a:rect l="l" t="t" r="r" b="b"/>
            <a:pathLst>
              <a:path w="5191125" h="4286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352424"/>
                </a:lnTo>
                <a:cubicBezTo>
                  <a:pt x="5191125" y="394509"/>
                  <a:pt x="5157009" y="428625"/>
                  <a:pt x="51149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62565" y="51554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729413" y="5126831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event → multiple actions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(decoupled)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EventEmitter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Node.js's async foundation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4429125" cy="2981325"/>
          </a:xfrm>
          <a:custGeom>
            <a:avLst/>
            <a:gdLst/>
            <a:ahLst/>
            <a:cxnLst/>
            <a:rect l="l" t="t" r="r" b="b"/>
            <a:pathLst>
              <a:path w="4429125" h="2981325">
                <a:moveTo>
                  <a:pt x="114304" y="0"/>
                </a:moveTo>
                <a:lnTo>
                  <a:pt x="4314821" y="0"/>
                </a:lnTo>
                <a:cubicBezTo>
                  <a:pt x="4377949" y="0"/>
                  <a:pt x="4429125" y="51176"/>
                  <a:pt x="4429125" y="114304"/>
                </a:cubicBezTo>
                <a:lnTo>
                  <a:pt x="4429125" y="2867021"/>
                </a:lnTo>
                <a:cubicBezTo>
                  <a:pt x="4429125" y="2930149"/>
                  <a:pt x="4377949" y="2981325"/>
                  <a:pt x="4314821" y="2981325"/>
                </a:cubicBezTo>
                <a:lnTo>
                  <a:pt x="114304" y="2981325"/>
                </a:lnTo>
                <a:cubicBezTo>
                  <a:pt x="51176" y="2981325"/>
                  <a:pt x="0" y="2930149"/>
                  <a:pt x="0" y="28670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609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530" y="189012"/>
                </a:moveTo>
                <a:cubicBezTo>
                  <a:pt x="81037" y="189012"/>
                  <a:pt x="78507" y="188342"/>
                  <a:pt x="76312" y="187077"/>
                </a:cubicBezTo>
                <a:lnTo>
                  <a:pt x="53355" y="173496"/>
                </a:lnTo>
                <a:cubicBezTo>
                  <a:pt x="49932" y="171562"/>
                  <a:pt x="51606" y="170892"/>
                  <a:pt x="52722" y="170520"/>
                </a:cubicBezTo>
                <a:cubicBezTo>
                  <a:pt x="57299" y="168920"/>
                  <a:pt x="58229" y="168585"/>
                  <a:pt x="63103" y="165795"/>
                </a:cubicBezTo>
                <a:cubicBezTo>
                  <a:pt x="63624" y="165497"/>
                  <a:pt x="64294" y="165608"/>
                  <a:pt x="64815" y="165943"/>
                </a:cubicBezTo>
                <a:lnTo>
                  <a:pt x="82451" y="176399"/>
                </a:lnTo>
                <a:cubicBezTo>
                  <a:pt x="83083" y="176771"/>
                  <a:pt x="83976" y="176771"/>
                  <a:pt x="84572" y="176399"/>
                </a:cubicBezTo>
                <a:lnTo>
                  <a:pt x="153293" y="136736"/>
                </a:lnTo>
                <a:cubicBezTo>
                  <a:pt x="153925" y="136364"/>
                  <a:pt x="154335" y="135620"/>
                  <a:pt x="154335" y="134875"/>
                </a:cubicBezTo>
                <a:lnTo>
                  <a:pt x="154335" y="55550"/>
                </a:lnTo>
                <a:cubicBezTo>
                  <a:pt x="154335" y="54769"/>
                  <a:pt x="153925" y="54062"/>
                  <a:pt x="153256" y="53653"/>
                </a:cubicBezTo>
                <a:lnTo>
                  <a:pt x="84572" y="14027"/>
                </a:lnTo>
                <a:cubicBezTo>
                  <a:pt x="83939" y="13655"/>
                  <a:pt x="83083" y="13655"/>
                  <a:pt x="82451" y="14027"/>
                </a:cubicBezTo>
                <a:lnTo>
                  <a:pt x="13804" y="53690"/>
                </a:lnTo>
                <a:cubicBezTo>
                  <a:pt x="13134" y="54062"/>
                  <a:pt x="12725" y="54806"/>
                  <a:pt x="12725" y="55587"/>
                </a:cubicBezTo>
                <a:lnTo>
                  <a:pt x="12725" y="134875"/>
                </a:lnTo>
                <a:cubicBezTo>
                  <a:pt x="12725" y="135620"/>
                  <a:pt x="13134" y="136364"/>
                  <a:pt x="13804" y="136699"/>
                </a:cubicBezTo>
                <a:lnTo>
                  <a:pt x="32631" y="147563"/>
                </a:lnTo>
                <a:cubicBezTo>
                  <a:pt x="42863" y="152660"/>
                  <a:pt x="49113" y="146670"/>
                  <a:pt x="49113" y="140605"/>
                </a:cubicBezTo>
                <a:lnTo>
                  <a:pt x="49113" y="62322"/>
                </a:lnTo>
                <a:cubicBezTo>
                  <a:pt x="49113" y="61206"/>
                  <a:pt x="50006" y="60350"/>
                  <a:pt x="51122" y="60350"/>
                </a:cubicBezTo>
                <a:lnTo>
                  <a:pt x="59829" y="60350"/>
                </a:lnTo>
                <a:cubicBezTo>
                  <a:pt x="60908" y="60350"/>
                  <a:pt x="61838" y="61206"/>
                  <a:pt x="61838" y="62322"/>
                </a:cubicBezTo>
                <a:lnTo>
                  <a:pt x="61838" y="140643"/>
                </a:lnTo>
                <a:cubicBezTo>
                  <a:pt x="61838" y="154260"/>
                  <a:pt x="54397" y="162074"/>
                  <a:pt x="41486" y="162074"/>
                </a:cubicBezTo>
                <a:cubicBezTo>
                  <a:pt x="37505" y="162074"/>
                  <a:pt x="34379" y="162074"/>
                  <a:pt x="25673" y="157758"/>
                </a:cubicBezTo>
                <a:lnTo>
                  <a:pt x="7665" y="147377"/>
                </a:lnTo>
                <a:cubicBezTo>
                  <a:pt x="3200" y="144810"/>
                  <a:pt x="446" y="140010"/>
                  <a:pt x="446" y="134838"/>
                </a:cubicBezTo>
                <a:lnTo>
                  <a:pt x="446" y="55550"/>
                </a:lnTo>
                <a:cubicBezTo>
                  <a:pt x="446" y="50416"/>
                  <a:pt x="3200" y="45579"/>
                  <a:pt x="7665" y="43011"/>
                </a:cubicBezTo>
                <a:lnTo>
                  <a:pt x="76312" y="3349"/>
                </a:lnTo>
                <a:cubicBezTo>
                  <a:pt x="80665" y="893"/>
                  <a:pt x="86432" y="893"/>
                  <a:pt x="90748" y="3349"/>
                </a:cubicBezTo>
                <a:lnTo>
                  <a:pt x="159469" y="43049"/>
                </a:lnTo>
                <a:cubicBezTo>
                  <a:pt x="163934" y="45616"/>
                  <a:pt x="166688" y="50416"/>
                  <a:pt x="166688" y="55587"/>
                </a:cubicBezTo>
                <a:lnTo>
                  <a:pt x="166688" y="134875"/>
                </a:lnTo>
                <a:cubicBezTo>
                  <a:pt x="166688" y="140010"/>
                  <a:pt x="163934" y="144810"/>
                  <a:pt x="159469" y="147414"/>
                </a:cubicBezTo>
                <a:lnTo>
                  <a:pt x="90748" y="187077"/>
                </a:lnTo>
                <a:cubicBezTo>
                  <a:pt x="88553" y="188342"/>
                  <a:pt x="86060" y="189012"/>
                  <a:pt x="83530" y="189012"/>
                </a:cubicBezTo>
                <a:close/>
                <a:moveTo>
                  <a:pt x="139005" y="110840"/>
                </a:moveTo>
                <a:cubicBezTo>
                  <a:pt x="139005" y="95994"/>
                  <a:pt x="128960" y="92050"/>
                  <a:pt x="107863" y="89260"/>
                </a:cubicBezTo>
                <a:cubicBezTo>
                  <a:pt x="86506" y="86432"/>
                  <a:pt x="84348" y="84981"/>
                  <a:pt x="84348" y="79995"/>
                </a:cubicBezTo>
                <a:cubicBezTo>
                  <a:pt x="84348" y="75865"/>
                  <a:pt x="86171" y="70358"/>
                  <a:pt x="101984" y="70358"/>
                </a:cubicBezTo>
                <a:cubicBezTo>
                  <a:pt x="116086" y="70358"/>
                  <a:pt x="121295" y="73409"/>
                  <a:pt x="123453" y="82934"/>
                </a:cubicBezTo>
                <a:cubicBezTo>
                  <a:pt x="123639" y="83827"/>
                  <a:pt x="124458" y="84497"/>
                  <a:pt x="125388" y="84497"/>
                </a:cubicBezTo>
                <a:lnTo>
                  <a:pt x="134317" y="84497"/>
                </a:lnTo>
                <a:cubicBezTo>
                  <a:pt x="134875" y="84497"/>
                  <a:pt x="135396" y="84274"/>
                  <a:pt x="135768" y="83865"/>
                </a:cubicBezTo>
                <a:cubicBezTo>
                  <a:pt x="136141" y="83455"/>
                  <a:pt x="136327" y="82897"/>
                  <a:pt x="136289" y="82339"/>
                </a:cubicBezTo>
                <a:cubicBezTo>
                  <a:pt x="134913" y="65931"/>
                  <a:pt x="124011" y="58303"/>
                  <a:pt x="101984" y="58303"/>
                </a:cubicBezTo>
                <a:cubicBezTo>
                  <a:pt x="82376" y="58303"/>
                  <a:pt x="70693" y="66563"/>
                  <a:pt x="70693" y="80442"/>
                </a:cubicBezTo>
                <a:cubicBezTo>
                  <a:pt x="70693" y="95473"/>
                  <a:pt x="82339" y="99640"/>
                  <a:pt x="101129" y="101501"/>
                </a:cubicBezTo>
                <a:cubicBezTo>
                  <a:pt x="123639" y="103696"/>
                  <a:pt x="125388" y="107007"/>
                  <a:pt x="125388" y="111435"/>
                </a:cubicBezTo>
                <a:cubicBezTo>
                  <a:pt x="125388" y="119100"/>
                  <a:pt x="119211" y="122374"/>
                  <a:pt x="104738" y="122374"/>
                </a:cubicBezTo>
                <a:cubicBezTo>
                  <a:pt x="86544" y="122374"/>
                  <a:pt x="82562" y="117797"/>
                  <a:pt x="81223" y="108756"/>
                </a:cubicBezTo>
                <a:cubicBezTo>
                  <a:pt x="81074" y="107789"/>
                  <a:pt x="80256" y="107082"/>
                  <a:pt x="79251" y="107082"/>
                </a:cubicBezTo>
                <a:lnTo>
                  <a:pt x="70358" y="107082"/>
                </a:lnTo>
                <a:cubicBezTo>
                  <a:pt x="69242" y="107082"/>
                  <a:pt x="68387" y="107975"/>
                  <a:pt x="68387" y="109054"/>
                </a:cubicBezTo>
                <a:cubicBezTo>
                  <a:pt x="68387" y="120625"/>
                  <a:pt x="74675" y="134429"/>
                  <a:pt x="104775" y="134429"/>
                </a:cubicBezTo>
                <a:cubicBezTo>
                  <a:pt x="126504" y="134392"/>
                  <a:pt x="139005" y="125797"/>
                  <a:pt x="139005" y="11084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is Built 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1990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" y="2238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1190625" y="2105025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Single-threaded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0625" y="2333625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execution thread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2752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2886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9625" y="3000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90625" y="286702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0625" y="309562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I/O operations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514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5325" y="3648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9150" y="3762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190625" y="362902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0625" y="38576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Reacts to events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4519613"/>
            <a:ext cx="4429125" cy="1952625"/>
          </a:xfrm>
          <a:custGeom>
            <a:avLst/>
            <a:gdLst/>
            <a:ahLst/>
            <a:cxnLst/>
            <a:rect l="l" t="t" r="r" b="b"/>
            <a:pathLst>
              <a:path w="4429125" h="1952625">
                <a:moveTo>
                  <a:pt x="114307" y="0"/>
                </a:moveTo>
                <a:lnTo>
                  <a:pt x="4314818" y="0"/>
                </a:lnTo>
                <a:cubicBezTo>
                  <a:pt x="4377948" y="0"/>
                  <a:pt x="4429125" y="51177"/>
                  <a:pt x="4429125" y="114307"/>
                </a:cubicBezTo>
                <a:lnTo>
                  <a:pt x="4429125" y="1838318"/>
                </a:lnTo>
                <a:cubicBezTo>
                  <a:pt x="4429125" y="1901448"/>
                  <a:pt x="4377948" y="1952625"/>
                  <a:pt x="4314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" y="5114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933227" y="5076825"/>
            <a:ext cx="3771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227" y="5419725"/>
            <a:ext cx="3762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Understanding EventEmitter =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Node's async model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49143" y="1376363"/>
            <a:ext cx="6753225" cy="5095875"/>
          </a:xfrm>
          <a:custGeom>
            <a:avLst/>
            <a:gdLst/>
            <a:ahLst/>
            <a:cxnLst/>
            <a:rect l="l" t="t" r="r" b="b"/>
            <a:pathLst>
              <a:path w="6753225" h="5095875">
                <a:moveTo>
                  <a:pt x="114300" y="0"/>
                </a:moveTo>
                <a:lnTo>
                  <a:pt x="6638925" y="0"/>
                </a:lnTo>
                <a:cubicBezTo>
                  <a:pt x="6702051" y="0"/>
                  <a:pt x="6753225" y="51174"/>
                  <a:pt x="6753225" y="114300"/>
                </a:cubicBezTo>
                <a:lnTo>
                  <a:pt x="6753225" y="4981575"/>
                </a:lnTo>
                <a:cubicBezTo>
                  <a:pt x="6753225" y="5044701"/>
                  <a:pt x="6702051" y="5095875"/>
                  <a:pt x="6638925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821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2530" y="1571625"/>
            <a:ext cx="621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 Powers Core APIs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49168" y="1995487"/>
            <a:ext cx="6353175" cy="1228725"/>
          </a:xfrm>
          <a:custGeom>
            <a:avLst/>
            <a:gdLst/>
            <a:ahLst/>
            <a:cxnLst/>
            <a:rect l="l" t="t" r="r" b="b"/>
            <a:pathLst>
              <a:path w="6353175" h="1228725">
                <a:moveTo>
                  <a:pt x="76206" y="0"/>
                </a:moveTo>
                <a:lnTo>
                  <a:pt x="6276969" y="0"/>
                </a:lnTo>
                <a:cubicBezTo>
                  <a:pt x="6319057" y="0"/>
                  <a:pt x="6353175" y="34118"/>
                  <a:pt x="6353175" y="76206"/>
                </a:cubicBezTo>
                <a:lnTo>
                  <a:pt x="6353175" y="1152519"/>
                </a:lnTo>
                <a:cubicBezTo>
                  <a:pt x="6353175" y="1194607"/>
                  <a:pt x="6319057" y="1228725"/>
                  <a:pt x="62769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0143" y="2181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32147"/>
                </a:moveTo>
                <a:cubicBezTo>
                  <a:pt x="0" y="26220"/>
                  <a:pt x="4789" y="21431"/>
                  <a:pt x="10716" y="21431"/>
                </a:cubicBezTo>
                <a:lnTo>
                  <a:pt x="139303" y="21431"/>
                </a:lnTo>
                <a:cubicBezTo>
                  <a:pt x="145230" y="21431"/>
                  <a:pt x="150019" y="26220"/>
                  <a:pt x="150019" y="32147"/>
                </a:cubicBezTo>
                <a:cubicBezTo>
                  <a:pt x="150019" y="38074"/>
                  <a:pt x="145230" y="42863"/>
                  <a:pt x="139303" y="42863"/>
                </a:cubicBezTo>
                <a:lnTo>
                  <a:pt x="10716" y="42863"/>
                </a:lnTo>
                <a:cubicBezTo>
                  <a:pt x="4789" y="42863"/>
                  <a:pt x="0" y="38074"/>
                  <a:pt x="0" y="32147"/>
                </a:cubicBezTo>
                <a:close/>
                <a:moveTo>
                  <a:pt x="21431" y="85725"/>
                </a:moveTo>
                <a:cubicBezTo>
                  <a:pt x="21431" y="79798"/>
                  <a:pt x="26220" y="75009"/>
                  <a:pt x="32147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32147" y="96441"/>
                </a:lnTo>
                <a:cubicBezTo>
                  <a:pt x="26220" y="96441"/>
                  <a:pt x="21431" y="91652"/>
                  <a:pt x="21431" y="85725"/>
                </a:cubicBezTo>
                <a:close/>
                <a:moveTo>
                  <a:pt x="150019" y="139303"/>
                </a:moveTo>
                <a:cubicBezTo>
                  <a:pt x="150019" y="145230"/>
                  <a:pt x="145230" y="150019"/>
                  <a:pt x="139303" y="150019"/>
                </a:cubicBezTo>
                <a:lnTo>
                  <a:pt x="10716" y="150019"/>
                </a:lnTo>
                <a:cubicBezTo>
                  <a:pt x="4789" y="150019"/>
                  <a:pt x="0" y="145230"/>
                  <a:pt x="0" y="139303"/>
                </a:cubicBezTo>
                <a:cubicBezTo>
                  <a:pt x="0" y="133376"/>
                  <a:pt x="4789" y="128588"/>
                  <a:pt x="10716" y="128588"/>
                </a:cubicBezTo>
                <a:lnTo>
                  <a:pt x="139303" y="128588"/>
                </a:lnTo>
                <a:cubicBezTo>
                  <a:pt x="145230" y="128588"/>
                  <a:pt x="150019" y="133376"/>
                  <a:pt x="150019" y="13930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734943" y="215265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72452" y="215265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114300" y="0"/>
                </a:moveTo>
                <a:lnTo>
                  <a:pt x="762000" y="0"/>
                </a:lnTo>
                <a:cubicBezTo>
                  <a:pt x="825084" y="0"/>
                  <a:pt x="876300" y="51216"/>
                  <a:pt x="876300" y="114300"/>
                </a:cubicBezTo>
                <a:lnTo>
                  <a:pt x="876300" y="114300"/>
                </a:lnTo>
                <a:cubicBezTo>
                  <a:pt x="876300" y="177384"/>
                  <a:pt x="825084" y="228600"/>
                  <a:pt x="7620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572452" y="2152650"/>
            <a:ext cx="9334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06330" y="2457450"/>
            <a:ext cx="6038850" cy="609600"/>
          </a:xfrm>
          <a:custGeom>
            <a:avLst/>
            <a:gdLst/>
            <a:ahLst/>
            <a:cxnLst/>
            <a:rect l="l" t="t" r="r" b="b"/>
            <a:pathLst>
              <a:path w="6038850" h="609600">
                <a:moveTo>
                  <a:pt x="76200" y="0"/>
                </a:moveTo>
                <a:lnTo>
                  <a:pt x="5962650" y="0"/>
                </a:lnTo>
                <a:cubicBezTo>
                  <a:pt x="6004706" y="0"/>
                  <a:pt x="6038850" y="34144"/>
                  <a:pt x="6038850" y="76200"/>
                </a:cubicBezTo>
                <a:lnTo>
                  <a:pt x="6038850" y="533400"/>
                </a:lnTo>
                <a:cubicBezTo>
                  <a:pt x="6038850" y="575456"/>
                  <a:pt x="6004706" y="609600"/>
                  <a:pt x="59626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36" name="Text 34"/>
          <p:cNvSpPr/>
          <p:nvPr/>
        </p:nvSpPr>
        <p:spPr>
          <a:xfrm>
            <a:off x="5520630" y="257175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callback)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20630" y="276225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'end'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callback)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49168" y="3348038"/>
            <a:ext cx="6353175" cy="1038225"/>
          </a:xfrm>
          <a:custGeom>
            <a:avLst/>
            <a:gdLst/>
            <a:ahLst/>
            <a:cxnLst/>
            <a:rect l="l" t="t" r="r" b="b"/>
            <a:pathLst>
              <a:path w="6353175" h="1038225">
                <a:moveTo>
                  <a:pt x="76195" y="0"/>
                </a:moveTo>
                <a:lnTo>
                  <a:pt x="6276980" y="0"/>
                </a:lnTo>
                <a:cubicBezTo>
                  <a:pt x="6319061" y="0"/>
                  <a:pt x="6353175" y="34114"/>
                  <a:pt x="6353175" y="76195"/>
                </a:cubicBezTo>
                <a:lnTo>
                  <a:pt x="6353175" y="962030"/>
                </a:lnTo>
                <a:cubicBezTo>
                  <a:pt x="6353175" y="1004111"/>
                  <a:pt x="6319061" y="1038225"/>
                  <a:pt x="6276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859" y="3533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5734943" y="35052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Servers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572452" y="350520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114300" y="0"/>
                </a:moveTo>
                <a:lnTo>
                  <a:pt x="762000" y="0"/>
                </a:lnTo>
                <a:cubicBezTo>
                  <a:pt x="825084" y="0"/>
                  <a:pt x="876300" y="51216"/>
                  <a:pt x="876300" y="114300"/>
                </a:cubicBezTo>
                <a:lnTo>
                  <a:pt x="876300" y="114300"/>
                </a:lnTo>
                <a:cubicBezTo>
                  <a:pt x="876300" y="177384"/>
                  <a:pt x="825084" y="228600"/>
                  <a:pt x="7620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572452" y="3505200"/>
            <a:ext cx="9334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06330" y="3810000"/>
            <a:ext cx="6038850" cy="419100"/>
          </a:xfrm>
          <a:custGeom>
            <a:avLst/>
            <a:gdLst/>
            <a:ahLst/>
            <a:cxnLst/>
            <a:rect l="l" t="t" r="r" b="b"/>
            <a:pathLst>
              <a:path w="6038850" h="419100">
                <a:moveTo>
                  <a:pt x="76201" y="0"/>
                </a:moveTo>
                <a:lnTo>
                  <a:pt x="5962649" y="0"/>
                </a:lnTo>
                <a:cubicBezTo>
                  <a:pt x="6004734" y="0"/>
                  <a:pt x="6038850" y="34116"/>
                  <a:pt x="6038850" y="76201"/>
                </a:cubicBezTo>
                <a:lnTo>
                  <a:pt x="6038850" y="342899"/>
                </a:lnTo>
                <a:cubicBezTo>
                  <a:pt x="6038850" y="384984"/>
                  <a:pt x="6004734" y="419100"/>
                  <a:pt x="59626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44" name="Text 42"/>
          <p:cNvSpPr/>
          <p:nvPr/>
        </p:nvSpPr>
        <p:spPr>
          <a:xfrm>
            <a:off x="5520630" y="392430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'request'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handler)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49168" y="4510088"/>
            <a:ext cx="3114675" cy="809625"/>
          </a:xfrm>
          <a:custGeom>
            <a:avLst/>
            <a:gdLst/>
            <a:ahLst/>
            <a:cxnLst/>
            <a:rect l="l" t="t" r="r" b="b"/>
            <a:pathLst>
              <a:path w="3114675" h="809625">
                <a:moveTo>
                  <a:pt x="76202" y="0"/>
                </a:moveTo>
                <a:lnTo>
                  <a:pt x="3038473" y="0"/>
                </a:lnTo>
                <a:cubicBezTo>
                  <a:pt x="3080558" y="0"/>
                  <a:pt x="3114675" y="34117"/>
                  <a:pt x="3114675" y="76202"/>
                </a:cubicBezTo>
                <a:lnTo>
                  <a:pt x="3114675" y="733423"/>
                </a:lnTo>
                <a:cubicBezTo>
                  <a:pt x="3114675" y="775508"/>
                  <a:pt x="3080558" y="809625"/>
                  <a:pt x="3038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9427" y="4695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5734943" y="466725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System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06330" y="497205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fs.watch(), fs.createReadStream()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89603" y="4510088"/>
            <a:ext cx="3114675" cy="809625"/>
          </a:xfrm>
          <a:custGeom>
            <a:avLst/>
            <a:gdLst/>
            <a:ahLst/>
            <a:cxnLst/>
            <a:rect l="l" t="t" r="r" b="b"/>
            <a:pathLst>
              <a:path w="3114675" h="809625">
                <a:moveTo>
                  <a:pt x="76202" y="0"/>
                </a:moveTo>
                <a:lnTo>
                  <a:pt x="3038473" y="0"/>
                </a:lnTo>
                <a:cubicBezTo>
                  <a:pt x="3080558" y="0"/>
                  <a:pt x="3114675" y="34117"/>
                  <a:pt x="3114675" y="76202"/>
                </a:cubicBezTo>
                <a:lnTo>
                  <a:pt x="3114675" y="733423"/>
                </a:lnTo>
                <a:cubicBezTo>
                  <a:pt x="3114675" y="775508"/>
                  <a:pt x="3080558" y="809625"/>
                  <a:pt x="3038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70578" y="4695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148" y="39715"/>
                </a:moveTo>
                <a:cubicBezTo>
                  <a:pt x="-1038" y="35529"/>
                  <a:pt x="-1038" y="28731"/>
                  <a:pt x="3148" y="24545"/>
                </a:cubicBezTo>
                <a:cubicBezTo>
                  <a:pt x="7334" y="20360"/>
                  <a:pt x="14131" y="20360"/>
                  <a:pt x="18317" y="24545"/>
                </a:cubicBezTo>
                <a:lnTo>
                  <a:pt x="71895" y="78124"/>
                </a:lnTo>
                <a:cubicBezTo>
                  <a:pt x="76081" y="82309"/>
                  <a:pt x="76081" y="89107"/>
                  <a:pt x="71895" y="93293"/>
                </a:cubicBezTo>
                <a:lnTo>
                  <a:pt x="18317" y="146871"/>
                </a:lnTo>
                <a:cubicBezTo>
                  <a:pt x="14131" y="151057"/>
                  <a:pt x="7334" y="151057"/>
                  <a:pt x="3148" y="146871"/>
                </a:cubicBezTo>
                <a:cubicBezTo>
                  <a:pt x="-1038" y="142685"/>
                  <a:pt x="-1038" y="135888"/>
                  <a:pt x="3148" y="131702"/>
                </a:cubicBezTo>
                <a:lnTo>
                  <a:pt x="49124" y="85725"/>
                </a:lnTo>
                <a:lnTo>
                  <a:pt x="3148" y="39715"/>
                </a:ln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1" name="Text 49"/>
          <p:cNvSpPr/>
          <p:nvPr/>
        </p:nvSpPr>
        <p:spPr>
          <a:xfrm>
            <a:off x="8975378" y="466725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46765" y="497205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process.on('SIGINT')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Example &amp; Core Methods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EventEmitter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5591175" cy="4429125"/>
          </a:xfrm>
          <a:custGeom>
            <a:avLst/>
            <a:gdLst/>
            <a:ahLst/>
            <a:cxnLst/>
            <a:rect l="l" t="t" r="r" b="b"/>
            <a:pathLst>
              <a:path w="5591175" h="44291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14809"/>
                </a:lnTo>
                <a:cubicBezTo>
                  <a:pt x="5591175" y="4377944"/>
                  <a:pt x="5539994" y="4429125"/>
                  <a:pt x="5476859" y="4429125"/>
                </a:cubicBezTo>
                <a:lnTo>
                  <a:pt x="114316" y="4429125"/>
                </a:lnTo>
                <a:cubicBezTo>
                  <a:pt x="51181" y="4429125"/>
                  <a:pt x="0" y="4377944"/>
                  <a:pt x="0" y="43148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931" y="16097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95487"/>
            <a:ext cx="5191125" cy="1685925"/>
          </a:xfrm>
          <a:custGeom>
            <a:avLst/>
            <a:gdLst/>
            <a:ahLst/>
            <a:cxnLst/>
            <a:rect l="l" t="t" r="r" b="b"/>
            <a:pathLst>
              <a:path w="5191125" h="1685925">
                <a:moveTo>
                  <a:pt x="76204" y="0"/>
                </a:moveTo>
                <a:lnTo>
                  <a:pt x="5114921" y="0"/>
                </a:lnTo>
                <a:cubicBezTo>
                  <a:pt x="5157007" y="0"/>
                  <a:pt x="5191125" y="34118"/>
                  <a:pt x="5191125" y="76204"/>
                </a:cubicBezTo>
                <a:lnTo>
                  <a:pt x="5191125" y="1609721"/>
                </a:lnTo>
                <a:cubicBezTo>
                  <a:pt x="5191125" y="1651807"/>
                  <a:pt x="5157007" y="1685925"/>
                  <a:pt x="511492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526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EventEmitter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3431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EventEmitter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6479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'greet'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(name) =&gt;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350" y="2838450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`Hello ${name}`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950" y="30289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2950" y="33337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'greet'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'Shawon'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3843338"/>
            <a:ext cx="5191125" cy="771525"/>
          </a:xfrm>
          <a:custGeom>
            <a:avLst/>
            <a:gdLst/>
            <a:ahLst/>
            <a:cxnLst/>
            <a:rect l="l" t="t" r="r" b="b"/>
            <a:pathLst>
              <a:path w="5191125" h="771525">
                <a:moveTo>
                  <a:pt x="76204" y="0"/>
                </a:moveTo>
                <a:lnTo>
                  <a:pt x="5114921" y="0"/>
                </a:lnTo>
                <a:cubicBezTo>
                  <a:pt x="5157008" y="0"/>
                  <a:pt x="5191125" y="34117"/>
                  <a:pt x="5191125" y="76204"/>
                </a:cubicBezTo>
                <a:lnTo>
                  <a:pt x="5191125" y="695321"/>
                </a:lnTo>
                <a:cubicBezTo>
                  <a:pt x="5191125" y="737408"/>
                  <a:pt x="5157008" y="771525"/>
                  <a:pt x="51149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" y="40005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2950" y="42291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Hello Shawon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967413"/>
            <a:ext cx="5591175" cy="771525"/>
          </a:xfrm>
          <a:custGeom>
            <a:avLst/>
            <a:gdLst/>
            <a:ahLst/>
            <a:cxnLst/>
            <a:rect l="l" t="t" r="r" b="b"/>
            <a:pathLst>
              <a:path w="5591175" h="771525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657224"/>
                </a:lnTo>
                <a:cubicBezTo>
                  <a:pt x="5591175" y="720351"/>
                  <a:pt x="5540001" y="771525"/>
                  <a:pt x="5476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788" y="62579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84188" y="612457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must-know: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These 5 methods are essential for any Node.js interview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5063" y="1376363"/>
            <a:ext cx="5591175" cy="5362575"/>
          </a:xfrm>
          <a:custGeom>
            <a:avLst/>
            <a:gdLst/>
            <a:ahLst/>
            <a:cxnLst/>
            <a:rect l="l" t="t" r="r" b="b"/>
            <a:pathLst>
              <a:path w="5591175" h="5362575">
                <a:moveTo>
                  <a:pt x="114276" y="0"/>
                </a:moveTo>
                <a:lnTo>
                  <a:pt x="5476899" y="0"/>
                </a:lnTo>
                <a:cubicBezTo>
                  <a:pt x="5540012" y="0"/>
                  <a:pt x="5591175" y="51163"/>
                  <a:pt x="5591175" y="114276"/>
                </a:cubicBezTo>
                <a:lnTo>
                  <a:pt x="5591175" y="5248299"/>
                </a:lnTo>
                <a:cubicBezTo>
                  <a:pt x="5591175" y="5311412"/>
                  <a:pt x="5540012" y="5362575"/>
                  <a:pt x="5476899" y="5362575"/>
                </a:cubicBezTo>
                <a:lnTo>
                  <a:pt x="114276" y="5362575"/>
                </a:lnTo>
                <a:cubicBezTo>
                  <a:pt x="51163" y="5362575"/>
                  <a:pt x="0" y="5311412"/>
                  <a:pt x="0" y="5248299"/>
                </a:cubicBezTo>
                <a:lnTo>
                  <a:pt x="0" y="114276"/>
                </a:lnTo>
                <a:cubicBezTo>
                  <a:pt x="0" y="51163"/>
                  <a:pt x="51163" y="0"/>
                  <a:pt x="11427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41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6484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Methods Overview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5088" y="1995487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2250" y="215265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.on(event, fn)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088588" y="2152650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088588" y="2152650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250" y="24574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a listener for the specified event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5088" y="292893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2250" y="30861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.emit(event, ...args)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29045" y="3086100"/>
            <a:ext cx="523875" cy="228600"/>
          </a:xfrm>
          <a:custGeom>
            <a:avLst/>
            <a:gdLst/>
            <a:ahLst/>
            <a:cxnLst/>
            <a:rect l="l" t="t" r="r" b="b"/>
            <a:pathLst>
              <a:path w="523875" h="228600">
                <a:moveTo>
                  <a:pt x="38101" y="0"/>
                </a:moveTo>
                <a:lnTo>
                  <a:pt x="485774" y="0"/>
                </a:lnTo>
                <a:cubicBezTo>
                  <a:pt x="506817" y="0"/>
                  <a:pt x="523875" y="17058"/>
                  <a:pt x="523875" y="38101"/>
                </a:cubicBezTo>
                <a:lnTo>
                  <a:pt x="523875" y="190499"/>
                </a:lnTo>
                <a:cubicBezTo>
                  <a:pt x="523875" y="211542"/>
                  <a:pt x="506817" y="228600"/>
                  <a:pt x="485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29045" y="3086100"/>
            <a:ext cx="5810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72250" y="33909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 the event with optional arguments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5088" y="3862387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2250" y="40195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.once(event, fn)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028908" y="401955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028908" y="4019550"/>
            <a:ext cx="476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72250" y="43243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listener that runs only one 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5088" y="479583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2250" y="49530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.off(event, fn)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85363" y="49530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885363" y="49530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2250" y="52578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a specific listener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5088" y="572928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2250" y="58864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.removeAllListeners()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31587" y="588645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031587" y="5886450"/>
            <a:ext cx="476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72250" y="61912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all listeners from the emitter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Methods Deep Dive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on(), emit(), and once()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2730" y="159067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.on()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8225" y="15525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Registers Listeners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1995487"/>
            <a:ext cx="3371850" cy="428625"/>
          </a:xfrm>
          <a:custGeom>
            <a:avLst/>
            <a:gdLst/>
            <a:ahLst/>
            <a:cxnLst/>
            <a:rect l="l" t="t" r="r" b="b"/>
            <a:pathLst>
              <a:path w="3371850" h="4286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352424"/>
                </a:lnTo>
                <a:cubicBezTo>
                  <a:pt x="3371850" y="394509"/>
                  <a:pt x="3337734" y="428625"/>
                  <a:pt x="3295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callback);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4356" y="2581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54317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Can add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listeners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356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809875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Executed in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order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4995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2925" y="5114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5381625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2925" y="5381625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6458" y="5381625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86458" y="5381625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63279" y="53816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063279" y="5381625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13188" y="15906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.emit()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8975" y="15525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Triggers Events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8438" y="1995487"/>
            <a:ext cx="3371850" cy="428625"/>
          </a:xfrm>
          <a:custGeom>
            <a:avLst/>
            <a:gdLst/>
            <a:ahLst/>
            <a:cxnLst/>
            <a:rect l="l" t="t" r="r" b="b"/>
            <a:pathLst>
              <a:path w="3371850" h="4286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352424"/>
                </a:lnTo>
                <a:cubicBezTo>
                  <a:pt x="3371850" y="394509"/>
                  <a:pt x="3337734" y="428625"/>
                  <a:pt x="3295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7500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107" y="2581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622750" y="254317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Pass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arguments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107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622750" y="280987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Calls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listeners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5033963"/>
            <a:ext cx="3381375" cy="576263"/>
          </a:xfrm>
          <a:custGeom>
            <a:avLst/>
            <a:gdLst/>
            <a:ahLst/>
            <a:cxnLst/>
            <a:rect l="l" t="t" r="r" b="b"/>
            <a:pathLst>
              <a:path w="3381375" h="576263">
                <a:moveTo>
                  <a:pt x="9525" y="0"/>
                </a:moveTo>
                <a:lnTo>
                  <a:pt x="3371850" y="0"/>
                </a:lnTo>
                <a:cubicBezTo>
                  <a:pt x="3377107" y="0"/>
                  <a:pt x="3381375" y="4268"/>
                  <a:pt x="3381375" y="9525"/>
                </a:cubicBezTo>
                <a:lnTo>
                  <a:pt x="3381375" y="500063"/>
                </a:lnTo>
                <a:cubicBezTo>
                  <a:pt x="3381375" y="542147"/>
                  <a:pt x="3347259" y="576263"/>
                  <a:pt x="3305176" y="576263"/>
                </a:cubicBezTo>
                <a:lnTo>
                  <a:pt x="76199" y="576263"/>
                </a:lnTo>
                <a:cubicBezTo>
                  <a:pt x="34116" y="576263"/>
                  <a:pt x="0" y="542147"/>
                  <a:pt x="0" y="500063"/>
                </a:cubicBezTo>
                <a:lnTo>
                  <a:pt x="0" y="9525"/>
                </a:lnTo>
                <a:cubicBezTo>
                  <a:pt x="0" y="4268"/>
                  <a:pt x="4268" y="0"/>
                  <a:pt x="952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4403675" y="50339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9525" y="0"/>
                </a:moveTo>
                <a:lnTo>
                  <a:pt x="3371850" y="0"/>
                </a:lnTo>
                <a:cubicBezTo>
                  <a:pt x="3377107" y="0"/>
                  <a:pt x="3381375" y="4268"/>
                  <a:pt x="3381375" y="9525"/>
                </a:cubicBezTo>
                <a:lnTo>
                  <a:pt x="3381375" y="9525"/>
                </a:lnTo>
                <a:lnTo>
                  <a:pt x="0" y="9525"/>
                </a:lnTo>
                <a:lnTo>
                  <a:pt x="0" y="9525"/>
                </a:lnTo>
                <a:cubicBezTo>
                  <a:pt x="0" y="4268"/>
                  <a:pt x="4268" y="0"/>
                  <a:pt x="9525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37025" y="5191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4760863" y="515302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60863" y="5343525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emit is </a:t>
            </a:r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synchronous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7338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4500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174013" y="15906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.once()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59800" y="155257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Once Only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9263" y="1995487"/>
            <a:ext cx="3371850" cy="809625"/>
          </a:xfrm>
          <a:custGeom>
            <a:avLst/>
            <a:gdLst/>
            <a:ahLst/>
            <a:cxnLst/>
            <a:rect l="l" t="t" r="r" b="b"/>
            <a:pathLst>
              <a:path w="3371850" h="809625">
                <a:moveTo>
                  <a:pt x="76202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733423"/>
                </a:lnTo>
                <a:cubicBezTo>
                  <a:pt x="3371850" y="775508"/>
                  <a:pt x="3337733" y="809625"/>
                  <a:pt x="32956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88325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'login'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4525" y="2305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'First login'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8325" y="2495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5931" y="2962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7" name="Text 45"/>
          <p:cNvSpPr/>
          <p:nvPr/>
        </p:nvSpPr>
        <p:spPr>
          <a:xfrm>
            <a:off x="8483575" y="29241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Auto-removed after execution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4500" y="4995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64500" y="5114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500" y="5381625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4500" y="5381625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95036" y="5381625"/>
            <a:ext cx="933450" cy="228600"/>
          </a:xfrm>
          <a:custGeom>
            <a:avLst/>
            <a:gdLst/>
            <a:ahLst/>
            <a:cxnLst/>
            <a:rect l="l" t="t" r="r" b="b"/>
            <a:pathLst>
              <a:path w="933450" h="2286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190499"/>
                </a:lnTo>
                <a:cubicBezTo>
                  <a:pt x="933450" y="211542"/>
                  <a:pt x="916392" y="228600"/>
                  <a:pt x="895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095036" y="5381625"/>
            <a:ext cx="990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setup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08034" y="5381625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108034" y="5381625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1500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8" name="Text 56"/>
          <p:cNvSpPr/>
          <p:nvPr/>
        </p:nvSpPr>
        <p:spPr>
          <a:xfrm>
            <a:off x="981075" y="6086475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Master these three methods and you understand 80% of EventEmitter usage in production code.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Management &amp; Execution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Preventing memory leaks and understanding execution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4200525"/>
          </a:xfrm>
          <a:custGeom>
            <a:avLst/>
            <a:gdLst/>
            <a:ahLst/>
            <a:cxnLst/>
            <a:rect l="l" t="t" r="r" b="b"/>
            <a:pathLst>
              <a:path w="5610225" h="4200525">
                <a:moveTo>
                  <a:pt x="114296" y="0"/>
                </a:moveTo>
                <a:lnTo>
                  <a:pt x="5495929" y="0"/>
                </a:lnTo>
                <a:cubicBezTo>
                  <a:pt x="5559011" y="0"/>
                  <a:pt x="5610225" y="51214"/>
                  <a:pt x="5610225" y="114296"/>
                </a:cubicBezTo>
                <a:lnTo>
                  <a:pt x="5610225" y="4086229"/>
                </a:lnTo>
                <a:cubicBezTo>
                  <a:pt x="5610225" y="4149311"/>
                  <a:pt x="5559011" y="4200525"/>
                  <a:pt x="549592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0862" y="2195"/>
                </a:moveTo>
                <a:cubicBezTo>
                  <a:pt x="52499" y="-2679"/>
                  <a:pt x="57038" y="-5953"/>
                  <a:pt x="62173" y="-5953"/>
                </a:cubicBezTo>
                <a:lnTo>
                  <a:pt x="104552" y="-5953"/>
                </a:lnTo>
                <a:cubicBezTo>
                  <a:pt x="109686" y="-5953"/>
                  <a:pt x="114226" y="-2679"/>
                  <a:pt x="115863" y="2195"/>
                </a:cubicBezTo>
                <a:lnTo>
                  <a:pt x="119063" y="11906"/>
                </a:ln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lnTo>
                  <a:pt x="50862" y="2195"/>
                </a:lnTo>
                <a:close/>
                <a:moveTo>
                  <a:pt x="11906" y="53578"/>
                </a:moveTo>
                <a:lnTo>
                  <a:pt x="154781" y="53578"/>
                </a:lnTo>
                <a:lnTo>
                  <a:pt x="154781" y="166688"/>
                </a:lnTo>
                <a:cubicBezTo>
                  <a:pt x="154781" y="179822"/>
                  <a:pt x="144103" y="190500"/>
                  <a:pt x="130969" y="190500"/>
                </a:cubicBezTo>
                <a:lnTo>
                  <a:pt x="35719" y="190500"/>
                </a:lnTo>
                <a:cubicBezTo>
                  <a:pt x="22585" y="190500"/>
                  <a:pt x="11906" y="179822"/>
                  <a:pt x="11906" y="166688"/>
                </a:cubicBezTo>
                <a:lnTo>
                  <a:pt x="11906" y="53578"/>
                </a:lnTo>
                <a:close/>
                <a:moveTo>
                  <a:pt x="44648" y="77391"/>
                </a:moveTo>
                <a:cubicBezTo>
                  <a:pt x="39700" y="77391"/>
                  <a:pt x="35719" y="81372"/>
                  <a:pt x="35719" y="86320"/>
                </a:cubicBezTo>
                <a:lnTo>
                  <a:pt x="35719" y="157758"/>
                </a:lnTo>
                <a:cubicBezTo>
                  <a:pt x="35719" y="162706"/>
                  <a:pt x="39700" y="166688"/>
                  <a:pt x="44648" y="166688"/>
                </a:cubicBezTo>
                <a:cubicBezTo>
                  <a:pt x="49597" y="166688"/>
                  <a:pt x="53578" y="162706"/>
                  <a:pt x="53578" y="157758"/>
                </a:cubicBezTo>
                <a:lnTo>
                  <a:pt x="53578" y="86320"/>
                </a:lnTo>
                <a:cubicBezTo>
                  <a:pt x="53578" y="81372"/>
                  <a:pt x="49597" y="77391"/>
                  <a:pt x="44648" y="77391"/>
                </a:cubicBezTo>
                <a:close/>
                <a:moveTo>
                  <a:pt x="83344" y="77391"/>
                </a:moveTo>
                <a:cubicBezTo>
                  <a:pt x="78395" y="77391"/>
                  <a:pt x="74414" y="81372"/>
                  <a:pt x="74414" y="86320"/>
                </a:cubicBezTo>
                <a:lnTo>
                  <a:pt x="74414" y="157758"/>
                </a:lnTo>
                <a:cubicBezTo>
                  <a:pt x="74414" y="162706"/>
                  <a:pt x="78395" y="166688"/>
                  <a:pt x="83344" y="166688"/>
                </a:cubicBezTo>
                <a:cubicBezTo>
                  <a:pt x="88292" y="166688"/>
                  <a:pt x="92273" y="162706"/>
                  <a:pt x="92273" y="157758"/>
                </a:cubicBezTo>
                <a:lnTo>
                  <a:pt x="92273" y="86320"/>
                </a:lnTo>
                <a:cubicBezTo>
                  <a:pt x="92273" y="81372"/>
                  <a:pt x="88292" y="77391"/>
                  <a:pt x="83344" y="77391"/>
                </a:cubicBezTo>
                <a:close/>
                <a:moveTo>
                  <a:pt x="122039" y="77391"/>
                </a:moveTo>
                <a:cubicBezTo>
                  <a:pt x="117091" y="77391"/>
                  <a:pt x="113109" y="81372"/>
                  <a:pt x="113109" y="86320"/>
                </a:cubicBezTo>
                <a:lnTo>
                  <a:pt x="113109" y="157758"/>
                </a:lnTo>
                <a:cubicBezTo>
                  <a:pt x="113109" y="162706"/>
                  <a:pt x="117091" y="166688"/>
                  <a:pt x="122039" y="166688"/>
                </a:cubicBezTo>
                <a:cubicBezTo>
                  <a:pt x="126988" y="166688"/>
                  <a:pt x="130969" y="162706"/>
                  <a:pt x="130969" y="157758"/>
                </a:cubicBezTo>
                <a:lnTo>
                  <a:pt x="130969" y="86320"/>
                </a:lnTo>
                <a:cubicBezTo>
                  <a:pt x="130969" y="81372"/>
                  <a:pt x="126988" y="77391"/>
                  <a:pt x="122039" y="7739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Removing Listeners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2090738"/>
            <a:ext cx="20737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Method 1: Using .off()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850" y="23431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handler);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277653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850" y="2909888"/>
            <a:ext cx="29569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Method 2: Using .removeListener()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850" y="31623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removeListener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handler);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667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" y="3629025"/>
            <a:ext cx="13662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memory leaks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" y="3895725"/>
            <a:ext cx="13344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700713"/>
            <a:ext cx="5610225" cy="771525"/>
          </a:xfrm>
          <a:custGeom>
            <a:avLst/>
            <a:gdLst/>
            <a:ahLst/>
            <a:cxnLst/>
            <a:rect l="l" t="t" r="r" b="b"/>
            <a:pathLst>
              <a:path w="5610225" h="7715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657224"/>
                </a:lnTo>
                <a:cubicBezTo>
                  <a:pt x="5610225" y="720351"/>
                  <a:pt x="5559051" y="771525"/>
                  <a:pt x="54959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8644" y="5895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5857875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Tip: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350" y="612457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clean unused listeners in long-running applications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318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1753" y="139378"/>
                </a:moveTo>
                <a:lnTo>
                  <a:pt x="56034" y="175096"/>
                </a:ln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close/>
                <a:moveTo>
                  <a:pt x="119063" y="178594"/>
                </a:move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0969" y="154781"/>
                </a:lnTo>
                <a:cubicBezTo>
                  <a:pt x="137554" y="154781"/>
                  <a:pt x="142875" y="160102"/>
                  <a:pt x="142875" y="166688"/>
                </a:cubicBezTo>
                <a:cubicBezTo>
                  <a:pt x="142875" y="173273"/>
                  <a:pt x="137554" y="178594"/>
                  <a:pt x="130969" y="178594"/>
                </a:cubicBezTo>
                <a:lnTo>
                  <a:pt x="119063" y="178594"/>
                </a:lnTo>
                <a:close/>
                <a:moveTo>
                  <a:pt x="119063" y="130969"/>
                </a:moveTo>
                <a:cubicBezTo>
                  <a:pt x="112477" y="130969"/>
                  <a:pt x="107156" y="125648"/>
                  <a:pt x="107156" y="119063"/>
                </a:cubicBezTo>
                <a:cubicBezTo>
                  <a:pt x="107156" y="112477"/>
                  <a:pt x="112477" y="107156"/>
                  <a:pt x="119063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19063" y="130969"/>
                </a:lnTo>
                <a:close/>
                <a:moveTo>
                  <a:pt x="119063" y="83344"/>
                </a:moveTo>
                <a:cubicBezTo>
                  <a:pt x="112477" y="83344"/>
                  <a:pt x="107156" y="78023"/>
                  <a:pt x="107156" y="71438"/>
                </a:cubicBezTo>
                <a:cubicBezTo>
                  <a:pt x="107156" y="64852"/>
                  <a:pt x="112477" y="59531"/>
                  <a:pt x="119063" y="59531"/>
                </a:cubicBezTo>
                <a:lnTo>
                  <a:pt x="178594" y="59531"/>
                </a:lnTo>
                <a:cubicBezTo>
                  <a:pt x="185179" y="59531"/>
                  <a:pt x="190500" y="64852"/>
                  <a:pt x="190500" y="71438"/>
                </a:cubicBezTo>
                <a:cubicBezTo>
                  <a:pt x="190500" y="78023"/>
                  <a:pt x="185179" y="83344"/>
                  <a:pt x="178594" y="83344"/>
                </a:cubicBezTo>
                <a:lnTo>
                  <a:pt x="119063" y="83344"/>
                </a:lnTo>
                <a:close/>
                <a:moveTo>
                  <a:pt x="119063" y="35719"/>
                </a:move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19063" y="3571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Order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6038" y="1957388"/>
            <a:ext cx="5210175" cy="1152525"/>
          </a:xfrm>
          <a:custGeom>
            <a:avLst/>
            <a:gdLst/>
            <a:ahLst/>
            <a:cxnLst/>
            <a:rect l="l" t="t" r="r" b="b"/>
            <a:pathLst>
              <a:path w="5210175" h="1152525">
                <a:moveTo>
                  <a:pt x="76205" y="0"/>
                </a:moveTo>
                <a:lnTo>
                  <a:pt x="5133970" y="0"/>
                </a:lnTo>
                <a:cubicBezTo>
                  <a:pt x="5176057" y="0"/>
                  <a:pt x="5210175" y="34118"/>
                  <a:pt x="5210175" y="76205"/>
                </a:cubicBezTo>
                <a:lnTo>
                  <a:pt x="5210175" y="1076320"/>
                </a:lnTo>
                <a:cubicBezTo>
                  <a:pt x="5210175" y="1118407"/>
                  <a:pt x="5176057" y="1152525"/>
                  <a:pt x="51339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 run: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225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19900" y="2424113"/>
            <a:ext cx="10752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Synchronously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72250" y="2762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819900" y="2728913"/>
            <a:ext cx="13899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registration order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3233738"/>
            <a:ext cx="5210175" cy="1838325"/>
          </a:xfrm>
          <a:custGeom>
            <a:avLst/>
            <a:gdLst/>
            <a:ahLst/>
            <a:cxnLst/>
            <a:rect l="l" t="t" r="r" b="b"/>
            <a:pathLst>
              <a:path w="5210175" h="1838325">
                <a:moveTo>
                  <a:pt x="76199" y="0"/>
                </a:moveTo>
                <a:lnTo>
                  <a:pt x="5133976" y="0"/>
                </a:lnTo>
                <a:cubicBezTo>
                  <a:pt x="5176032" y="0"/>
                  <a:pt x="5210175" y="34143"/>
                  <a:pt x="5210175" y="76199"/>
                </a:cubicBezTo>
                <a:lnTo>
                  <a:pt x="5210175" y="1762126"/>
                </a:lnTo>
                <a:cubicBezTo>
                  <a:pt x="5210175" y="1804182"/>
                  <a:pt x="5176032" y="1838325"/>
                  <a:pt x="5133976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3200" y="3405188"/>
            <a:ext cx="8695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Example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3200" y="36576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() =&gt;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.log(1));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3200" y="38481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() =&gt;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.log(2));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3200" y="40386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3200" y="4357688"/>
            <a:ext cx="8695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Output: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3200" y="45339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53200" y="47244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69758" y="5991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710363" y="59626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matters! Register listeners before emitting.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Listeners &amp; Error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truths every senior developer must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Listeners Truth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885825"/>
          </a:xfrm>
          <a:custGeom>
            <a:avLst/>
            <a:gdLst/>
            <a:ahLst/>
            <a:cxnLst/>
            <a:rect l="l" t="t" r="r" b="b"/>
            <a:pathLst>
              <a:path w="5210175" h="8858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809626"/>
                </a:lnTo>
                <a:cubicBezTo>
                  <a:pt x="5210175" y="851710"/>
                  <a:pt x="5176060" y="885825"/>
                  <a:pt x="5133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'event'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async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() =&gt; {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9150" y="2305050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fetchData();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495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300513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76204" y="0"/>
                </a:moveTo>
                <a:lnTo>
                  <a:pt x="5133971" y="0"/>
                </a:lnTo>
                <a:cubicBezTo>
                  <a:pt x="5176058" y="0"/>
                  <a:pt x="5210175" y="34117"/>
                  <a:pt x="5210175" y="76204"/>
                </a:cubicBezTo>
                <a:lnTo>
                  <a:pt x="5210175" y="695321"/>
                </a:lnTo>
                <a:cubicBezTo>
                  <a:pt x="5210175" y="737408"/>
                  <a:pt x="5176058" y="771525"/>
                  <a:pt x="5133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9F0712">
                  <a:alpha val="20000"/>
                </a:srgbClr>
              </a:gs>
            </a:gsLst>
            <a:lin ang="2700000" scaled="1"/>
          </a:gradFill>
          <a:ln w="1270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763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5375" y="31623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5375" y="34290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emit does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wait for async tasks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938588"/>
            <a:ext cx="5210175" cy="2333625"/>
          </a:xfrm>
          <a:custGeom>
            <a:avLst/>
            <a:gdLst/>
            <a:ahLst/>
            <a:cxnLst/>
            <a:rect l="l" t="t" r="r" b="b"/>
            <a:pathLst>
              <a:path w="5210175" h="2333625">
                <a:moveTo>
                  <a:pt x="76193" y="0"/>
                </a:moveTo>
                <a:lnTo>
                  <a:pt x="5133982" y="0"/>
                </a:lnTo>
                <a:cubicBezTo>
                  <a:pt x="5176034" y="0"/>
                  <a:pt x="5210175" y="34141"/>
                  <a:pt x="5210175" y="76193"/>
                </a:cubicBezTo>
                <a:lnTo>
                  <a:pt x="5210175" y="2257432"/>
                </a:lnTo>
                <a:cubicBezTo>
                  <a:pt x="5210175" y="2299484"/>
                  <a:pt x="5176034" y="2333625"/>
                  <a:pt x="5133982" y="2333625"/>
                </a:cubicBezTo>
                <a:lnTo>
                  <a:pt x="76193" y="2333625"/>
                </a:lnTo>
                <a:cubicBezTo>
                  <a:pt x="34141" y="2333625"/>
                  <a:pt x="0" y="2299484"/>
                  <a:pt x="0" y="225743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856" y="4819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2364" y="478155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2364" y="504825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EventEmitter is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 by design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Async operations return Promises that are not awaited by emit().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318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(Critical)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6038" y="1957388"/>
            <a:ext cx="5210175" cy="1266825"/>
          </a:xfrm>
          <a:custGeom>
            <a:avLst/>
            <a:gdLst/>
            <a:ahLst/>
            <a:cxnLst/>
            <a:rect l="l" t="t" r="r" b="b"/>
            <a:pathLst>
              <a:path w="5210175" h="1266825">
                <a:moveTo>
                  <a:pt x="76200" y="0"/>
                </a:moveTo>
                <a:lnTo>
                  <a:pt x="5133975" y="0"/>
                </a:lnTo>
                <a:cubicBezTo>
                  <a:pt x="5176059" y="0"/>
                  <a:pt x="5210175" y="34116"/>
                  <a:pt x="5210175" y="76200"/>
                </a:cubicBezTo>
                <a:lnTo>
                  <a:pt x="5210175" y="1190625"/>
                </a:lnTo>
                <a:cubicBezTo>
                  <a:pt x="5210175" y="1232709"/>
                  <a:pt x="5176059" y="1266825"/>
                  <a:pt x="513397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listener: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3200" y="2381250"/>
            <a:ext cx="4895850" cy="419100"/>
          </a:xfrm>
          <a:custGeom>
            <a:avLst/>
            <a:gdLst/>
            <a:ahLst/>
            <a:cxnLst/>
            <a:rect l="l" t="t" r="r" b="b"/>
            <a:pathLst>
              <a:path w="4895850" h="419100">
                <a:moveTo>
                  <a:pt x="38100" y="0"/>
                </a:moveTo>
                <a:lnTo>
                  <a:pt x="4857750" y="0"/>
                </a:lnTo>
                <a:cubicBezTo>
                  <a:pt x="4878792" y="0"/>
                  <a:pt x="4895850" y="17058"/>
                  <a:pt x="4895850" y="38100"/>
                </a:cubicBezTo>
                <a:lnTo>
                  <a:pt x="4895850" y="381000"/>
                </a:lnTo>
                <a:cubicBezTo>
                  <a:pt x="4895850" y="402042"/>
                  <a:pt x="4878792" y="419100"/>
                  <a:pt x="48577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2495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'error'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Error(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'Oops'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));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22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8" name="Text 26"/>
          <p:cNvSpPr/>
          <p:nvPr/>
        </p:nvSpPr>
        <p:spPr>
          <a:xfrm>
            <a:off x="6819900" y="287655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crashes!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6038" y="3348038"/>
            <a:ext cx="5210175" cy="1647825"/>
          </a:xfrm>
          <a:custGeom>
            <a:avLst/>
            <a:gdLst/>
            <a:ahLst/>
            <a:cxnLst/>
            <a:rect l="l" t="t" r="r" b="b"/>
            <a:pathLst>
              <a:path w="5210175" h="1647825">
                <a:moveTo>
                  <a:pt x="76195" y="0"/>
                </a:moveTo>
                <a:lnTo>
                  <a:pt x="5133980" y="0"/>
                </a:lnTo>
                <a:cubicBezTo>
                  <a:pt x="5176033" y="0"/>
                  <a:pt x="5210175" y="34142"/>
                  <a:pt x="5210175" y="76195"/>
                </a:cubicBezTo>
                <a:lnTo>
                  <a:pt x="5210175" y="1571630"/>
                </a:lnTo>
                <a:cubicBezTo>
                  <a:pt x="5210175" y="1613711"/>
                  <a:pt x="5176061" y="1647825"/>
                  <a:pt x="5133980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200" y="3505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handling: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3771900"/>
            <a:ext cx="4895850" cy="800100"/>
          </a:xfrm>
          <a:custGeom>
            <a:avLst/>
            <a:gdLst/>
            <a:ahLst/>
            <a:cxnLst/>
            <a:rect l="l" t="t" r="r" b="b"/>
            <a:pathLst>
              <a:path w="4895850" h="800100">
                <a:moveTo>
                  <a:pt x="38101" y="0"/>
                </a:moveTo>
                <a:lnTo>
                  <a:pt x="4857749" y="0"/>
                </a:lnTo>
                <a:cubicBezTo>
                  <a:pt x="4878792" y="0"/>
                  <a:pt x="4895850" y="17058"/>
                  <a:pt x="4895850" y="38101"/>
                </a:cubicBezTo>
                <a:lnTo>
                  <a:pt x="4895850" y="761999"/>
                </a:lnTo>
                <a:cubicBezTo>
                  <a:pt x="4895850" y="783042"/>
                  <a:pt x="4878792" y="800100"/>
                  <a:pt x="48577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32" name="Text 30"/>
          <p:cNvSpPr/>
          <p:nvPr/>
        </p:nvSpPr>
        <p:spPr>
          <a:xfrm>
            <a:off x="6667500" y="388620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'error'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(err) =&gt; {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3700" y="40767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(err);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67500" y="426720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72250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819900" y="46482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caught gracefully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0" scaled="1"/>
          </a:gradFill>
          <a:ln w="1270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8197" y="59721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843713" y="596265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Senior-level rule: Always handle error events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7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Listeners &amp; Internal Working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internals and memory leak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Listeners Limit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923925"/>
          </a:xfrm>
          <a:custGeom>
            <a:avLst/>
            <a:gdLst/>
            <a:ahLst/>
            <a:cxnLst/>
            <a:rect l="l" t="t" r="r" b="b"/>
            <a:pathLst>
              <a:path w="5210175" h="923925">
                <a:moveTo>
                  <a:pt x="76196" y="0"/>
                </a:moveTo>
                <a:lnTo>
                  <a:pt x="5133979" y="0"/>
                </a:lnTo>
                <a:cubicBezTo>
                  <a:pt x="5176061" y="0"/>
                  <a:pt x="5210175" y="34114"/>
                  <a:pt x="5210175" y="76196"/>
                </a:cubicBezTo>
                <a:lnTo>
                  <a:pt x="5210175" y="847729"/>
                </a:lnTo>
                <a:cubicBezTo>
                  <a:pt x="5210175" y="889811"/>
                  <a:pt x="5176061" y="923925"/>
                  <a:pt x="51339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limit: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2186" y="21145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5336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 per event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3076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303847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Why?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Detect memory leaks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788" y="338613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850" y="3519488"/>
            <a:ext cx="127099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Change limit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" y="37719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setMaxListeners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(20);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425" y="6000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" y="59626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Advice: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Don't increase blindly. Fix architecture.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275" y="1571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Working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6038" y="1957388"/>
            <a:ext cx="5210175" cy="1381125"/>
          </a:xfrm>
          <a:custGeom>
            <a:avLst/>
            <a:gdLst/>
            <a:ahLst/>
            <a:cxnLst/>
            <a:rect l="l" t="t" r="r" b="b"/>
            <a:pathLst>
              <a:path w="5210175" h="1381125">
                <a:moveTo>
                  <a:pt x="76197" y="0"/>
                </a:moveTo>
                <a:lnTo>
                  <a:pt x="5133978" y="0"/>
                </a:lnTo>
                <a:cubicBezTo>
                  <a:pt x="5176061" y="0"/>
                  <a:pt x="5210175" y="34114"/>
                  <a:pt x="5210175" y="76197"/>
                </a:cubicBezTo>
                <a:lnTo>
                  <a:pt x="5210175" y="1304928"/>
                </a:lnTo>
                <a:cubicBezTo>
                  <a:pt x="5210175" y="1347011"/>
                  <a:pt x="5176061" y="1381125"/>
                  <a:pt x="51339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structure: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3200" y="2381250"/>
            <a:ext cx="4895850" cy="800100"/>
          </a:xfrm>
          <a:custGeom>
            <a:avLst/>
            <a:gdLst/>
            <a:ahLst/>
            <a:cxnLst/>
            <a:rect l="l" t="t" r="r" b="b"/>
            <a:pathLst>
              <a:path w="4895850" h="800100">
                <a:moveTo>
                  <a:pt x="38101" y="0"/>
                </a:moveTo>
                <a:lnTo>
                  <a:pt x="4857749" y="0"/>
                </a:lnTo>
                <a:cubicBezTo>
                  <a:pt x="4878792" y="0"/>
                  <a:pt x="4895850" y="17058"/>
                  <a:pt x="4895850" y="38101"/>
                </a:cubicBezTo>
                <a:lnTo>
                  <a:pt x="4895850" y="761999"/>
                </a:lnTo>
                <a:cubicBezTo>
                  <a:pt x="4895850" y="783042"/>
                  <a:pt x="4878792" y="800100"/>
                  <a:pt x="48577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2495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3700" y="268605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eventName: [fn1, fn2, fn3]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7500" y="2876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6038" y="3462338"/>
            <a:ext cx="5210175" cy="1457325"/>
          </a:xfrm>
          <a:custGeom>
            <a:avLst/>
            <a:gdLst/>
            <a:ahLst/>
            <a:cxnLst/>
            <a:rect l="l" t="t" r="r" b="b"/>
            <a:pathLst>
              <a:path w="5210175" h="1457325">
                <a:moveTo>
                  <a:pt x="76204" y="0"/>
                </a:moveTo>
                <a:lnTo>
                  <a:pt x="5133971" y="0"/>
                </a:lnTo>
                <a:cubicBezTo>
                  <a:pt x="5176058" y="0"/>
                  <a:pt x="5210175" y="34117"/>
                  <a:pt x="5210175" y="76204"/>
                </a:cubicBezTo>
                <a:lnTo>
                  <a:pt x="5210175" y="1381121"/>
                </a:lnTo>
                <a:cubicBezTo>
                  <a:pt x="5210175" y="1423208"/>
                  <a:pt x="5176058" y="1457325"/>
                  <a:pt x="513397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200" y="36195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emit() called: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24625" y="3924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6100" y="394335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Lookup event in registry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53200" y="4229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4625" y="4229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6100" y="424815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 through listeners array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53200" y="453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24625" y="4533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6100" y="455295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each synchronously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34796" y="5991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2" name="Text 40"/>
          <p:cNvSpPr/>
          <p:nvPr/>
        </p:nvSpPr>
        <p:spPr>
          <a:xfrm>
            <a:off x="6710363" y="59626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but powerful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— O(n) where n = listeners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30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EventEmitter Class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domain-specific event emitters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772275" cy="4429125"/>
          </a:xfrm>
          <a:custGeom>
            <a:avLst/>
            <a:gdLst/>
            <a:ahLst/>
            <a:cxnLst/>
            <a:rect l="l" t="t" r="r" b="b"/>
            <a:pathLst>
              <a:path w="6772275" h="4429125">
                <a:moveTo>
                  <a:pt x="114316" y="0"/>
                </a:moveTo>
                <a:lnTo>
                  <a:pt x="6657959" y="0"/>
                </a:lnTo>
                <a:cubicBezTo>
                  <a:pt x="6721094" y="0"/>
                  <a:pt x="6772275" y="51181"/>
                  <a:pt x="6772275" y="114316"/>
                </a:cubicBezTo>
                <a:lnTo>
                  <a:pt x="6772275" y="4314809"/>
                </a:lnTo>
                <a:cubicBezTo>
                  <a:pt x="6772275" y="4377944"/>
                  <a:pt x="6721094" y="4429125"/>
                  <a:pt x="6657959" y="4429125"/>
                </a:cubicBezTo>
                <a:lnTo>
                  <a:pt x="114316" y="4429125"/>
                </a:lnTo>
                <a:cubicBezTo>
                  <a:pt x="51181" y="4429125"/>
                  <a:pt x="0" y="4377944"/>
                  <a:pt x="0" y="43148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6372225" cy="3248025"/>
          </a:xfrm>
          <a:custGeom>
            <a:avLst/>
            <a:gdLst/>
            <a:ahLst/>
            <a:cxnLst/>
            <a:rect l="l" t="t" r="r" b="b"/>
            <a:pathLst>
              <a:path w="6372225" h="32480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3171826"/>
                </a:lnTo>
                <a:cubicBezTo>
                  <a:pt x="6372225" y="3213910"/>
                  <a:pt x="6338110" y="3248025"/>
                  <a:pt x="6296026" y="3248025"/>
                </a:cubicBezTo>
                <a:lnTo>
                  <a:pt x="76199" y="3248025"/>
                </a:lnTo>
                <a:cubicBezTo>
                  <a:pt x="34115" y="3248025"/>
                  <a:pt x="0" y="3213910"/>
                  <a:pt x="0" y="3171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145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EventEmitter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3812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OrderService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EventEmitter {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150" y="25717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350" y="2762250"/>
            <a:ext cx="597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150" y="29527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150" y="32194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createOrder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(orderData) {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5350" y="3424238"/>
            <a:ext cx="167238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Business logic...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5350" y="3600450"/>
            <a:ext cx="597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'orderCreated'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orderData);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150" y="37909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2950" y="39814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950" y="42862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service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OrderService();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2950" y="44767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'orderCreated'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(order) =&gt; {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150" y="46672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'Order:'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order.id);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950" y="48577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8063" y="1338263"/>
            <a:ext cx="4448175" cy="3533775"/>
          </a:xfrm>
          <a:custGeom>
            <a:avLst/>
            <a:gdLst/>
            <a:ahLst/>
            <a:cxnLst/>
            <a:rect l="l" t="t" r="r" b="b"/>
            <a:pathLst>
              <a:path w="4448175" h="3533775">
                <a:moveTo>
                  <a:pt x="114318" y="0"/>
                </a:moveTo>
                <a:lnTo>
                  <a:pt x="4333857" y="0"/>
                </a:lnTo>
                <a:cubicBezTo>
                  <a:pt x="4396993" y="0"/>
                  <a:pt x="4448175" y="51182"/>
                  <a:pt x="4448175" y="114318"/>
                </a:cubicBezTo>
                <a:lnTo>
                  <a:pt x="4448175" y="3419457"/>
                </a:lnTo>
                <a:cubicBezTo>
                  <a:pt x="4448175" y="3482593"/>
                  <a:pt x="4396993" y="3533775"/>
                  <a:pt x="4333857" y="3533775"/>
                </a:cubicBezTo>
                <a:lnTo>
                  <a:pt x="114318" y="3533775"/>
                </a:lnTo>
                <a:cubicBezTo>
                  <a:pt x="51182" y="3533775"/>
                  <a:pt x="0" y="3482593"/>
                  <a:pt x="0" y="34194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7138" y="1581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973" y="16073"/>
                </a:moveTo>
                <a:lnTo>
                  <a:pt x="104477" y="16073"/>
                </a:lnTo>
                <a:cubicBezTo>
                  <a:pt x="105951" y="16073"/>
                  <a:pt x="107156" y="17279"/>
                  <a:pt x="107156" y="18752"/>
                </a:cubicBezTo>
                <a:lnTo>
                  <a:pt x="107156" y="32147"/>
                </a:lnTo>
                <a:lnTo>
                  <a:pt x="64294" y="32147"/>
                </a:lnTo>
                <a:lnTo>
                  <a:pt x="64294" y="18752"/>
                </a:lnTo>
                <a:cubicBezTo>
                  <a:pt x="64294" y="17279"/>
                  <a:pt x="65499" y="16073"/>
                  <a:pt x="66973" y="16073"/>
                </a:cubicBezTo>
                <a:close/>
                <a:moveTo>
                  <a:pt x="48220" y="18752"/>
                </a:moveTo>
                <a:lnTo>
                  <a:pt x="48220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85725"/>
                </a:lnTo>
                <a:lnTo>
                  <a:pt x="171450" y="85725"/>
                </a:ln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3230" y="32147"/>
                </a:lnTo>
                <a:lnTo>
                  <a:pt x="123230" y="18752"/>
                </a:lnTo>
                <a:cubicBezTo>
                  <a:pt x="123230" y="8405"/>
                  <a:pt x="114825" y="0"/>
                  <a:pt x="104477" y="0"/>
                </a:cubicBezTo>
                <a:lnTo>
                  <a:pt x="66973" y="0"/>
                </a:lnTo>
                <a:cubicBezTo>
                  <a:pt x="56625" y="0"/>
                  <a:pt x="48220" y="8405"/>
                  <a:pt x="48220" y="18752"/>
                </a:cubicBezTo>
                <a:close/>
                <a:moveTo>
                  <a:pt x="171450" y="101798"/>
                </a:moveTo>
                <a:lnTo>
                  <a:pt x="107156" y="101798"/>
                </a:lnTo>
                <a:lnTo>
                  <a:pt x="107156" y="107156"/>
                </a:lnTo>
                <a:cubicBezTo>
                  <a:pt x="107156" y="113083"/>
                  <a:pt x="102368" y="117872"/>
                  <a:pt x="96441" y="117872"/>
                </a:cubicBezTo>
                <a:lnTo>
                  <a:pt x="75009" y="117872"/>
                </a:lnTo>
                <a:cubicBezTo>
                  <a:pt x="69082" y="117872"/>
                  <a:pt x="64294" y="113083"/>
                  <a:pt x="64294" y="107156"/>
                </a:cubicBezTo>
                <a:lnTo>
                  <a:pt x="64294" y="101798"/>
                </a:lnTo>
                <a:lnTo>
                  <a:pt x="0" y="101798"/>
                </a:ln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10179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533525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53325" y="1952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96200" y="2105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7972425" y="206692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Events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72425" y="2295525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UserRegistered, OrderPlaced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3325" y="2714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77150" y="2867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7972425" y="28289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72425" y="305752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communication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3325" y="3476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77150" y="3629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33023" y="113467"/>
                </a:lnTo>
                <a:cubicBezTo>
                  <a:pt x="134273" y="112455"/>
                  <a:pt x="135493" y="111353"/>
                  <a:pt x="136624" y="110222"/>
                </a:cubicBezTo>
                <a:lnTo>
                  <a:pt x="157788" y="89059"/>
                </a:lnTo>
                <a:cubicBezTo>
                  <a:pt x="166509" y="80337"/>
                  <a:pt x="171420" y="68491"/>
                  <a:pt x="171420" y="56138"/>
                </a:cubicBezTo>
                <a:cubicBezTo>
                  <a:pt x="171420" y="30420"/>
                  <a:pt x="150584" y="9555"/>
                  <a:pt x="124837" y="9555"/>
                </a:cubicBezTo>
                <a:cubicBezTo>
                  <a:pt x="113734" y="9555"/>
                  <a:pt x="103078" y="13514"/>
                  <a:pt x="94684" y="20628"/>
                </a:cubicBezTo>
                <a:cubicBezTo>
                  <a:pt x="100727" y="23634"/>
                  <a:pt x="106204" y="27623"/>
                  <a:pt x="110907" y="32385"/>
                </a:cubicBezTo>
                <a:cubicBezTo>
                  <a:pt x="115104" y="29914"/>
                  <a:pt x="119896" y="28605"/>
                  <a:pt x="124837" y="28605"/>
                </a:cubicBezTo>
                <a:cubicBezTo>
                  <a:pt x="140047" y="28605"/>
                  <a:pt x="152370" y="40928"/>
                  <a:pt x="152370" y="56138"/>
                </a:cubicBezTo>
                <a:cubicBezTo>
                  <a:pt x="152370" y="63431"/>
                  <a:pt x="149483" y="70425"/>
                  <a:pt x="144304" y="75605"/>
                </a:cubicBezTo>
                <a:lnTo>
                  <a:pt x="123140" y="96768"/>
                </a:lnTo>
                <a:cubicBezTo>
                  <a:pt x="121980" y="97929"/>
                  <a:pt x="120729" y="98971"/>
                  <a:pt x="119390" y="99893"/>
                </a:cubicBezTo>
                <a:lnTo>
                  <a:pt x="105251" y="85755"/>
                </a:lnTo>
                <a:cubicBezTo>
                  <a:pt x="110163" y="85487"/>
                  <a:pt x="114092" y="81469"/>
                  <a:pt x="114240" y="76498"/>
                </a:cubicBezTo>
                <a:cubicBezTo>
                  <a:pt x="114240" y="76111"/>
                  <a:pt x="114240" y="75724"/>
                  <a:pt x="114240" y="75337"/>
                </a:cubicBezTo>
                <a:cubicBezTo>
                  <a:pt x="114240" y="49649"/>
                  <a:pt x="93434" y="28635"/>
                  <a:pt x="67657" y="28635"/>
                </a:cubicBezTo>
                <a:cubicBezTo>
                  <a:pt x="61942" y="28635"/>
                  <a:pt x="56376" y="29676"/>
                  <a:pt x="51137" y="31671"/>
                </a:cubicBezTo>
                <a:lnTo>
                  <a:pt x="12204" y="-7412"/>
                </a:lnTo>
                <a:close/>
                <a:moveTo>
                  <a:pt x="67241" y="47625"/>
                </a:moveTo>
                <a:cubicBezTo>
                  <a:pt x="67419" y="47625"/>
                  <a:pt x="67568" y="47625"/>
                  <a:pt x="67747" y="47625"/>
                </a:cubicBezTo>
                <a:cubicBezTo>
                  <a:pt x="72241" y="47625"/>
                  <a:pt x="76527" y="48726"/>
                  <a:pt x="80278" y="50661"/>
                </a:cubicBezTo>
                <a:cubicBezTo>
                  <a:pt x="80814" y="51018"/>
                  <a:pt x="81349" y="51346"/>
                  <a:pt x="81915" y="51584"/>
                </a:cubicBezTo>
                <a:cubicBezTo>
                  <a:pt x="89892" y="56436"/>
                  <a:pt x="95250" y="65246"/>
                  <a:pt x="95250" y="75277"/>
                </a:cubicBezTo>
                <a:cubicBezTo>
                  <a:pt x="95250" y="75396"/>
                  <a:pt x="95250" y="75515"/>
                  <a:pt x="95250" y="75634"/>
                </a:cubicBezTo>
                <a:lnTo>
                  <a:pt x="67241" y="47625"/>
                </a:lnTo>
                <a:close/>
                <a:moveTo>
                  <a:pt x="103049" y="123825"/>
                </a:moveTo>
                <a:lnTo>
                  <a:pt x="57150" y="77926"/>
                </a:lnTo>
                <a:cubicBezTo>
                  <a:pt x="57507" y="103108"/>
                  <a:pt x="77867" y="123438"/>
                  <a:pt x="103019" y="123795"/>
                </a:cubicBezTo>
                <a:close/>
                <a:moveTo>
                  <a:pt x="41583" y="62359"/>
                </a:moveTo>
                <a:lnTo>
                  <a:pt x="28099" y="48875"/>
                </a:lnTo>
                <a:lnTo>
                  <a:pt x="13633" y="63341"/>
                </a:lnTo>
                <a:cubicBezTo>
                  <a:pt x="4911" y="72063"/>
                  <a:pt x="0" y="83909"/>
                  <a:pt x="0" y="96262"/>
                </a:cubicBezTo>
                <a:cubicBezTo>
                  <a:pt x="0" y="121980"/>
                  <a:pt x="20836" y="142845"/>
                  <a:pt x="46583" y="142845"/>
                </a:cubicBezTo>
                <a:cubicBezTo>
                  <a:pt x="57656" y="142845"/>
                  <a:pt x="68342" y="138886"/>
                  <a:pt x="76736" y="131772"/>
                </a:cubicBezTo>
                <a:cubicBezTo>
                  <a:pt x="70693" y="128766"/>
                  <a:pt x="65187" y="124777"/>
                  <a:pt x="60484" y="120015"/>
                </a:cubicBezTo>
                <a:cubicBezTo>
                  <a:pt x="56317" y="122456"/>
                  <a:pt x="51524" y="123765"/>
                  <a:pt x="46583" y="123765"/>
                </a:cubicBezTo>
                <a:cubicBezTo>
                  <a:pt x="31373" y="123765"/>
                  <a:pt x="19050" y="111443"/>
                  <a:pt x="19050" y="96232"/>
                </a:cubicBezTo>
                <a:cubicBezTo>
                  <a:pt x="19050" y="88940"/>
                  <a:pt x="21937" y="81945"/>
                  <a:pt x="27116" y="76766"/>
                </a:cubicBezTo>
                <a:lnTo>
                  <a:pt x="41583" y="6229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7972425" y="35909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Decoupled Systems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2425" y="3819525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component coupling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58063" y="5033963"/>
            <a:ext cx="4448175" cy="733425"/>
          </a:xfrm>
          <a:custGeom>
            <a:avLst/>
            <a:gdLst/>
            <a:ahLst/>
            <a:cxnLst/>
            <a:rect l="l" t="t" r="r" b="b"/>
            <a:pathLst>
              <a:path w="4448175" h="733425">
                <a:moveTo>
                  <a:pt x="114297" y="0"/>
                </a:moveTo>
                <a:lnTo>
                  <a:pt x="4333878" y="0"/>
                </a:lnTo>
                <a:cubicBezTo>
                  <a:pt x="4397003" y="0"/>
                  <a:pt x="4448175" y="51172"/>
                  <a:pt x="4448175" y="114297"/>
                </a:cubicBezTo>
                <a:lnTo>
                  <a:pt x="4448175" y="619128"/>
                </a:lnTo>
                <a:cubicBezTo>
                  <a:pt x="4448175" y="682253"/>
                  <a:pt x="4397003" y="733425"/>
                  <a:pt x="43338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5286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0" name="Text 38"/>
          <p:cNvSpPr/>
          <p:nvPr/>
        </p:nvSpPr>
        <p:spPr>
          <a:xfrm>
            <a:off x="7915275" y="51911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Gold Topic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15275" y="5419725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OOP + EventEmitter mastery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7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933450" y="6086475"/>
            <a:ext cx="816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Benefits: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Encapsulates business logic while maintaining event-driven flexibility. Easy to test, extend, and maintain.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679" y="378047"/>
            <a:ext cx="68736" cy="274943"/>
          </a:xfrm>
          <a:custGeom>
            <a:avLst/>
            <a:gdLst/>
            <a:ahLst/>
            <a:cxnLst/>
            <a:rect l="l" t="t" r="r" b="b"/>
            <a:pathLst>
              <a:path w="68736" h="274943">
                <a:moveTo>
                  <a:pt x="34368" y="0"/>
                </a:moveTo>
                <a:lnTo>
                  <a:pt x="34368" y="0"/>
                </a:lnTo>
                <a:cubicBezTo>
                  <a:pt x="53336" y="0"/>
                  <a:pt x="68736" y="15400"/>
                  <a:pt x="68736" y="34368"/>
                </a:cubicBezTo>
                <a:lnTo>
                  <a:pt x="68736" y="240575"/>
                </a:lnTo>
                <a:cubicBezTo>
                  <a:pt x="68736" y="259556"/>
                  <a:pt x="53349" y="274943"/>
                  <a:pt x="34368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15518" y="343679"/>
            <a:ext cx="3196211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518" y="790461"/>
            <a:ext cx="1141013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EventEmitter shines in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975" y="1207171"/>
            <a:ext cx="5670698" cy="2156584"/>
          </a:xfrm>
          <a:custGeom>
            <a:avLst/>
            <a:gdLst/>
            <a:ahLst/>
            <a:cxnLst/>
            <a:rect l="l" t="t" r="r" b="b"/>
            <a:pathLst>
              <a:path w="5670698" h="2156584">
                <a:moveTo>
                  <a:pt x="103106" y="0"/>
                </a:moveTo>
                <a:lnTo>
                  <a:pt x="5567591" y="0"/>
                </a:lnTo>
                <a:cubicBezTo>
                  <a:pt x="5624497" y="0"/>
                  <a:pt x="5670698" y="46200"/>
                  <a:pt x="5670698" y="103106"/>
                </a:cubicBezTo>
                <a:lnTo>
                  <a:pt x="5670698" y="2053477"/>
                </a:lnTo>
                <a:cubicBezTo>
                  <a:pt x="5670698" y="2110383"/>
                  <a:pt x="5624497" y="2156584"/>
                  <a:pt x="5567591" y="2156584"/>
                </a:cubicBezTo>
                <a:lnTo>
                  <a:pt x="103106" y="2156584"/>
                </a:lnTo>
                <a:cubicBezTo>
                  <a:pt x="46200" y="2156584"/>
                  <a:pt x="0" y="2110383"/>
                  <a:pt x="0" y="2053477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4110" y="1383307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4397" y="1503594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0" y="32220"/>
                </a:moveTo>
                <a:cubicBezTo>
                  <a:pt x="0" y="26279"/>
                  <a:pt x="4799" y="21480"/>
                  <a:pt x="10740" y="21480"/>
                </a:cubicBezTo>
                <a:lnTo>
                  <a:pt x="139619" y="21480"/>
                </a:lnTo>
                <a:cubicBezTo>
                  <a:pt x="145560" y="21480"/>
                  <a:pt x="150359" y="26279"/>
                  <a:pt x="150359" y="32220"/>
                </a:cubicBezTo>
                <a:cubicBezTo>
                  <a:pt x="150359" y="38160"/>
                  <a:pt x="145560" y="42960"/>
                  <a:pt x="139619" y="42960"/>
                </a:cubicBezTo>
                <a:lnTo>
                  <a:pt x="10740" y="42960"/>
                </a:lnTo>
                <a:cubicBezTo>
                  <a:pt x="4799" y="42960"/>
                  <a:pt x="0" y="38160"/>
                  <a:pt x="0" y="32220"/>
                </a:cubicBezTo>
                <a:close/>
                <a:moveTo>
                  <a:pt x="21480" y="85920"/>
                </a:moveTo>
                <a:cubicBezTo>
                  <a:pt x="21480" y="79979"/>
                  <a:pt x="26279" y="75180"/>
                  <a:pt x="32220" y="75180"/>
                </a:cubicBezTo>
                <a:lnTo>
                  <a:pt x="161099" y="75180"/>
                </a:lnTo>
                <a:cubicBezTo>
                  <a:pt x="167040" y="75180"/>
                  <a:pt x="171839" y="79979"/>
                  <a:pt x="171839" y="85920"/>
                </a:cubicBezTo>
                <a:cubicBezTo>
                  <a:pt x="171839" y="91860"/>
                  <a:pt x="167040" y="96660"/>
                  <a:pt x="161099" y="96660"/>
                </a:cubicBezTo>
                <a:lnTo>
                  <a:pt x="32220" y="96660"/>
                </a:lnTo>
                <a:cubicBezTo>
                  <a:pt x="26279" y="96660"/>
                  <a:pt x="21480" y="91860"/>
                  <a:pt x="21480" y="85920"/>
                </a:cubicBezTo>
                <a:close/>
                <a:moveTo>
                  <a:pt x="150359" y="139619"/>
                </a:moveTo>
                <a:cubicBezTo>
                  <a:pt x="150359" y="145560"/>
                  <a:pt x="145560" y="150359"/>
                  <a:pt x="139619" y="150359"/>
                </a:cubicBezTo>
                <a:lnTo>
                  <a:pt x="10740" y="150359"/>
                </a:lnTo>
                <a:cubicBezTo>
                  <a:pt x="4799" y="150359"/>
                  <a:pt x="0" y="145560"/>
                  <a:pt x="0" y="139619"/>
                </a:cubicBezTo>
                <a:cubicBezTo>
                  <a:pt x="0" y="133679"/>
                  <a:pt x="4799" y="128879"/>
                  <a:pt x="10740" y="128879"/>
                </a:cubicBezTo>
                <a:lnTo>
                  <a:pt x="139619" y="128879"/>
                </a:lnTo>
                <a:cubicBezTo>
                  <a:pt x="145560" y="128879"/>
                  <a:pt x="150359" y="133679"/>
                  <a:pt x="150359" y="13961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39628" y="1383307"/>
            <a:ext cx="135753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9628" y="1623882"/>
            <a:ext cx="133175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I/O, data processing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406" y="1937488"/>
            <a:ext cx="5309835" cy="1245835"/>
          </a:xfrm>
          <a:custGeom>
            <a:avLst/>
            <a:gdLst/>
            <a:ahLst/>
            <a:cxnLst/>
            <a:rect l="l" t="t" r="r" b="b"/>
            <a:pathLst>
              <a:path w="5309835" h="1245835">
                <a:moveTo>
                  <a:pt x="68733" y="0"/>
                </a:moveTo>
                <a:lnTo>
                  <a:pt x="5241102" y="0"/>
                </a:lnTo>
                <a:cubicBezTo>
                  <a:pt x="5279062" y="0"/>
                  <a:pt x="5309835" y="30773"/>
                  <a:pt x="5309835" y="68733"/>
                </a:cubicBezTo>
                <a:lnTo>
                  <a:pt x="5309835" y="1177102"/>
                </a:lnTo>
                <a:cubicBezTo>
                  <a:pt x="5309835" y="1215062"/>
                  <a:pt x="5279062" y="1245835"/>
                  <a:pt x="5241102" y="1245835"/>
                </a:cubicBezTo>
                <a:lnTo>
                  <a:pt x="68733" y="1245835"/>
                </a:lnTo>
                <a:cubicBezTo>
                  <a:pt x="30773" y="1245835"/>
                  <a:pt x="0" y="1215062"/>
                  <a:pt x="0" y="1177102"/>
                </a:cubicBezTo>
                <a:lnTo>
                  <a:pt x="0" y="68733"/>
                </a:lnTo>
                <a:cubicBezTo>
                  <a:pt x="0" y="30798"/>
                  <a:pt x="30798" y="0"/>
                  <a:pt x="68733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805" y="2044888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(chunk) =&gt;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541" y="2216727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'Received:'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chunk);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805" y="2388567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805" y="2560406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'end'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541" y="2732245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'Stream ended'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805" y="2904085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7555" y="1207171"/>
            <a:ext cx="5670698" cy="2156584"/>
          </a:xfrm>
          <a:custGeom>
            <a:avLst/>
            <a:gdLst/>
            <a:ahLst/>
            <a:cxnLst/>
            <a:rect l="l" t="t" r="r" b="b"/>
            <a:pathLst>
              <a:path w="5670698" h="2156584">
                <a:moveTo>
                  <a:pt x="103106" y="0"/>
                </a:moveTo>
                <a:lnTo>
                  <a:pt x="5567591" y="0"/>
                </a:lnTo>
                <a:cubicBezTo>
                  <a:pt x="5624497" y="0"/>
                  <a:pt x="5670698" y="46200"/>
                  <a:pt x="5670698" y="103106"/>
                </a:cubicBezTo>
                <a:lnTo>
                  <a:pt x="5670698" y="2053477"/>
                </a:lnTo>
                <a:cubicBezTo>
                  <a:pt x="5670698" y="2110383"/>
                  <a:pt x="5624497" y="2156584"/>
                  <a:pt x="5567591" y="2156584"/>
                </a:cubicBezTo>
                <a:lnTo>
                  <a:pt x="103106" y="2156584"/>
                </a:lnTo>
                <a:cubicBezTo>
                  <a:pt x="46200" y="2156584"/>
                  <a:pt x="0" y="2110383"/>
                  <a:pt x="0" y="2053477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3690" y="1383307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74718" y="1503594"/>
            <a:ext cx="150359" cy="171839"/>
          </a:xfrm>
          <a:custGeom>
            <a:avLst/>
            <a:gdLst/>
            <a:ahLst/>
            <a:cxnLst/>
            <a:rect l="l" t="t" r="r" b="b"/>
            <a:pathLst>
              <a:path w="150359" h="171839">
                <a:moveTo>
                  <a:pt x="21480" y="10740"/>
                </a:moveTo>
                <a:cubicBezTo>
                  <a:pt x="9632" y="10740"/>
                  <a:pt x="0" y="20372"/>
                  <a:pt x="0" y="32220"/>
                </a:cubicBezTo>
                <a:lnTo>
                  <a:pt x="0" y="53700"/>
                </a:lnTo>
                <a:cubicBezTo>
                  <a:pt x="0" y="65547"/>
                  <a:pt x="9632" y="75180"/>
                  <a:pt x="21480" y="75180"/>
                </a:cubicBezTo>
                <a:lnTo>
                  <a:pt x="128879" y="75180"/>
                </a:lnTo>
                <a:cubicBezTo>
                  <a:pt x="140727" y="75180"/>
                  <a:pt x="150359" y="65547"/>
                  <a:pt x="150359" y="53700"/>
                </a:cubicBezTo>
                <a:lnTo>
                  <a:pt x="150359" y="32220"/>
                </a:lnTo>
                <a:cubicBezTo>
                  <a:pt x="150359" y="20372"/>
                  <a:pt x="140727" y="10740"/>
                  <a:pt x="128879" y="10740"/>
                </a:cubicBezTo>
                <a:lnTo>
                  <a:pt x="21480" y="10740"/>
                </a:lnTo>
                <a:close/>
                <a:moveTo>
                  <a:pt x="93975" y="34905"/>
                </a:moveTo>
                <a:cubicBezTo>
                  <a:pt x="98420" y="34905"/>
                  <a:pt x="102030" y="38514"/>
                  <a:pt x="102030" y="42960"/>
                </a:cubicBezTo>
                <a:cubicBezTo>
                  <a:pt x="102030" y="47405"/>
                  <a:pt x="98420" y="51015"/>
                  <a:pt x="93975" y="51015"/>
                </a:cubicBezTo>
                <a:cubicBezTo>
                  <a:pt x="89529" y="51015"/>
                  <a:pt x="85920" y="47405"/>
                  <a:pt x="85920" y="42960"/>
                </a:cubicBezTo>
                <a:cubicBezTo>
                  <a:pt x="85920" y="38514"/>
                  <a:pt x="89529" y="34905"/>
                  <a:pt x="93975" y="34905"/>
                </a:cubicBezTo>
                <a:close/>
                <a:moveTo>
                  <a:pt x="112770" y="42960"/>
                </a:moveTo>
                <a:cubicBezTo>
                  <a:pt x="112770" y="38514"/>
                  <a:pt x="116379" y="34905"/>
                  <a:pt x="120825" y="34905"/>
                </a:cubicBezTo>
                <a:cubicBezTo>
                  <a:pt x="125270" y="34905"/>
                  <a:pt x="128879" y="38514"/>
                  <a:pt x="128879" y="42960"/>
                </a:cubicBezTo>
                <a:cubicBezTo>
                  <a:pt x="128879" y="47405"/>
                  <a:pt x="125270" y="51015"/>
                  <a:pt x="120825" y="51015"/>
                </a:cubicBezTo>
                <a:cubicBezTo>
                  <a:pt x="116379" y="51015"/>
                  <a:pt x="112770" y="47405"/>
                  <a:pt x="112770" y="42960"/>
                </a:cubicBezTo>
                <a:close/>
                <a:moveTo>
                  <a:pt x="21480" y="96660"/>
                </a:moveTo>
                <a:cubicBezTo>
                  <a:pt x="9632" y="96660"/>
                  <a:pt x="0" y="106292"/>
                  <a:pt x="0" y="118140"/>
                </a:cubicBezTo>
                <a:lnTo>
                  <a:pt x="0" y="139619"/>
                </a:lnTo>
                <a:cubicBezTo>
                  <a:pt x="0" y="151467"/>
                  <a:pt x="9632" y="161099"/>
                  <a:pt x="21480" y="161099"/>
                </a:cubicBezTo>
                <a:lnTo>
                  <a:pt x="128879" y="161099"/>
                </a:lnTo>
                <a:cubicBezTo>
                  <a:pt x="140727" y="161099"/>
                  <a:pt x="150359" y="151467"/>
                  <a:pt x="150359" y="139619"/>
                </a:cubicBezTo>
                <a:lnTo>
                  <a:pt x="150359" y="118140"/>
                </a:lnTo>
                <a:cubicBezTo>
                  <a:pt x="150359" y="106292"/>
                  <a:pt x="140727" y="96660"/>
                  <a:pt x="128879" y="96660"/>
                </a:cubicBezTo>
                <a:lnTo>
                  <a:pt x="21480" y="96660"/>
                </a:lnTo>
                <a:close/>
                <a:moveTo>
                  <a:pt x="93975" y="120825"/>
                </a:moveTo>
                <a:cubicBezTo>
                  <a:pt x="98420" y="120825"/>
                  <a:pt x="102030" y="124434"/>
                  <a:pt x="102030" y="128879"/>
                </a:cubicBezTo>
                <a:cubicBezTo>
                  <a:pt x="102030" y="133325"/>
                  <a:pt x="98420" y="136934"/>
                  <a:pt x="93975" y="136934"/>
                </a:cubicBezTo>
                <a:cubicBezTo>
                  <a:pt x="89529" y="136934"/>
                  <a:pt x="85920" y="133325"/>
                  <a:pt x="85920" y="128879"/>
                </a:cubicBezTo>
                <a:cubicBezTo>
                  <a:pt x="85920" y="124434"/>
                  <a:pt x="89529" y="120825"/>
                  <a:pt x="93975" y="120825"/>
                </a:cubicBezTo>
                <a:close/>
                <a:moveTo>
                  <a:pt x="112770" y="128879"/>
                </a:moveTo>
                <a:cubicBezTo>
                  <a:pt x="112770" y="124434"/>
                  <a:pt x="116379" y="120825"/>
                  <a:pt x="120825" y="120825"/>
                </a:cubicBezTo>
                <a:cubicBezTo>
                  <a:pt x="125270" y="120825"/>
                  <a:pt x="128879" y="124434"/>
                  <a:pt x="128879" y="128879"/>
                </a:cubicBezTo>
                <a:cubicBezTo>
                  <a:pt x="128879" y="133325"/>
                  <a:pt x="125270" y="136934"/>
                  <a:pt x="120825" y="136934"/>
                </a:cubicBezTo>
                <a:cubicBezTo>
                  <a:pt x="116379" y="136934"/>
                  <a:pt x="112770" y="133325"/>
                  <a:pt x="112770" y="12887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9208" y="1383307"/>
            <a:ext cx="104822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Server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9208" y="1623882"/>
            <a:ext cx="1022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handling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7986" y="1937488"/>
            <a:ext cx="5309835" cy="902156"/>
          </a:xfrm>
          <a:custGeom>
            <a:avLst/>
            <a:gdLst/>
            <a:ahLst/>
            <a:cxnLst/>
            <a:rect l="l" t="t" r="r" b="b"/>
            <a:pathLst>
              <a:path w="5309835" h="902156">
                <a:moveTo>
                  <a:pt x="68735" y="0"/>
                </a:moveTo>
                <a:lnTo>
                  <a:pt x="5241100" y="0"/>
                </a:lnTo>
                <a:cubicBezTo>
                  <a:pt x="5279061" y="0"/>
                  <a:pt x="5309835" y="30774"/>
                  <a:pt x="5309835" y="68735"/>
                </a:cubicBezTo>
                <a:lnTo>
                  <a:pt x="5309835" y="833421"/>
                </a:lnTo>
                <a:cubicBezTo>
                  <a:pt x="5309835" y="871383"/>
                  <a:pt x="5279061" y="902156"/>
                  <a:pt x="5241100" y="902156"/>
                </a:cubicBezTo>
                <a:lnTo>
                  <a:pt x="68735" y="902156"/>
                </a:lnTo>
                <a:cubicBezTo>
                  <a:pt x="30774" y="902156"/>
                  <a:pt x="0" y="871383"/>
                  <a:pt x="0" y="833421"/>
                </a:cubicBezTo>
                <a:lnTo>
                  <a:pt x="0" y="68735"/>
                </a:lnTo>
                <a:cubicBezTo>
                  <a:pt x="0" y="30774"/>
                  <a:pt x="30774" y="0"/>
                  <a:pt x="68735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386" y="2044888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server = http.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createServer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();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5386" y="2216727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'request'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(req, res) =&gt; {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24122" y="2388567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'Hello!'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386" y="2560406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7975" y="3509818"/>
            <a:ext cx="5670698" cy="1555146"/>
          </a:xfrm>
          <a:custGeom>
            <a:avLst/>
            <a:gdLst/>
            <a:ahLst/>
            <a:cxnLst/>
            <a:rect l="l" t="t" r="r" b="b"/>
            <a:pathLst>
              <a:path w="5670698" h="1555146">
                <a:moveTo>
                  <a:pt x="103106" y="0"/>
                </a:moveTo>
                <a:lnTo>
                  <a:pt x="5567592" y="0"/>
                </a:lnTo>
                <a:cubicBezTo>
                  <a:pt x="5624535" y="0"/>
                  <a:pt x="5670698" y="46162"/>
                  <a:pt x="5670698" y="103106"/>
                </a:cubicBezTo>
                <a:lnTo>
                  <a:pt x="5670698" y="1452040"/>
                </a:lnTo>
                <a:cubicBezTo>
                  <a:pt x="5670698" y="1508984"/>
                  <a:pt x="5624535" y="1555146"/>
                  <a:pt x="5567592" y="1555146"/>
                </a:cubicBezTo>
                <a:lnTo>
                  <a:pt x="103106" y="1555146"/>
                </a:lnTo>
                <a:cubicBezTo>
                  <a:pt x="46162" y="1555146"/>
                  <a:pt x="0" y="1508984"/>
                  <a:pt x="0" y="1452040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110" y="368595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4397" y="3806241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44906" y="12183"/>
                </a:moveTo>
                <a:cubicBezTo>
                  <a:pt x="48565" y="14734"/>
                  <a:pt x="49437" y="19768"/>
                  <a:pt x="46887" y="23393"/>
                </a:cubicBezTo>
                <a:lnTo>
                  <a:pt x="28092" y="50243"/>
                </a:lnTo>
                <a:cubicBezTo>
                  <a:pt x="26716" y="52189"/>
                  <a:pt x="24568" y="53431"/>
                  <a:pt x="22185" y="53633"/>
                </a:cubicBezTo>
                <a:cubicBezTo>
                  <a:pt x="19802" y="53834"/>
                  <a:pt x="17452" y="53029"/>
                  <a:pt x="15774" y="51350"/>
                </a:cubicBezTo>
                <a:lnTo>
                  <a:pt x="2349" y="37925"/>
                </a:lnTo>
                <a:cubicBezTo>
                  <a:pt x="-772" y="34771"/>
                  <a:pt x="-772" y="29669"/>
                  <a:pt x="2349" y="26514"/>
                </a:cubicBezTo>
                <a:cubicBezTo>
                  <a:pt x="5471" y="23359"/>
                  <a:pt x="10606" y="23393"/>
                  <a:pt x="13761" y="26514"/>
                </a:cubicBezTo>
                <a:lnTo>
                  <a:pt x="20406" y="33160"/>
                </a:lnTo>
                <a:lnTo>
                  <a:pt x="33697" y="14163"/>
                </a:lnTo>
                <a:cubicBezTo>
                  <a:pt x="36247" y="10505"/>
                  <a:pt x="41282" y="9632"/>
                  <a:pt x="44906" y="12183"/>
                </a:cubicBezTo>
                <a:close/>
                <a:moveTo>
                  <a:pt x="44906" y="65883"/>
                </a:moveTo>
                <a:cubicBezTo>
                  <a:pt x="48565" y="68434"/>
                  <a:pt x="49437" y="73468"/>
                  <a:pt x="46887" y="77093"/>
                </a:cubicBezTo>
                <a:lnTo>
                  <a:pt x="28092" y="103943"/>
                </a:lnTo>
                <a:cubicBezTo>
                  <a:pt x="26716" y="105889"/>
                  <a:pt x="24568" y="107131"/>
                  <a:pt x="22185" y="107332"/>
                </a:cubicBezTo>
                <a:cubicBezTo>
                  <a:pt x="19802" y="107534"/>
                  <a:pt x="17452" y="106728"/>
                  <a:pt x="15774" y="105050"/>
                </a:cubicBezTo>
                <a:lnTo>
                  <a:pt x="2349" y="91625"/>
                </a:lnTo>
                <a:cubicBezTo>
                  <a:pt x="-805" y="88470"/>
                  <a:pt x="-805" y="83369"/>
                  <a:pt x="2349" y="80248"/>
                </a:cubicBezTo>
                <a:cubicBezTo>
                  <a:pt x="5504" y="77126"/>
                  <a:pt x="10606" y="77093"/>
                  <a:pt x="13727" y="80248"/>
                </a:cubicBezTo>
                <a:lnTo>
                  <a:pt x="20372" y="86893"/>
                </a:lnTo>
                <a:lnTo>
                  <a:pt x="33663" y="67897"/>
                </a:lnTo>
                <a:cubicBezTo>
                  <a:pt x="36214" y="64238"/>
                  <a:pt x="41248" y="63366"/>
                  <a:pt x="44873" y="65916"/>
                </a:cubicBezTo>
                <a:close/>
                <a:moveTo>
                  <a:pt x="75180" y="32220"/>
                </a:moveTo>
                <a:cubicBezTo>
                  <a:pt x="75180" y="26279"/>
                  <a:pt x="79979" y="21480"/>
                  <a:pt x="85920" y="21480"/>
                </a:cubicBezTo>
                <a:lnTo>
                  <a:pt x="161099" y="21480"/>
                </a:lnTo>
                <a:cubicBezTo>
                  <a:pt x="167040" y="21480"/>
                  <a:pt x="171839" y="26279"/>
                  <a:pt x="171839" y="32220"/>
                </a:cubicBezTo>
                <a:cubicBezTo>
                  <a:pt x="171839" y="38160"/>
                  <a:pt x="167040" y="42960"/>
                  <a:pt x="161099" y="42960"/>
                </a:cubicBezTo>
                <a:lnTo>
                  <a:pt x="85920" y="42960"/>
                </a:lnTo>
                <a:cubicBezTo>
                  <a:pt x="79979" y="42960"/>
                  <a:pt x="75180" y="38160"/>
                  <a:pt x="75180" y="32220"/>
                </a:cubicBezTo>
                <a:close/>
                <a:moveTo>
                  <a:pt x="75180" y="85920"/>
                </a:moveTo>
                <a:cubicBezTo>
                  <a:pt x="75180" y="79979"/>
                  <a:pt x="79979" y="75180"/>
                  <a:pt x="85920" y="75180"/>
                </a:cubicBezTo>
                <a:lnTo>
                  <a:pt x="161099" y="75180"/>
                </a:lnTo>
                <a:cubicBezTo>
                  <a:pt x="167040" y="75180"/>
                  <a:pt x="171839" y="79979"/>
                  <a:pt x="171839" y="85920"/>
                </a:cubicBezTo>
                <a:cubicBezTo>
                  <a:pt x="171839" y="91860"/>
                  <a:pt x="167040" y="96660"/>
                  <a:pt x="161099" y="96660"/>
                </a:cubicBezTo>
                <a:lnTo>
                  <a:pt x="85920" y="96660"/>
                </a:lnTo>
                <a:cubicBezTo>
                  <a:pt x="79979" y="96660"/>
                  <a:pt x="75180" y="91860"/>
                  <a:pt x="75180" y="85920"/>
                </a:cubicBezTo>
                <a:close/>
                <a:moveTo>
                  <a:pt x="53700" y="139619"/>
                </a:moveTo>
                <a:cubicBezTo>
                  <a:pt x="53700" y="133679"/>
                  <a:pt x="58499" y="128879"/>
                  <a:pt x="64440" y="128879"/>
                </a:cubicBezTo>
                <a:lnTo>
                  <a:pt x="161099" y="128879"/>
                </a:lnTo>
                <a:cubicBezTo>
                  <a:pt x="167040" y="128879"/>
                  <a:pt x="171839" y="133679"/>
                  <a:pt x="171839" y="139619"/>
                </a:cubicBezTo>
                <a:cubicBezTo>
                  <a:pt x="171839" y="145560"/>
                  <a:pt x="167040" y="150359"/>
                  <a:pt x="161099" y="150359"/>
                </a:cubicBezTo>
                <a:lnTo>
                  <a:pt x="64440" y="150359"/>
                </a:lnTo>
                <a:cubicBezTo>
                  <a:pt x="58499" y="150359"/>
                  <a:pt x="53700" y="145560"/>
                  <a:pt x="53700" y="139619"/>
                </a:cubicBezTo>
                <a:close/>
                <a:moveTo>
                  <a:pt x="21480" y="126195"/>
                </a:moveTo>
                <a:cubicBezTo>
                  <a:pt x="28889" y="126195"/>
                  <a:pt x="34905" y="132210"/>
                  <a:pt x="34905" y="139619"/>
                </a:cubicBezTo>
                <a:cubicBezTo>
                  <a:pt x="34905" y="147029"/>
                  <a:pt x="28889" y="153044"/>
                  <a:pt x="21480" y="153044"/>
                </a:cubicBezTo>
                <a:cubicBezTo>
                  <a:pt x="14070" y="153044"/>
                  <a:pt x="8055" y="147029"/>
                  <a:pt x="8055" y="139619"/>
                </a:cubicBezTo>
                <a:cubicBezTo>
                  <a:pt x="8055" y="132210"/>
                  <a:pt x="14070" y="126195"/>
                  <a:pt x="21480" y="1261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628" y="3685953"/>
            <a:ext cx="134034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Queues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9628" y="3926529"/>
            <a:ext cx="1314571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processing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812" y="426161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743205" y="4235839"/>
            <a:ext cx="114273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Bull, Bee Queue, Kue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812" y="4502190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743205" y="4476414"/>
            <a:ext cx="113414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progress events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812" y="474276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743205" y="4716989"/>
            <a:ext cx="152937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Completion/failure handlers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7555" y="3509818"/>
            <a:ext cx="5670698" cy="1555146"/>
          </a:xfrm>
          <a:custGeom>
            <a:avLst/>
            <a:gdLst/>
            <a:ahLst/>
            <a:cxnLst/>
            <a:rect l="l" t="t" r="r" b="b"/>
            <a:pathLst>
              <a:path w="5670698" h="1555146">
                <a:moveTo>
                  <a:pt x="103106" y="0"/>
                </a:moveTo>
                <a:lnTo>
                  <a:pt x="5567592" y="0"/>
                </a:lnTo>
                <a:cubicBezTo>
                  <a:pt x="5624535" y="0"/>
                  <a:pt x="5670698" y="46162"/>
                  <a:pt x="5670698" y="103106"/>
                </a:cubicBezTo>
                <a:lnTo>
                  <a:pt x="5670698" y="1452040"/>
                </a:lnTo>
                <a:cubicBezTo>
                  <a:pt x="5670698" y="1508984"/>
                  <a:pt x="5624535" y="1555146"/>
                  <a:pt x="5567592" y="1555146"/>
                </a:cubicBezTo>
                <a:lnTo>
                  <a:pt x="103106" y="1555146"/>
                </a:lnTo>
                <a:cubicBezTo>
                  <a:pt x="46162" y="1555146"/>
                  <a:pt x="0" y="1508984"/>
                  <a:pt x="0" y="1452040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3690" y="368595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53238" y="3806241"/>
            <a:ext cx="193319" cy="171839"/>
          </a:xfrm>
          <a:custGeom>
            <a:avLst/>
            <a:gdLst/>
            <a:ahLst/>
            <a:cxnLst/>
            <a:rect l="l" t="t" r="r" b="b"/>
            <a:pathLst>
              <a:path w="193319" h="171839">
                <a:moveTo>
                  <a:pt x="83235" y="29535"/>
                </a:moveTo>
                <a:lnTo>
                  <a:pt x="110085" y="29535"/>
                </a:lnTo>
                <a:lnTo>
                  <a:pt x="110085" y="45645"/>
                </a:lnTo>
                <a:lnTo>
                  <a:pt x="83235" y="45645"/>
                </a:lnTo>
                <a:lnTo>
                  <a:pt x="83235" y="29535"/>
                </a:lnTo>
                <a:close/>
                <a:moveTo>
                  <a:pt x="80550" y="10740"/>
                </a:moveTo>
                <a:cubicBezTo>
                  <a:pt x="71656" y="10740"/>
                  <a:pt x="64440" y="17956"/>
                  <a:pt x="64440" y="26850"/>
                </a:cubicBezTo>
                <a:lnTo>
                  <a:pt x="64440" y="48330"/>
                </a:lnTo>
                <a:cubicBezTo>
                  <a:pt x="64440" y="57224"/>
                  <a:pt x="71656" y="64440"/>
                  <a:pt x="80550" y="64440"/>
                </a:cubicBezTo>
                <a:lnTo>
                  <a:pt x="85920" y="64440"/>
                </a:lnTo>
                <a:lnTo>
                  <a:pt x="85920" y="75180"/>
                </a:lnTo>
                <a:lnTo>
                  <a:pt x="10740" y="75180"/>
                </a:lnTo>
                <a:cubicBezTo>
                  <a:pt x="4799" y="75180"/>
                  <a:pt x="0" y="79979"/>
                  <a:pt x="0" y="85920"/>
                </a:cubicBezTo>
                <a:cubicBezTo>
                  <a:pt x="0" y="91860"/>
                  <a:pt x="4799" y="96660"/>
                  <a:pt x="10740" y="96660"/>
                </a:cubicBezTo>
                <a:lnTo>
                  <a:pt x="42960" y="96660"/>
                </a:lnTo>
                <a:lnTo>
                  <a:pt x="42960" y="107400"/>
                </a:lnTo>
                <a:lnTo>
                  <a:pt x="37590" y="107400"/>
                </a:lnTo>
                <a:cubicBezTo>
                  <a:pt x="28696" y="107400"/>
                  <a:pt x="21480" y="114615"/>
                  <a:pt x="21480" y="123510"/>
                </a:cubicBezTo>
                <a:lnTo>
                  <a:pt x="21480" y="144989"/>
                </a:lnTo>
                <a:cubicBezTo>
                  <a:pt x="21480" y="153883"/>
                  <a:pt x="28696" y="161099"/>
                  <a:pt x="37590" y="161099"/>
                </a:cubicBezTo>
                <a:lnTo>
                  <a:pt x="69810" y="161099"/>
                </a:lnTo>
                <a:cubicBezTo>
                  <a:pt x="78704" y="161099"/>
                  <a:pt x="85920" y="153883"/>
                  <a:pt x="85920" y="144989"/>
                </a:cubicBezTo>
                <a:lnTo>
                  <a:pt x="85920" y="123510"/>
                </a:lnTo>
                <a:cubicBezTo>
                  <a:pt x="85920" y="114615"/>
                  <a:pt x="78704" y="107400"/>
                  <a:pt x="69810" y="107400"/>
                </a:cubicBezTo>
                <a:lnTo>
                  <a:pt x="64440" y="107400"/>
                </a:lnTo>
                <a:lnTo>
                  <a:pt x="64440" y="96660"/>
                </a:lnTo>
                <a:lnTo>
                  <a:pt x="128879" y="96660"/>
                </a:lnTo>
                <a:lnTo>
                  <a:pt x="128879" y="107400"/>
                </a:lnTo>
                <a:lnTo>
                  <a:pt x="123510" y="107400"/>
                </a:lnTo>
                <a:cubicBezTo>
                  <a:pt x="114615" y="107400"/>
                  <a:pt x="107400" y="114615"/>
                  <a:pt x="107400" y="123510"/>
                </a:cubicBezTo>
                <a:lnTo>
                  <a:pt x="107400" y="144989"/>
                </a:lnTo>
                <a:cubicBezTo>
                  <a:pt x="107400" y="153883"/>
                  <a:pt x="114615" y="161099"/>
                  <a:pt x="123510" y="161099"/>
                </a:cubicBezTo>
                <a:lnTo>
                  <a:pt x="155729" y="161099"/>
                </a:lnTo>
                <a:cubicBezTo>
                  <a:pt x="164623" y="161099"/>
                  <a:pt x="171839" y="153883"/>
                  <a:pt x="171839" y="144989"/>
                </a:cubicBezTo>
                <a:lnTo>
                  <a:pt x="171839" y="123510"/>
                </a:lnTo>
                <a:cubicBezTo>
                  <a:pt x="171839" y="114615"/>
                  <a:pt x="164623" y="107400"/>
                  <a:pt x="155729" y="107400"/>
                </a:cubicBezTo>
                <a:lnTo>
                  <a:pt x="150359" y="107400"/>
                </a:lnTo>
                <a:lnTo>
                  <a:pt x="150359" y="96660"/>
                </a:lnTo>
                <a:lnTo>
                  <a:pt x="182579" y="96660"/>
                </a:lnTo>
                <a:cubicBezTo>
                  <a:pt x="188520" y="96660"/>
                  <a:pt x="193319" y="91860"/>
                  <a:pt x="193319" y="85920"/>
                </a:cubicBezTo>
                <a:cubicBezTo>
                  <a:pt x="193319" y="79979"/>
                  <a:pt x="188520" y="75180"/>
                  <a:pt x="182579" y="75180"/>
                </a:cubicBezTo>
                <a:lnTo>
                  <a:pt x="107400" y="75180"/>
                </a:lnTo>
                <a:lnTo>
                  <a:pt x="107400" y="64440"/>
                </a:lnTo>
                <a:lnTo>
                  <a:pt x="112770" y="64440"/>
                </a:lnTo>
                <a:cubicBezTo>
                  <a:pt x="121664" y="64440"/>
                  <a:pt x="128879" y="57224"/>
                  <a:pt x="128879" y="48330"/>
                </a:cubicBezTo>
                <a:lnTo>
                  <a:pt x="128879" y="26850"/>
                </a:lnTo>
                <a:cubicBezTo>
                  <a:pt x="128879" y="17956"/>
                  <a:pt x="121664" y="10740"/>
                  <a:pt x="112770" y="10740"/>
                </a:cubicBezTo>
                <a:lnTo>
                  <a:pt x="80550" y="10740"/>
                </a:lnTo>
                <a:close/>
                <a:moveTo>
                  <a:pt x="150359" y="126195"/>
                </a:moveTo>
                <a:lnTo>
                  <a:pt x="153044" y="126195"/>
                </a:lnTo>
                <a:lnTo>
                  <a:pt x="153044" y="142304"/>
                </a:lnTo>
                <a:lnTo>
                  <a:pt x="126195" y="142304"/>
                </a:lnTo>
                <a:lnTo>
                  <a:pt x="126195" y="126195"/>
                </a:lnTo>
                <a:lnTo>
                  <a:pt x="150359" y="126195"/>
                </a:lnTo>
                <a:close/>
                <a:moveTo>
                  <a:pt x="64440" y="126195"/>
                </a:moveTo>
                <a:lnTo>
                  <a:pt x="67125" y="126195"/>
                </a:lnTo>
                <a:lnTo>
                  <a:pt x="67125" y="142304"/>
                </a:lnTo>
                <a:lnTo>
                  <a:pt x="40275" y="142304"/>
                </a:lnTo>
                <a:lnTo>
                  <a:pt x="40275" y="126195"/>
                </a:lnTo>
                <a:lnTo>
                  <a:pt x="64440" y="12619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9208" y="3685953"/>
            <a:ext cx="1331755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9208" y="3926529"/>
            <a:ext cx="130597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communication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8392" y="426161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562785" y="4235839"/>
            <a:ext cx="111695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Inter-service events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8392" y="4502190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562785" y="4476414"/>
            <a:ext cx="140908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8392" y="474276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8" name="Text 46"/>
          <p:cNvSpPr/>
          <p:nvPr/>
        </p:nvSpPr>
        <p:spPr>
          <a:xfrm>
            <a:off x="6562785" y="4716989"/>
            <a:ext cx="86778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975" y="5211027"/>
            <a:ext cx="11496051" cy="1641066"/>
          </a:xfrm>
          <a:custGeom>
            <a:avLst/>
            <a:gdLst/>
            <a:ahLst/>
            <a:cxnLst/>
            <a:rect l="l" t="t" r="r" b="b"/>
            <a:pathLst>
              <a:path w="11496051" h="1641066">
                <a:moveTo>
                  <a:pt x="103108" y="0"/>
                </a:moveTo>
                <a:lnTo>
                  <a:pt x="11392943" y="0"/>
                </a:lnTo>
                <a:cubicBezTo>
                  <a:pt x="11449888" y="0"/>
                  <a:pt x="11496051" y="46163"/>
                  <a:pt x="11496051" y="103108"/>
                </a:cubicBezTo>
                <a:lnTo>
                  <a:pt x="11496051" y="1537957"/>
                </a:lnTo>
                <a:cubicBezTo>
                  <a:pt x="11496051" y="1594902"/>
                  <a:pt x="11449888" y="1641066"/>
                  <a:pt x="11392943" y="1641066"/>
                </a:cubicBezTo>
                <a:lnTo>
                  <a:pt x="103108" y="1641066"/>
                </a:lnTo>
                <a:cubicBezTo>
                  <a:pt x="46163" y="1641066"/>
                  <a:pt x="0" y="1594902"/>
                  <a:pt x="0" y="1537957"/>
                </a:cubicBezTo>
                <a:lnTo>
                  <a:pt x="0" y="103108"/>
                </a:lnTo>
                <a:cubicBezTo>
                  <a:pt x="0" y="46201"/>
                  <a:pt x="46201" y="0"/>
                  <a:pt x="1031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4110" y="538716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5877" y="5507450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0" y="21480"/>
                </a:moveTo>
                <a:cubicBezTo>
                  <a:pt x="0" y="9632"/>
                  <a:pt x="9632" y="0"/>
                  <a:pt x="21480" y="0"/>
                </a:cubicBezTo>
                <a:lnTo>
                  <a:pt x="71656" y="0"/>
                </a:lnTo>
                <a:cubicBezTo>
                  <a:pt x="77361" y="0"/>
                  <a:pt x="82832" y="2249"/>
                  <a:pt x="86859" y="6276"/>
                </a:cubicBezTo>
                <a:lnTo>
                  <a:pt x="122603" y="42054"/>
                </a:lnTo>
                <a:cubicBezTo>
                  <a:pt x="126631" y="46081"/>
                  <a:pt x="128879" y="51552"/>
                  <a:pt x="128879" y="57257"/>
                </a:cubicBezTo>
                <a:lnTo>
                  <a:pt x="128879" y="150359"/>
                </a:lnTo>
                <a:cubicBezTo>
                  <a:pt x="128879" y="162207"/>
                  <a:pt x="119247" y="171839"/>
                  <a:pt x="107400" y="171839"/>
                </a:cubicBezTo>
                <a:lnTo>
                  <a:pt x="21480" y="171839"/>
                </a:lnTo>
                <a:cubicBezTo>
                  <a:pt x="9632" y="171839"/>
                  <a:pt x="0" y="162207"/>
                  <a:pt x="0" y="150359"/>
                </a:cubicBezTo>
                <a:lnTo>
                  <a:pt x="0" y="21480"/>
                </a:lnTo>
                <a:close/>
                <a:moveTo>
                  <a:pt x="69810" y="19634"/>
                </a:moveTo>
                <a:lnTo>
                  <a:pt x="69810" y="51015"/>
                </a:lnTo>
                <a:cubicBezTo>
                  <a:pt x="69810" y="55479"/>
                  <a:pt x="73401" y="59070"/>
                  <a:pt x="77865" y="59070"/>
                </a:cubicBezTo>
                <a:lnTo>
                  <a:pt x="109246" y="59070"/>
                </a:lnTo>
                <a:lnTo>
                  <a:pt x="69810" y="19634"/>
                </a:lnTo>
                <a:close/>
                <a:moveTo>
                  <a:pt x="40275" y="85920"/>
                </a:moveTo>
                <a:cubicBezTo>
                  <a:pt x="35811" y="85920"/>
                  <a:pt x="32220" y="89511"/>
                  <a:pt x="32220" y="93975"/>
                </a:cubicBezTo>
                <a:cubicBezTo>
                  <a:pt x="32220" y="98438"/>
                  <a:pt x="35811" y="102030"/>
                  <a:pt x="40275" y="102030"/>
                </a:cubicBezTo>
                <a:lnTo>
                  <a:pt x="88605" y="102030"/>
                </a:lnTo>
                <a:cubicBezTo>
                  <a:pt x="93068" y="102030"/>
                  <a:pt x="96660" y="98438"/>
                  <a:pt x="96660" y="93975"/>
                </a:cubicBezTo>
                <a:cubicBezTo>
                  <a:pt x="96660" y="89511"/>
                  <a:pt x="93068" y="85920"/>
                  <a:pt x="88605" y="85920"/>
                </a:cubicBezTo>
                <a:lnTo>
                  <a:pt x="40275" y="85920"/>
                </a:lnTo>
                <a:close/>
                <a:moveTo>
                  <a:pt x="40275" y="118140"/>
                </a:moveTo>
                <a:cubicBezTo>
                  <a:pt x="35811" y="118140"/>
                  <a:pt x="32220" y="121731"/>
                  <a:pt x="32220" y="126195"/>
                </a:cubicBezTo>
                <a:cubicBezTo>
                  <a:pt x="32220" y="130658"/>
                  <a:pt x="35811" y="134249"/>
                  <a:pt x="40275" y="134249"/>
                </a:cubicBezTo>
                <a:lnTo>
                  <a:pt x="88605" y="134249"/>
                </a:lnTo>
                <a:cubicBezTo>
                  <a:pt x="93068" y="134249"/>
                  <a:pt x="96660" y="130658"/>
                  <a:pt x="96660" y="126195"/>
                </a:cubicBezTo>
                <a:cubicBezTo>
                  <a:pt x="96660" y="121731"/>
                  <a:pt x="93068" y="118140"/>
                  <a:pt x="88605" y="118140"/>
                </a:cubicBezTo>
                <a:lnTo>
                  <a:pt x="40275" y="11814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50"/>
          <p:cNvSpPr/>
          <p:nvPr/>
        </p:nvSpPr>
        <p:spPr>
          <a:xfrm>
            <a:off x="1039628" y="5387163"/>
            <a:ext cx="140049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Systems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39628" y="5627738"/>
            <a:ext cx="137471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Winston, Bunyan, Pino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28406" y="5941345"/>
            <a:ext cx="11135188" cy="730317"/>
          </a:xfrm>
          <a:custGeom>
            <a:avLst/>
            <a:gdLst/>
            <a:ahLst/>
            <a:cxnLst/>
            <a:rect l="l" t="t" r="r" b="b"/>
            <a:pathLst>
              <a:path w="11135188" h="730317">
                <a:moveTo>
                  <a:pt x="68737" y="0"/>
                </a:moveTo>
                <a:lnTo>
                  <a:pt x="11066451" y="0"/>
                </a:lnTo>
                <a:cubicBezTo>
                  <a:pt x="11104413" y="0"/>
                  <a:pt x="11135188" y="30775"/>
                  <a:pt x="11135188" y="68737"/>
                </a:cubicBezTo>
                <a:lnTo>
                  <a:pt x="11135188" y="661580"/>
                </a:lnTo>
                <a:cubicBezTo>
                  <a:pt x="11135188" y="699542"/>
                  <a:pt x="11104413" y="730317"/>
                  <a:pt x="11066451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805" y="6048744"/>
            <a:ext cx="1098053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logger.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'logging'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(info) =&gt; {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4541" y="6233471"/>
            <a:ext cx="2015487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Send to external service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805" y="6392423"/>
            <a:ext cx="1098053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31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Patterns &amp;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EventEmitter for production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022" y="1543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Chaining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688" y="1881187"/>
            <a:ext cx="3371850" cy="809625"/>
          </a:xfrm>
          <a:custGeom>
            <a:avLst/>
            <a:gdLst/>
            <a:ahLst/>
            <a:cxnLst/>
            <a:rect l="l" t="t" r="r" b="b"/>
            <a:pathLst>
              <a:path w="3371850" h="809625">
                <a:moveTo>
                  <a:pt x="76202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733423"/>
                </a:lnTo>
                <a:cubicBezTo>
                  <a:pt x="3371850" y="775508"/>
                  <a:pt x="3337733" y="809625"/>
                  <a:pt x="32956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" y="2000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'step1'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1907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'step2'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6750" y="2381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356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809875"/>
            <a:ext cx="6007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4356" y="31146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076575"/>
            <a:ext cx="1161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2925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 events for sequential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7488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883" y="32147"/>
                </a:moveTo>
                <a:lnTo>
                  <a:pt x="10883" y="82209"/>
                </a:lnTo>
                <a:cubicBezTo>
                  <a:pt x="10883" y="87902"/>
                  <a:pt x="13127" y="93360"/>
                  <a:pt x="17145" y="97378"/>
                </a:cubicBezTo>
                <a:lnTo>
                  <a:pt x="81439" y="161672"/>
                </a:lnTo>
                <a:cubicBezTo>
                  <a:pt x="89810" y="170044"/>
                  <a:pt x="103372" y="170044"/>
                  <a:pt x="111744" y="161672"/>
                </a:cubicBezTo>
                <a:lnTo>
                  <a:pt x="161806" y="111610"/>
                </a:lnTo>
                <a:cubicBezTo>
                  <a:pt x="170178" y="103238"/>
                  <a:pt x="170178" y="89676"/>
                  <a:pt x="161806" y="81305"/>
                </a:cubicBezTo>
                <a:lnTo>
                  <a:pt x="97512" y="17011"/>
                </a:lnTo>
                <a:cubicBezTo>
                  <a:pt x="93494" y="12959"/>
                  <a:pt x="88069" y="10716"/>
                  <a:pt x="82376" y="10716"/>
                </a:cubicBezTo>
                <a:lnTo>
                  <a:pt x="32314" y="10716"/>
                </a:lnTo>
                <a:cubicBezTo>
                  <a:pt x="20494" y="10716"/>
                  <a:pt x="10883" y="20326"/>
                  <a:pt x="10883" y="32147"/>
                </a:cubicBezTo>
                <a:close/>
                <a:moveTo>
                  <a:pt x="48388" y="37505"/>
                </a:moveTo>
                <a:cubicBezTo>
                  <a:pt x="54302" y="37505"/>
                  <a:pt x="59103" y="42306"/>
                  <a:pt x="59103" y="48220"/>
                </a:cubicBezTo>
                <a:cubicBezTo>
                  <a:pt x="59103" y="54134"/>
                  <a:pt x="54302" y="58936"/>
                  <a:pt x="48388" y="58936"/>
                </a:cubicBezTo>
                <a:cubicBezTo>
                  <a:pt x="42474" y="58936"/>
                  <a:pt x="37672" y="54134"/>
                  <a:pt x="37672" y="48220"/>
                </a:cubicBezTo>
                <a:cubicBezTo>
                  <a:pt x="37672" y="42306"/>
                  <a:pt x="42474" y="37505"/>
                  <a:pt x="48388" y="3750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622750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Namespacing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3675" y="18764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22" name="Text 20"/>
          <p:cNvSpPr/>
          <p:nvPr/>
        </p:nvSpPr>
        <p:spPr>
          <a:xfrm>
            <a:off x="4479875" y="19526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user:login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3675" y="22955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24" name="Text 22"/>
          <p:cNvSpPr/>
          <p:nvPr/>
        </p:nvSpPr>
        <p:spPr>
          <a:xfrm>
            <a:off x="4479875" y="23717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user:logout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675" y="27146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F1DE"/>
          </a:solidFill>
          <a:ln/>
        </p:spPr>
      </p:sp>
      <p:sp>
        <p:nvSpPr>
          <p:cNvPr id="26" name="Text 24"/>
          <p:cNvSpPr/>
          <p:nvPr/>
        </p:nvSpPr>
        <p:spPr>
          <a:xfrm>
            <a:off x="4479875" y="27908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order:created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5107" y="32099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622750" y="3171825"/>
            <a:ext cx="66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107" y="3476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622750" y="3438525"/>
            <a:ext cx="814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collisions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107" y="3743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622750" y="3705225"/>
            <a:ext cx="566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03675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practice for large codebases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7338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8313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8483575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9263" y="1881187"/>
            <a:ext cx="3371850" cy="847725"/>
          </a:xfrm>
          <a:custGeom>
            <a:avLst/>
            <a:gdLst/>
            <a:ahLst/>
            <a:cxnLst/>
            <a:rect l="l" t="t" r="r" b="b"/>
            <a:pathLst>
              <a:path w="3371850" h="847725">
                <a:moveTo>
                  <a:pt x="76202" y="0"/>
                </a:moveTo>
                <a:lnTo>
                  <a:pt x="3295648" y="0"/>
                </a:lnTo>
                <a:cubicBezTo>
                  <a:pt x="3337705" y="0"/>
                  <a:pt x="3371850" y="34145"/>
                  <a:pt x="3371850" y="76202"/>
                </a:cubicBezTo>
                <a:lnTo>
                  <a:pt x="3371850" y="771523"/>
                </a:lnTo>
                <a:cubicBezTo>
                  <a:pt x="3371850" y="813580"/>
                  <a:pt x="3337705" y="847725"/>
                  <a:pt x="32956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88325" y="2000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System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88325" y="22669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8325" y="24574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process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899600" y="2847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8269263" y="3119438"/>
            <a:ext cx="3371850" cy="1152525"/>
          </a:xfrm>
          <a:custGeom>
            <a:avLst/>
            <a:gdLst/>
            <a:ahLst/>
            <a:cxnLst/>
            <a:rect l="l" t="t" r="r" b="b"/>
            <a:pathLst>
              <a:path w="3371850" h="1152525">
                <a:moveTo>
                  <a:pt x="76205" y="0"/>
                </a:moveTo>
                <a:lnTo>
                  <a:pt x="3295645" y="0"/>
                </a:lnTo>
                <a:cubicBezTo>
                  <a:pt x="3337732" y="0"/>
                  <a:pt x="3371850" y="34118"/>
                  <a:pt x="3371850" y="76205"/>
                </a:cubicBezTo>
                <a:lnTo>
                  <a:pt x="3371850" y="1076320"/>
                </a:lnTo>
                <a:cubicBezTo>
                  <a:pt x="3371850" y="1118407"/>
                  <a:pt x="3337732" y="1152525"/>
                  <a:pt x="32956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8325" y="32385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8325" y="35052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Kafka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88325" y="37338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RabbitMQ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88325" y="39624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Redis Pub/Sub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4500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AE7D6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64500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concept, bigger scale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0075" y="6086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2" name="Text 50"/>
          <p:cNvSpPr/>
          <p:nvPr/>
        </p:nvSpPr>
        <p:spPr>
          <a:xfrm>
            <a:off x="981075" y="6086475"/>
            <a:ext cx="794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Evolution: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Start with EventEmitter for local events, then scale to message brokers for distributed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59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&amp; Interview Q&amp;A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 to avoid and questions to master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900" y="2114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20764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Emitting before listening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650" y="23050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misses event entirely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27384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28575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many listeners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9650" y="30861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issues and warnings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5194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90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363855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logic inside listener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9650" y="386715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Blocks event 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43005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4457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650" y="44196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Ignoring errors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9650" y="46482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Crash risk - always handle!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6994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Interview Questions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6038" y="19573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5100" y="20764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Is EventEmitter sync or async?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100" y="23050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— emit() doesn't wait for async listeners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6038" y="27384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5100" y="28575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Error with no listener?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5100" y="30861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crashes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— always handle error events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35194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36385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Why listener limit?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100" y="38671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memory leaks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— default is 10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038" y="43005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5100" y="44196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once vs on?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5100" y="46482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 runs once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 xml:space="preserve"> — auto-removed after execution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1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Node.js &amp; Best Practices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Staying current with modern APIs and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4448175" cy="2085975"/>
          </a:xfrm>
          <a:custGeom>
            <a:avLst/>
            <a:gdLst/>
            <a:ahLst/>
            <a:cxnLst/>
            <a:rect l="l" t="t" r="r" b="b"/>
            <a:pathLst>
              <a:path w="4448175" h="2085975">
                <a:moveTo>
                  <a:pt x="114291" y="0"/>
                </a:moveTo>
                <a:lnTo>
                  <a:pt x="4333884" y="0"/>
                </a:lnTo>
                <a:cubicBezTo>
                  <a:pt x="4397005" y="0"/>
                  <a:pt x="4448175" y="51170"/>
                  <a:pt x="4448175" y="114291"/>
                </a:cubicBezTo>
                <a:lnTo>
                  <a:pt x="4448175" y="1971684"/>
                </a:lnTo>
                <a:cubicBezTo>
                  <a:pt x="4448175" y="2034805"/>
                  <a:pt x="4397005" y="2085975"/>
                  <a:pt x="4333884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4048125" cy="428625"/>
          </a:xfrm>
          <a:custGeom>
            <a:avLst/>
            <a:gdLst/>
            <a:ahLst/>
            <a:cxnLst/>
            <a:rect l="l" t="t" r="r" b="b"/>
            <a:pathLst>
              <a:path w="4048125" h="428625">
                <a:moveTo>
                  <a:pt x="76201" y="0"/>
                </a:moveTo>
                <a:lnTo>
                  <a:pt x="3971924" y="0"/>
                </a:lnTo>
                <a:cubicBezTo>
                  <a:pt x="4014009" y="0"/>
                  <a:pt x="4048125" y="34116"/>
                  <a:pt x="4048125" y="76201"/>
                </a:cubicBezTo>
                <a:lnTo>
                  <a:pt x="4048125" y="352424"/>
                </a:lnTo>
                <a:cubicBezTo>
                  <a:pt x="4048125" y="394509"/>
                  <a:pt x="4014009" y="428625"/>
                  <a:pt x="39719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20764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{ EventTarget }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409" y="2543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23913" y="250507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Web-standard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409" y="2809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3913" y="277177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since Node v14.5.0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409" y="3076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3913" y="30384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Browser-compatible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86163"/>
            <a:ext cx="4448175" cy="2943225"/>
          </a:xfrm>
          <a:custGeom>
            <a:avLst/>
            <a:gdLst/>
            <a:ahLst/>
            <a:cxnLst/>
            <a:rect l="l" t="t" r="r" b="b"/>
            <a:pathLst>
              <a:path w="4448175" h="2943225">
                <a:moveTo>
                  <a:pt x="114285" y="0"/>
                </a:moveTo>
                <a:lnTo>
                  <a:pt x="4333890" y="0"/>
                </a:lnTo>
                <a:cubicBezTo>
                  <a:pt x="4397008" y="0"/>
                  <a:pt x="4448175" y="51167"/>
                  <a:pt x="4448175" y="114285"/>
                </a:cubicBezTo>
                <a:lnTo>
                  <a:pt x="4448175" y="2828940"/>
                </a:lnTo>
                <a:cubicBezTo>
                  <a:pt x="4448175" y="2892058"/>
                  <a:pt x="4397008" y="2943225"/>
                  <a:pt x="433389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E07A5F">
                  <a:alpha val="30000"/>
                </a:srgbClr>
              </a:gs>
              <a:gs pos="100000">
                <a:srgbClr val="E07A5F">
                  <a:alpha val="10000"/>
                </a:srgbClr>
              </a:gs>
            </a:gsLst>
            <a:lin ang="2700000" scaled="1"/>
          </a:gradFill>
          <a:ln w="12700">
            <a:solidFill>
              <a:srgbClr val="E07A5F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731" y="47720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18927" y="4733925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927" y="5000625"/>
            <a:ext cx="3924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Mentioning EventTarget in interviews shows you stay current with modern Node.js developments.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33963" y="1338263"/>
            <a:ext cx="6772275" cy="5191125"/>
          </a:xfrm>
          <a:custGeom>
            <a:avLst/>
            <a:gdLst/>
            <a:ahLst/>
            <a:cxnLst/>
            <a:rect l="l" t="t" r="r" b="b"/>
            <a:pathLst>
              <a:path w="6772275" h="5191125">
                <a:moveTo>
                  <a:pt x="114309" y="0"/>
                </a:moveTo>
                <a:lnTo>
                  <a:pt x="6657966" y="0"/>
                </a:lnTo>
                <a:cubicBezTo>
                  <a:pt x="6721097" y="0"/>
                  <a:pt x="6772275" y="51178"/>
                  <a:pt x="6772275" y="114309"/>
                </a:cubicBezTo>
                <a:lnTo>
                  <a:pt x="6772275" y="5076816"/>
                </a:lnTo>
                <a:cubicBezTo>
                  <a:pt x="6772275" y="5139947"/>
                  <a:pt x="6721097" y="5191125"/>
                  <a:pt x="6657966" y="5191125"/>
                </a:cubicBezTo>
                <a:lnTo>
                  <a:pt x="114309" y="5191125"/>
                </a:lnTo>
                <a:cubicBezTo>
                  <a:pt x="51178" y="5191125"/>
                  <a:pt x="0" y="5139947"/>
                  <a:pt x="0" y="507681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EAE7D6">
              <a:alpha val="20000"/>
            </a:srgbClr>
          </a:solidFill>
          <a:ln w="12700">
            <a:solidFill>
              <a:srgbClr val="EAE7D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850" y="1571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467350" y="15335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Checklist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33988" y="19573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3050" y="209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44430" y="213360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95950" y="20764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handle 'error' events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95950" y="230505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crashes from unhandled errors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3988" y="27003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3050" y="2838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34087" y="28765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95950" y="28194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up listeners on destroy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95950" y="30480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memory leaks in components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3988" y="34432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305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33566" y="36195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95950" y="356235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once() for initialization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95950" y="379095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setup, auto-cleanup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3988" y="41862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53050" y="43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33640" y="43624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95950" y="43053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careful with async listeners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95950" y="453390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emit() doesn't await promises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33988" y="49291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53050" y="506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34385" y="51054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95950" y="50482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appropriate max listeners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695950" y="527685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blindly increase — fix architecture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33988" y="56721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4F1DE">
              <a:alpha val="60000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53050" y="581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33120" y="58483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695950" y="57912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typed events in TypeScript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695950" y="60198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 for event payloads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9f58566b87a0ded21f58ffe9ca8faa4fd4d832f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4F1DE">
                  <a:alpha val="95000"/>
                </a:srgbClr>
              </a:gs>
              <a:gs pos="50000">
                <a:srgbClr val="EAE7D6">
                  <a:alpha val="85000"/>
                </a:srgbClr>
              </a:gs>
              <a:gs pos="100000">
                <a:srgbClr val="F4F1DE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49515" y="661988"/>
            <a:ext cx="2095500" cy="390525"/>
          </a:xfrm>
          <a:custGeom>
            <a:avLst/>
            <a:gdLst/>
            <a:ahLst/>
            <a:cxnLst/>
            <a:rect l="l" t="t" r="r" b="b"/>
            <a:pathLst>
              <a:path w="2095500" h="390525">
                <a:moveTo>
                  <a:pt x="195263" y="0"/>
                </a:moveTo>
                <a:lnTo>
                  <a:pt x="1900238" y="0"/>
                </a:lnTo>
                <a:cubicBezTo>
                  <a:pt x="2008006" y="0"/>
                  <a:pt x="2095500" y="87494"/>
                  <a:pt x="2095500" y="195263"/>
                </a:cubicBezTo>
                <a:lnTo>
                  <a:pt x="2095500" y="195263"/>
                </a:lnTo>
                <a:cubicBezTo>
                  <a:pt x="2095500" y="303031"/>
                  <a:pt x="2008006" y="390525"/>
                  <a:pt x="19002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56684" y="762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5559103" y="7429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CHALLENGE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6700" y="128587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UserService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3375" y="18954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everything you've learned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3963" y="2471738"/>
            <a:ext cx="9744075" cy="1952625"/>
          </a:xfrm>
          <a:custGeom>
            <a:avLst/>
            <a:gdLst/>
            <a:ahLst/>
            <a:cxnLst/>
            <a:rect l="l" t="t" r="r" b="b"/>
            <a:pathLst>
              <a:path w="9744075" h="1952625">
                <a:moveTo>
                  <a:pt x="152402" y="0"/>
                </a:moveTo>
                <a:lnTo>
                  <a:pt x="9591673" y="0"/>
                </a:lnTo>
                <a:cubicBezTo>
                  <a:pt x="9675842" y="0"/>
                  <a:pt x="9744075" y="68233"/>
                  <a:pt x="9744075" y="152402"/>
                </a:cubicBezTo>
                <a:lnTo>
                  <a:pt x="9744075" y="1800223"/>
                </a:lnTo>
                <a:cubicBezTo>
                  <a:pt x="9744075" y="1884392"/>
                  <a:pt x="9675842" y="1952625"/>
                  <a:pt x="9591673" y="1952625"/>
                </a:cubicBezTo>
                <a:lnTo>
                  <a:pt x="152402" y="1952625"/>
                </a:lnTo>
                <a:cubicBezTo>
                  <a:pt x="68233" y="1952625"/>
                  <a:pt x="0" y="1884392"/>
                  <a:pt x="0" y="1800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09700" y="2705100"/>
            <a:ext cx="937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57325" y="31242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UserService that emits: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62088" y="3471863"/>
            <a:ext cx="4514850" cy="428625"/>
          </a:xfrm>
          <a:custGeom>
            <a:avLst/>
            <a:gdLst/>
            <a:ahLst/>
            <a:cxnLst/>
            <a:rect l="l" t="t" r="r" b="b"/>
            <a:pathLst>
              <a:path w="4514850" h="428625">
                <a:moveTo>
                  <a:pt x="76201" y="0"/>
                </a:moveTo>
                <a:lnTo>
                  <a:pt x="4438649" y="0"/>
                </a:lnTo>
                <a:cubicBezTo>
                  <a:pt x="4480734" y="0"/>
                  <a:pt x="4514850" y="34116"/>
                  <a:pt x="4514850" y="76201"/>
                </a:cubicBezTo>
                <a:lnTo>
                  <a:pt x="4514850" y="352424"/>
                </a:lnTo>
                <a:cubicBezTo>
                  <a:pt x="4514850" y="394509"/>
                  <a:pt x="4480734" y="428625"/>
                  <a:pt x="4438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4F1DE"/>
          </a:solidFill>
          <a:ln w="12700">
            <a:solidFill>
              <a:srgbClr val="EAE7D6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81150" y="3590925"/>
            <a:ext cx="434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'userRegistered' event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0300" y="31242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listeners: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9350" y="3486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477000" y="34671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welcome email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29350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5"/>
          <p:cNvSpPr/>
          <p:nvPr/>
        </p:nvSpPr>
        <p:spPr>
          <a:xfrm>
            <a:off x="6477000" y="37338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analytics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29350" y="4019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696" y="20479"/>
                </a:moveTo>
                <a:cubicBezTo>
                  <a:pt x="97959" y="16639"/>
                  <a:pt x="102066" y="14288"/>
                  <a:pt x="106501" y="14288"/>
                </a:cubicBezTo>
                <a:lnTo>
                  <a:pt x="107156" y="14288"/>
                </a:lnTo>
                <a:cubicBezTo>
                  <a:pt x="113734" y="14288"/>
                  <a:pt x="119062" y="19616"/>
                  <a:pt x="119062" y="26194"/>
                </a:cubicBezTo>
                <a:cubicBezTo>
                  <a:pt x="119062" y="32772"/>
                  <a:pt x="113734" y="38100"/>
                  <a:pt x="107156" y="38100"/>
                </a:cubicBezTo>
                <a:lnTo>
                  <a:pt x="85338" y="38100"/>
                </a:lnTo>
                <a:lnTo>
                  <a:pt x="95696" y="20479"/>
                </a:lnTo>
                <a:close/>
                <a:moveTo>
                  <a:pt x="56704" y="20479"/>
                </a:moveTo>
                <a:lnTo>
                  <a:pt x="67062" y="38100"/>
                </a:lnTo>
                <a:lnTo>
                  <a:pt x="45244" y="38100"/>
                </a:lnTo>
                <a:cubicBezTo>
                  <a:pt x="38666" y="38100"/>
                  <a:pt x="33338" y="32772"/>
                  <a:pt x="33338" y="26194"/>
                </a:cubicBezTo>
                <a:cubicBezTo>
                  <a:pt x="33338" y="19616"/>
                  <a:pt x="38666" y="14288"/>
                  <a:pt x="45244" y="14288"/>
                </a:cubicBezTo>
                <a:lnTo>
                  <a:pt x="45899" y="14288"/>
                </a:lnTo>
                <a:cubicBezTo>
                  <a:pt x="50334" y="14288"/>
                  <a:pt x="54471" y="16639"/>
                  <a:pt x="56704" y="20479"/>
                </a:cubicBezTo>
                <a:close/>
                <a:moveTo>
                  <a:pt x="83374" y="13246"/>
                </a:moveTo>
                <a:lnTo>
                  <a:pt x="76200" y="25450"/>
                </a:lnTo>
                <a:lnTo>
                  <a:pt x="69026" y="13246"/>
                </a:lnTo>
                <a:cubicBezTo>
                  <a:pt x="64204" y="5030"/>
                  <a:pt x="55394" y="0"/>
                  <a:pt x="45899" y="0"/>
                </a:cubicBezTo>
                <a:lnTo>
                  <a:pt x="45244" y="0"/>
                </a:lnTo>
                <a:cubicBezTo>
                  <a:pt x="30778" y="0"/>
                  <a:pt x="19050" y="11728"/>
                  <a:pt x="19050" y="26194"/>
                </a:cubicBezTo>
                <a:cubicBezTo>
                  <a:pt x="19050" y="30480"/>
                  <a:pt x="20092" y="34528"/>
                  <a:pt x="21908" y="38100"/>
                </a:cubicBez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lnTo>
                  <a:pt x="0" y="57150"/>
                </a:lnTo>
                <a:cubicBezTo>
                  <a:pt x="0" y="62419"/>
                  <a:pt x="4256" y="66675"/>
                  <a:pt x="9525" y="66675"/>
                </a:cubicBez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lnTo>
                  <a:pt x="152400" y="47625"/>
                </a:lnTo>
                <a:cubicBezTo>
                  <a:pt x="152400" y="42356"/>
                  <a:pt x="148144" y="38100"/>
                  <a:pt x="142875" y="38100"/>
                </a:cubicBezTo>
                <a:lnTo>
                  <a:pt x="130493" y="38100"/>
                </a:lnTo>
                <a:cubicBezTo>
                  <a:pt x="132308" y="34528"/>
                  <a:pt x="133350" y="3048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106501" y="0"/>
                </a:lnTo>
                <a:cubicBezTo>
                  <a:pt x="97006" y="0"/>
                  <a:pt x="88196" y="5030"/>
                  <a:pt x="83374" y="13216"/>
                </a:cubicBezTo>
                <a:close/>
                <a:moveTo>
                  <a:pt x="142875" y="80962"/>
                </a:moveTo>
                <a:lnTo>
                  <a:pt x="83344" y="80962"/>
                </a:lnTo>
                <a:lnTo>
                  <a:pt x="83344" y="142875"/>
                </a:lnTo>
                <a:lnTo>
                  <a:pt x="123825" y="142875"/>
                </a:lnTo>
                <a:cubicBezTo>
                  <a:pt x="134332" y="142875"/>
                  <a:pt x="142875" y="134332"/>
                  <a:pt x="142875" y="123825"/>
                </a:cubicBezTo>
                <a:lnTo>
                  <a:pt x="142875" y="80962"/>
                </a:lnTo>
                <a:close/>
                <a:moveTo>
                  <a:pt x="69056" y="80962"/>
                </a:moveTo>
                <a:lnTo>
                  <a:pt x="9525" y="80962"/>
                </a:lnTo>
                <a:lnTo>
                  <a:pt x="9525" y="123825"/>
                </a:lnTo>
                <a:cubicBezTo>
                  <a:pt x="9525" y="134332"/>
                  <a:pt x="18068" y="142875"/>
                  <a:pt x="28575" y="142875"/>
                </a:cubicBezTo>
                <a:lnTo>
                  <a:pt x="69056" y="142875"/>
                </a:lnTo>
                <a:lnTo>
                  <a:pt x="69056" y="8096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477000" y="40005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Grant welcome bonus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239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66950" y="4819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0"/>
          <p:cNvSpPr/>
          <p:nvPr/>
        </p:nvSpPr>
        <p:spPr>
          <a:xfrm>
            <a:off x="13477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Class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525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 EventEmitter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004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14875" y="4819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4"/>
          <p:cNvSpPr/>
          <p:nvPr/>
        </p:nvSpPr>
        <p:spPr>
          <a:xfrm>
            <a:off x="38242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Listeners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8290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event, many actions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69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19950" y="4819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1" name="Text 28"/>
          <p:cNvSpPr/>
          <p:nvPr/>
        </p:nvSpPr>
        <p:spPr>
          <a:xfrm>
            <a:off x="63007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055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handle errors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6534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EAE7D6">
              <a:alpha val="30196"/>
            </a:srgbClr>
          </a:solidFill>
          <a:ln w="12700">
            <a:solidFill>
              <a:srgbClr val="EAE7D6">
                <a:alpha val="5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82163" y="4819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5" name="Text 32"/>
          <p:cNvSpPr/>
          <p:nvPr/>
        </p:nvSpPr>
        <p:spPr>
          <a:xfrm>
            <a:off x="87772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Cleanup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820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listeners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8138" y="59340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luck! 🚀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EventEmitter</dc:title>
  <dc:subject>Node.js EventEmitter</dc:subject>
  <dc:creator>Kimi</dc:creator>
  <cp:lastModifiedBy>Kimi</cp:lastModifiedBy>
  <cp:revision>1</cp:revision>
  <dcterms:created xsi:type="dcterms:W3CDTF">2026-02-07T06:19:53Z</dcterms:created>
  <dcterms:modified xsi:type="dcterms:W3CDTF">2026-02-07T06:19:53Z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{"Label":"Node.js EventEmitter","ContentProducer":"001191110108MACG2KBH8F10000","ProduceID":"19c36c10-dc72-880f-8000-0000e526c84d","ReservedCode1":"","ContentPropagator":"001191110108MACG2KBH8F20000","PropagateID":"19c36c10-dc72-880f-8000-0000e526c84d","ReservedCode2":""}</vt:lpwstr>
  </property>
</Properties>
</file>